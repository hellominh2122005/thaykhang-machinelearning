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648" r:id="rId1"/>
  </p:sldMasterIdLst>
  <p:notesMasterIdLst>
    <p:notesMasterId r:id="rId68"/>
  </p:notesMasterIdLst>
  <p:handoutMasterIdLst>
    <p:handoutMasterId r:id="rId69"/>
  </p:handoutMasterIdLst>
  <p:sldIdLst>
    <p:sldId id="1585" r:id="rId2"/>
    <p:sldId id="382" r:id="rId3"/>
    <p:sldId id="383" r:id="rId4"/>
    <p:sldId id="378" r:id="rId5"/>
    <p:sldId id="1588" r:id="rId6"/>
    <p:sldId id="1593" r:id="rId7"/>
    <p:sldId id="1597" r:id="rId8"/>
    <p:sldId id="1599" r:id="rId9"/>
    <p:sldId id="1589" r:id="rId10"/>
    <p:sldId id="1598" r:id="rId11"/>
    <p:sldId id="1594" r:id="rId12"/>
    <p:sldId id="1600" r:id="rId13"/>
    <p:sldId id="1590" r:id="rId14"/>
    <p:sldId id="1602" r:id="rId15"/>
    <p:sldId id="1595" r:id="rId16"/>
    <p:sldId id="1603" r:id="rId17"/>
    <p:sldId id="1607" r:id="rId18"/>
    <p:sldId id="1608" r:id="rId19"/>
    <p:sldId id="1605" r:id="rId20"/>
    <p:sldId id="1601" r:id="rId21"/>
    <p:sldId id="1604" r:id="rId22"/>
    <p:sldId id="1596" r:id="rId23"/>
    <p:sldId id="1586" r:id="rId24"/>
    <p:sldId id="1587" r:id="rId25"/>
    <p:sldId id="1609" r:id="rId26"/>
    <p:sldId id="330" r:id="rId27"/>
    <p:sldId id="331" r:id="rId28"/>
    <p:sldId id="332" r:id="rId29"/>
    <p:sldId id="360" r:id="rId30"/>
    <p:sldId id="333" r:id="rId31"/>
    <p:sldId id="334" r:id="rId32"/>
    <p:sldId id="335" r:id="rId33"/>
    <p:sldId id="336" r:id="rId34"/>
    <p:sldId id="337" r:id="rId35"/>
    <p:sldId id="361" r:id="rId36"/>
    <p:sldId id="338" r:id="rId37"/>
    <p:sldId id="339" r:id="rId38"/>
    <p:sldId id="362" r:id="rId39"/>
    <p:sldId id="370" r:id="rId40"/>
    <p:sldId id="344" r:id="rId41"/>
    <p:sldId id="345" r:id="rId42"/>
    <p:sldId id="346" r:id="rId43"/>
    <p:sldId id="371" r:id="rId44"/>
    <p:sldId id="359" r:id="rId45"/>
    <p:sldId id="342" r:id="rId46"/>
    <p:sldId id="343" r:id="rId47"/>
    <p:sldId id="348" r:id="rId48"/>
    <p:sldId id="357" r:id="rId49"/>
    <p:sldId id="358" r:id="rId50"/>
    <p:sldId id="372" r:id="rId51"/>
    <p:sldId id="365" r:id="rId52"/>
    <p:sldId id="350" r:id="rId53"/>
    <p:sldId id="373" r:id="rId54"/>
    <p:sldId id="374" r:id="rId55"/>
    <p:sldId id="375" r:id="rId56"/>
    <p:sldId id="351" r:id="rId57"/>
    <p:sldId id="376" r:id="rId58"/>
    <p:sldId id="352" r:id="rId59"/>
    <p:sldId id="366" r:id="rId60"/>
    <p:sldId id="367" r:id="rId61"/>
    <p:sldId id="355" r:id="rId62"/>
    <p:sldId id="356" r:id="rId63"/>
    <p:sldId id="379" r:id="rId64"/>
    <p:sldId id="380" r:id="rId65"/>
    <p:sldId id="381" r:id="rId66"/>
    <p:sldId id="1573" r:id="rId67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9933"/>
    <a:srgbClr val="FF0000"/>
    <a:srgbClr val="FF3399"/>
    <a:srgbClr val="008000"/>
    <a:srgbClr val="000099"/>
    <a:srgbClr val="FF6600"/>
    <a:srgbClr val="66FF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87366" autoAdjust="0"/>
  </p:normalViewPr>
  <p:slideViewPr>
    <p:cSldViewPr>
      <p:cViewPr varScale="1">
        <p:scale>
          <a:sx n="84" d="100"/>
          <a:sy n="84" d="100"/>
        </p:scale>
        <p:origin x="1072" y="5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handoutMaster" Target="handoutMasters/handoutMaster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9E2CB30-4184-4C1B-912F-A6AED0718E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866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5859DDC-9015-4B39-98F8-9F9A698DFE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628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859DDC-9015-4B39-98F8-9F9A698DFEA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316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TIÊU ĐỀ SLIDE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454966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Titl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27E77-6012-42D7-99B0-1D322EEAFE5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086803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597A347-30EE-4B72-93DA-C4CBE7049AF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0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CF626F4-8319-BB9A-3962-FB52D8DEB45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92656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838081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514350" indent="-514350" algn="l">
              <a:buFont typeface="+mj-lt"/>
              <a:buAutoNum type="arabicPeriod"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5615748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886200"/>
            <a:ext cx="11582400" cy="1752600"/>
          </a:xfrm>
        </p:spPr>
        <p:txBody>
          <a:bodyPr/>
          <a:lstStyle>
            <a:lvl1pPr marL="514350" indent="-514350" algn="l">
              <a:buFont typeface="+mj-lt"/>
              <a:buAutoNum type="arabicPeriod"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747701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01_Title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2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127187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3508374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4447936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CHUẨN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947125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2_Standard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6553698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286862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601710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80999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631001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02_Standard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4998215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E9201-BB7C-7361-D15B-554D97FD494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643877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F2D223-6151-F61A-0F95-44A484E45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0"/>
            <a:ext cx="10972800" cy="6096000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578480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F2D223-6151-F61A-0F95-44A484E45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096000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15321983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02_Standard Slide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260759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3_Progr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PROGRAM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90381629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3_Program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>
              <a:defRPr sz="28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8752364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rogram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286862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 marL="971550" indent="-514350">
              <a:buFont typeface="+mj-lt"/>
              <a:buAutoNum type="arabicPeriod"/>
              <a:defRPr sz="280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371600" indent="-457200">
              <a:buFont typeface="+mj-lt"/>
              <a:buAutoNum type="arabicPeriod"/>
              <a:defRPr sz="2400"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828800" indent="-457200">
              <a:buFont typeface="+mj-lt"/>
              <a:buAutoNum type="arabicPeriod"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276024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rogram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80999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 marL="971550" indent="-514350">
              <a:buFont typeface="+mj-lt"/>
              <a:buAutoNum type="arabicPeriod"/>
              <a:defRPr sz="280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371600" indent="-457200">
              <a:buFont typeface="+mj-lt"/>
              <a:buAutoNum type="arabicPeriod"/>
              <a:defRPr sz="2400"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828800" indent="-457200">
              <a:buFont typeface="+mj-lt"/>
              <a:buAutoNum type="arabicPeriod"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0BF5967-6241-0E40-D844-CD2FB96F118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512989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4_Slide Up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HAI PHẦN TRÊN DƯỚI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4379166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3527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4953001"/>
            <a:ext cx="10972800" cy="117249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toa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570494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51459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4114801"/>
            <a:ext cx="10972800" cy="201069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toa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9190481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1371597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09600" y="2971801"/>
            <a:ext cx="10972800" cy="3153696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+"/>
              <a:tabLst/>
              <a:defRPr/>
            </a:pPr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415433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5_Slide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HAI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1238762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0254237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A5C2EBD-EF57-4343-AF38-1F0DEC4C0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AC06C03-737D-475A-93EF-E21A1FC9A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93367181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A5C2EBD-EF57-4343-AF38-1F0DEC4C0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AC06C03-737D-475A-93EF-E21A1FC9A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8716980-92B1-EFAB-E559-9C67E7C615B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755685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6553200" cy="45259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0"/>
            <a:ext cx="4419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4642175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6553200" cy="4286864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1"/>
            <a:ext cx="4419600" cy="42868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7B267FE-1A4A-FC5A-B1BF-212E21F3C20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9912957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6553200" cy="3810000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1"/>
            <a:ext cx="4419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C8D0DD-B54D-81D5-B7D4-10338B1E328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2304489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45259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2547086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42868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4286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1A5BA2-D508-AFA2-E487-FE996D715498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0895333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3809999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38099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108584-BFF3-2406-377A-3236D4DB99A3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5069774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94170472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640B4C-4BB4-59DC-6FB5-BE2BEAB17DC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15824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9277816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01540FF-506E-C951-CCC4-F2846A5D1DE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161288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4517489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9894408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9BE0C1-77A6-4A1D-2879-D18D2A15649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887064"/>
            <a:ext cx="121920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4376779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7836774-98E2-8399-1A89-B989AAE076F4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410200"/>
            <a:ext cx="1222248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8600537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05_Slide Two Column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3858627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05_Slide Two Column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998632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24388919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0972800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46338631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1582400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696371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2114" y="1535113"/>
            <a:ext cx="12194114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-2114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55509956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05_Slide Two Column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2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16488560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6_Slide Three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BA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76098984"/>
      </p:ext>
    </p:extLst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2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CB7F62-31CE-479A-B75D-E680BBC2787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229600" y="16002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AFCEF9-0FFB-4670-A771-DA310A1C55B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114800" y="16002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3865494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2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887064"/>
            <a:ext cx="121920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CB7F62-31CE-479A-B75D-E680BBC2787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229600" y="1600200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AFCEF9-0FFB-4670-A771-DA310A1C55B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114800" y="1600200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70198783"/>
      </p:ext>
    </p:extLst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7_Slide Four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BỐN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94009430"/>
      </p:ext>
    </p:extLst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586163-080C-4D92-9FF5-83B9A124C31B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0988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0879BDB-29CC-404E-9DCA-E89C7B9070D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103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494B703-5983-4A4F-B197-D2C64EAA9F6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3472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06970055"/>
      </p:ext>
    </p:extLst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8_Slide Four P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BỐN PHẦN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52302994"/>
      </p:ext>
    </p:extLst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EA549A-C581-4C37-B257-ACE55CAD4DF6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0" y="3886200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0016720-4FC2-4205-9886-7838EB04433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97600" y="1608826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E828636-495F-44E0-8340-BCE2B3F4716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97600" y="3894825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01676564"/>
      </p:ext>
    </p:extLst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80772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63000" y="1600201"/>
            <a:ext cx="28194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4A1A4A6-69C0-4EC3-B5CC-CC08837714D4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09600" y="2680855"/>
            <a:ext cx="80772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3E39D719-3B3B-4F96-BE3F-4E767D23D3D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763000" y="2680855"/>
            <a:ext cx="28194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7791AFD-E53B-48D7-8A3C-24F9B931493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9600" y="3733801"/>
            <a:ext cx="80772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7784060D-E07A-4765-948A-FC9071F8DDC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763000" y="3733801"/>
            <a:ext cx="28194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A67EFF06-2483-4600-B6B9-3D1CE50220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09600" y="4814455"/>
            <a:ext cx="80772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22FA758-800C-4200-9C64-1F16B8C51CA7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763000" y="4814455"/>
            <a:ext cx="28194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09676352"/>
      </p:ext>
    </p:extLst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9_Flow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LƯU ĐỒ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82140233"/>
      </p:ext>
    </p:extLst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66801"/>
            <a:ext cx="59944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B49A9FAE-4758-4C46-8541-F381798C5CD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97600" y="0"/>
            <a:ext cx="5994400" cy="914401"/>
          </a:xfrm>
          <a:solidFill>
            <a:srgbClr val="00B0F0"/>
          </a:solidFill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91959533"/>
      </p:ext>
    </p:extLst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4854" y="1066801"/>
            <a:ext cx="30226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B49A9FAE-4758-4C46-8541-F381798C5CD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14854" y="0"/>
            <a:ext cx="6077146" cy="914401"/>
          </a:xfrm>
          <a:solidFill>
            <a:srgbClr val="00B0F0"/>
          </a:solidFill>
        </p:spPr>
        <p:txBody>
          <a:bodyPr/>
          <a:lstStyle>
            <a:lvl1pPr marL="0" indent="0"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vi-VN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1B544BE-4259-4202-9EEF-29A5F771B6E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9157118" y="1066800"/>
            <a:ext cx="30226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38711408"/>
      </p:ext>
    </p:extLst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994400" cy="5211764"/>
          </a:xfrm>
          <a:solidFill>
            <a:schemeClr val="bg1"/>
          </a:solidFill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01840984"/>
      </p:ext>
    </p:extLst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173" y="0"/>
            <a:ext cx="5994400" cy="6096000"/>
          </a:xfrm>
          <a:solidFill>
            <a:schemeClr val="bg1"/>
          </a:solidFill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34309164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theme" Target="../theme/theme1.xml"/><Relationship Id="rId60" Type="http://schemas.openxmlformats.org/officeDocument/2006/relationships/image" Target="../media/image1.png"/><Relationship Id="rId61" Type="http://schemas.openxmlformats.org/officeDocument/2006/relationships/image" Target="../media/image2.png"/><Relationship Id="rId6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0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1379200" y="6324600"/>
            <a:ext cx="81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A916C17-A3B0-4CE4-88CA-9129F443D2C0}" type="slidenum">
              <a:rPr lang="en-US" smtClean="0"/>
              <a:pPr algn="ctr"/>
              <a:t>‹#›</a:t>
            </a:fld>
            <a:endParaRPr lang="en-US"/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B82A81E1-3619-4A2C-AB88-C7D0762594CD}"/>
              </a:ext>
            </a:extLst>
          </p:cNvPr>
          <p:cNvPicPr>
            <a:picLocks noChangeAspect="1"/>
          </p:cNvPicPr>
          <p:nvPr userDrawn="1"/>
        </p:nvPicPr>
        <p:blipFill>
          <a:blip r:embed="rId6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103160"/>
            <a:ext cx="1375575" cy="567426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0B594A5E-2439-4755-BAA8-30F12FADD3C7}"/>
              </a:ext>
            </a:extLst>
          </p:cNvPr>
          <p:cNvPicPr>
            <a:picLocks noChangeAspect="1"/>
          </p:cNvPicPr>
          <p:nvPr userDrawn="1"/>
        </p:nvPicPr>
        <p:blipFill>
          <a:blip r:embed="rId6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908" y="70999"/>
            <a:ext cx="843402" cy="84340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649" r:id="rId3"/>
    <p:sldLayoutId id="2147483720" r:id="rId4"/>
    <p:sldLayoutId id="2147483652" r:id="rId5"/>
    <p:sldLayoutId id="2147483750" r:id="rId6"/>
    <p:sldLayoutId id="2147483718" r:id="rId7"/>
    <p:sldLayoutId id="2147483650" r:id="rId8"/>
    <p:sldLayoutId id="2147483721" r:id="rId9"/>
    <p:sldLayoutId id="2147483723" r:id="rId10"/>
    <p:sldLayoutId id="2147483716" r:id="rId11"/>
    <p:sldLayoutId id="2147483722" r:id="rId12"/>
    <p:sldLayoutId id="2147483748" r:id="rId13"/>
    <p:sldLayoutId id="2147483749" r:id="rId14"/>
    <p:sldLayoutId id="2147483717" r:id="rId15"/>
    <p:sldLayoutId id="2147483719" r:id="rId16"/>
    <p:sldLayoutId id="2147483725" r:id="rId17"/>
    <p:sldLayoutId id="2147483726" r:id="rId18"/>
    <p:sldLayoutId id="2147483727" r:id="rId19"/>
    <p:sldLayoutId id="2147483724" r:id="rId20"/>
    <p:sldLayoutId id="2147483651" r:id="rId21"/>
    <p:sldLayoutId id="2147483712" r:id="rId22"/>
    <p:sldLayoutId id="2147483713" r:id="rId23"/>
    <p:sldLayoutId id="2147483728" r:id="rId24"/>
    <p:sldLayoutId id="2147483707" r:id="rId25"/>
    <p:sldLayoutId id="2147483709" r:id="rId26"/>
    <p:sldLayoutId id="2147483730" r:id="rId27"/>
    <p:sldLayoutId id="2147483700" r:id="rId28"/>
    <p:sldLayoutId id="2147483731" r:id="rId29"/>
    <p:sldLayoutId id="2147483732" r:id="rId30"/>
    <p:sldLayoutId id="2147483689" r:id="rId31"/>
    <p:sldLayoutId id="2147483733" r:id="rId32"/>
    <p:sldLayoutId id="2147483734" r:id="rId33"/>
    <p:sldLayoutId id="2147483679" r:id="rId34"/>
    <p:sldLayoutId id="2147483735" r:id="rId35"/>
    <p:sldLayoutId id="2147483736" r:id="rId36"/>
    <p:sldLayoutId id="2147483684" r:id="rId37"/>
    <p:sldLayoutId id="2147483737" r:id="rId38"/>
    <p:sldLayoutId id="2147483738" r:id="rId39"/>
    <p:sldLayoutId id="2147483741" r:id="rId40"/>
    <p:sldLayoutId id="2147483742" r:id="rId41"/>
    <p:sldLayoutId id="2147483743" r:id="rId42"/>
    <p:sldLayoutId id="2147483744" r:id="rId43"/>
    <p:sldLayoutId id="2147483745" r:id="rId44"/>
    <p:sldLayoutId id="2147483747" r:id="rId45"/>
    <p:sldLayoutId id="2147483729" r:id="rId46"/>
    <p:sldLayoutId id="2147483686" r:id="rId47"/>
    <p:sldLayoutId id="2147483711" r:id="rId48"/>
    <p:sldLayoutId id="2147483739" r:id="rId49"/>
    <p:sldLayoutId id="2147483688" r:id="rId50"/>
    <p:sldLayoutId id="2147483740" r:id="rId51"/>
    <p:sldLayoutId id="2147483694" r:id="rId52"/>
    <p:sldLayoutId id="2147483687" r:id="rId53"/>
    <p:sldLayoutId id="2147483746" r:id="rId54"/>
    <p:sldLayoutId id="2147483701" r:id="rId55"/>
    <p:sldLayoutId id="2147483702" r:id="rId56"/>
    <p:sldLayoutId id="2147483703" r:id="rId57"/>
    <p:sldLayoutId id="2147483704" r:id="rId58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─"/>
        <a:defRPr sz="2800">
          <a:solidFill>
            <a:srgbClr val="0066FF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+"/>
        <a:defRPr sz="2800">
          <a:solidFill>
            <a:srgbClr val="0066FF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rgbClr val="0066FF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www.superdatascience.com/pages/machine-learning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6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E3612-16D3-622A-7FFF-F636EC5E52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/>
              <a:t>K NEAREST NEIGHBORS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9D9C513-AD71-9FA8-DCD3-EF6738328A0A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KS. Quan Chí Khánh An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Lê Ngọc Huy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CN. Bùi Cao Doanh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CN. Nguyễn Trọng Thuận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KS. Phan Vĩnh Long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Nguyễn Cường Phát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ThS. Nguyễn Hoàng Ngân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Hồ Thái Ngọc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ThS. Đỗ Văn Tiến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475D-F6A4-3080-6B47-C6E6C22C81F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/>
              <a:t>Nguyễn Hoàng Yến Như</a:t>
            </a:r>
          </a:p>
          <a:p>
            <a:r>
              <a:rPr lang="en-US">
                <a:solidFill>
                  <a:srgbClr val="FF0000"/>
                </a:solidFill>
              </a:rPr>
              <a:t>Nguyễn Trần Phúc Nghi</a:t>
            </a:r>
          </a:p>
          <a:p>
            <a:r>
              <a:rPr lang="en-US"/>
              <a:t>Nguyễn Trần Phúc An</a:t>
            </a:r>
          </a:p>
          <a:p>
            <a:r>
              <a:rPr lang="en-US">
                <a:solidFill>
                  <a:srgbClr val="FF0000"/>
                </a:solidFill>
              </a:rPr>
              <a:t>Nguyễn Đức Anh Phúc</a:t>
            </a:r>
          </a:p>
          <a:p>
            <a:r>
              <a:rPr lang="en-US"/>
              <a:t>Trịnh Thị Thanh Trúc</a:t>
            </a:r>
          </a:p>
          <a:p>
            <a:r>
              <a:rPr lang="en-US"/>
              <a:t>KS. Cao Bá Kiệt</a:t>
            </a:r>
          </a:p>
          <a:p>
            <a:endParaRPr lang="en-US">
              <a:solidFill>
                <a:srgbClr val="FF0000"/>
              </a:solidFill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D686E-4114-4A0E-1FEE-7584196A67B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/>
              <a:t>ThS. Nguyễn Hoàn Mỹ</a:t>
            </a:r>
          </a:p>
          <a:p>
            <a:r>
              <a:rPr lang="en-US">
                <a:solidFill>
                  <a:srgbClr val="FF0000"/>
                </a:solidFill>
              </a:rPr>
              <a:t>ThS. Dương Phi Long</a:t>
            </a:r>
          </a:p>
          <a:p>
            <a:r>
              <a:rPr lang="en-US"/>
              <a:t>ThS. Trương Quốc Dũng </a:t>
            </a:r>
          </a:p>
          <a:p>
            <a:r>
              <a:rPr lang="en-US">
                <a:solidFill>
                  <a:srgbClr val="FF0000"/>
                </a:solidFill>
              </a:rPr>
              <a:t>ThS. Nguyễn Thành Hiệp</a:t>
            </a:r>
          </a:p>
          <a:p>
            <a:r>
              <a:rPr lang="en-US"/>
              <a:t>ThS. Nguyễn Võ Đăng Khoa</a:t>
            </a:r>
          </a:p>
          <a:p>
            <a:r>
              <a:rPr lang="en-US">
                <a:solidFill>
                  <a:srgbClr val="FF0000"/>
                </a:solidFill>
              </a:rPr>
              <a:t>ThS. Võ Duy Nguyên</a:t>
            </a:r>
          </a:p>
          <a:p>
            <a:r>
              <a:rPr lang="en-US"/>
              <a:t>TS. Nguyễn Văn Tâm</a:t>
            </a:r>
          </a:p>
          <a:p>
            <a:r>
              <a:rPr lang="en-US">
                <a:solidFill>
                  <a:srgbClr val="FF0000"/>
                </a:solidFill>
              </a:rPr>
              <a:t>ThS. Trần Việt Thu Phương</a:t>
            </a:r>
          </a:p>
          <a:p>
            <a:r>
              <a:rPr lang="en-US"/>
              <a:t>TS. Nguyễn Tấn Trần Minh Khang</a:t>
            </a:r>
            <a:endParaRPr lang="en-US" sz="700"/>
          </a:p>
        </p:txBody>
      </p:sp>
    </p:spTree>
    <p:extLst>
      <p:ext uri="{BB962C8B-B14F-4D97-AF65-F5344CB8AC3E}">
        <p14:creationId xmlns:p14="http://schemas.microsoft.com/office/powerpoint/2010/main" val="265234868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AC38F1-05FE-4947-B6CF-EFF29175E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Nearest Neighbor Classifier</a:t>
            </a:r>
            <a:endParaRPr lang="en-US" sz="360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61CAA6-74BD-4E06-B103-4E900CC4D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64207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F7AE8C-7FFD-401B-B017-D9AAFE652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Nearest Neighbor Classifier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E3A0EE-803E-43D2-A4E5-BB20414F0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sz="2400">
                <a:highlight>
                  <a:srgbClr val="FFFF00"/>
                </a:highlight>
              </a:rPr>
              <a:t>Assign label of nearest training data point to each test data point.</a:t>
            </a:r>
          </a:p>
          <a:p>
            <a:endParaRPr lang="en-US" sz="2400"/>
          </a:p>
        </p:txBody>
      </p:sp>
      <p:pic>
        <p:nvPicPr>
          <p:cNvPr id="1026" name="Picture 2" descr="k-Nearest-Neighbor Classifier From Scratch in Python | by Yassine Hamdaoui  | Towards Data Science">
            <a:extLst>
              <a:ext uri="{FF2B5EF4-FFF2-40B4-BE49-F238E27FC236}">
                <a16:creationId xmlns:a16="http://schemas.microsoft.com/office/drawing/2014/main" id="{81D43ADA-D234-437C-9B43-CA2FB86AD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567771"/>
            <a:ext cx="4743450" cy="3539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03714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81FA2-7AB8-47DB-8D36-EC63AFCE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Nearest Neighbor Classifier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A79E3-436D-42A4-BC39-A9D5955D3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altLang="en-US" sz="3600">
              <a:solidFill>
                <a:srgbClr val="0000FF"/>
              </a:solidFill>
            </a:endParaRPr>
          </a:p>
          <a:p>
            <a:pPr marL="0" indent="0" algn="ctr">
              <a:buNone/>
            </a:pPr>
            <a:r>
              <a:rPr lang="en-US" altLang="en-US" sz="4000">
                <a:highlight>
                  <a:srgbClr val="FFFF00"/>
                </a:highlight>
              </a:rPr>
              <a:t>f(</a:t>
            </a:r>
            <a:r>
              <a:rPr lang="en-US" altLang="en-US" sz="4000" b="1">
                <a:highlight>
                  <a:srgbClr val="FFFF00"/>
                </a:highlight>
              </a:rPr>
              <a:t>x</a:t>
            </a:r>
            <a:r>
              <a:rPr lang="en-US" altLang="en-US" sz="4000">
                <a:highlight>
                  <a:srgbClr val="FFFF00"/>
                </a:highlight>
              </a:rPr>
              <a:t>) = label of the training example nearest to </a:t>
            </a:r>
            <a:r>
              <a:rPr lang="en-US" altLang="en-US" sz="4000" b="1">
                <a:highlight>
                  <a:srgbClr val="FFFF00"/>
                </a:highlight>
              </a:rPr>
              <a:t>x</a:t>
            </a:r>
          </a:p>
          <a:p>
            <a:endParaRPr lang="en-US" altLang="en-US" sz="2800" i="1"/>
          </a:p>
          <a:p>
            <a:endParaRPr lang="en-US" altLang="en-US" sz="2800"/>
          </a:p>
          <a:p>
            <a:r>
              <a:rPr lang="en-US" altLang="en-US" sz="3600">
                <a:solidFill>
                  <a:srgbClr val="FF0000"/>
                </a:solidFill>
              </a:rPr>
              <a:t>All we need is a distance function for our inputs.</a:t>
            </a:r>
          </a:p>
          <a:p>
            <a:r>
              <a:rPr lang="en-US" altLang="en-US" sz="3600">
                <a:solidFill>
                  <a:srgbClr val="0066FF"/>
                </a:solidFill>
              </a:rPr>
              <a:t>No training required!</a:t>
            </a:r>
            <a:endParaRPr lang="en-US" sz="360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17665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AC38F1-05FE-4947-B6CF-EFF29175E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EXAMPLE K-NN</a:t>
            </a:r>
            <a:endParaRPr lang="en-US" sz="360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61CAA6-74BD-4E06-B103-4E900CC4D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91801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68B26-0457-45AF-AC18-32B9B4C0F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Nearest Neighbor Classifier</a:t>
            </a:r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6903DD9-67E4-423B-90CE-222E646BB68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523999" y="1748473"/>
            <a:ext cx="1" cy="3875089"/>
          </a:xfrm>
          <a:prstGeom prst="straightConnector1">
            <a:avLst/>
          </a:prstGeom>
          <a:ln w="508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D1A88D-BC7C-48BD-B00E-4ED26A0ECE42}"/>
              </a:ext>
            </a:extLst>
          </p:cNvPr>
          <p:cNvCxnSpPr>
            <a:cxnSpLocks/>
          </p:cNvCxnSpPr>
          <p:nvPr/>
        </p:nvCxnSpPr>
        <p:spPr bwMode="auto">
          <a:xfrm>
            <a:off x="1506955" y="5609910"/>
            <a:ext cx="9430601" cy="0"/>
          </a:xfrm>
          <a:prstGeom prst="straightConnector1">
            <a:avLst/>
          </a:prstGeom>
          <a:ln w="508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D3B9DDE-8F3E-4827-973A-8774EE6DA56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083850" y="3211748"/>
            <a:ext cx="592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x</a:t>
            </a:r>
            <a:r>
              <a:rPr lang="en-US" altLang="en-US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936A7B-7B5C-4920-B407-41D33F9B9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3062" y="5549334"/>
            <a:ext cx="4972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x</a:t>
            </a:r>
            <a:r>
              <a:rPr lang="en-US" altLang="en-US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35E7819E-0159-4BEA-A3D1-66BA508DEEE3}"/>
              </a:ext>
            </a:extLst>
          </p:cNvPr>
          <p:cNvSpPr/>
          <p:nvPr/>
        </p:nvSpPr>
        <p:spPr>
          <a:xfrm>
            <a:off x="1981200" y="3505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D9A6A1CB-1DB1-419E-A831-3838F900496F}"/>
              </a:ext>
            </a:extLst>
          </p:cNvPr>
          <p:cNvSpPr/>
          <p:nvPr/>
        </p:nvSpPr>
        <p:spPr>
          <a:xfrm>
            <a:off x="19812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A2C40DEA-056E-4CE1-958E-4AFDBB616AAF}"/>
              </a:ext>
            </a:extLst>
          </p:cNvPr>
          <p:cNvSpPr/>
          <p:nvPr/>
        </p:nvSpPr>
        <p:spPr>
          <a:xfrm>
            <a:off x="3276604" y="4877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7C64C728-AE68-4ECD-8B86-3190FA8E5C8C}"/>
              </a:ext>
            </a:extLst>
          </p:cNvPr>
          <p:cNvSpPr/>
          <p:nvPr/>
        </p:nvSpPr>
        <p:spPr>
          <a:xfrm>
            <a:off x="6781804" y="4115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5A3C291B-5BFB-493D-9E0C-92095640B1EB}"/>
              </a:ext>
            </a:extLst>
          </p:cNvPr>
          <p:cNvSpPr/>
          <p:nvPr/>
        </p:nvSpPr>
        <p:spPr>
          <a:xfrm>
            <a:off x="5867404" y="3962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8FAD5FC5-5D60-4BBD-BE94-66C54DC420DB}"/>
              </a:ext>
            </a:extLst>
          </p:cNvPr>
          <p:cNvSpPr/>
          <p:nvPr/>
        </p:nvSpPr>
        <p:spPr>
          <a:xfrm>
            <a:off x="2590800" y="3581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00B18DBF-4217-4135-A88A-1E27635814DE}"/>
              </a:ext>
            </a:extLst>
          </p:cNvPr>
          <p:cNvSpPr/>
          <p:nvPr/>
        </p:nvSpPr>
        <p:spPr>
          <a:xfrm>
            <a:off x="2743200" y="25908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3AE5CA0D-E3D3-4CCE-8D74-F222173CC65D}"/>
              </a:ext>
            </a:extLst>
          </p:cNvPr>
          <p:cNvSpPr/>
          <p:nvPr/>
        </p:nvSpPr>
        <p:spPr>
          <a:xfrm>
            <a:off x="3581400" y="3886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DE632516-F979-47A5-86AB-7D854277901A}"/>
              </a:ext>
            </a:extLst>
          </p:cNvPr>
          <p:cNvSpPr/>
          <p:nvPr/>
        </p:nvSpPr>
        <p:spPr>
          <a:xfrm>
            <a:off x="2971804" y="3353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D350B48C-17EA-495F-B16D-F946F8DE356F}"/>
              </a:ext>
            </a:extLst>
          </p:cNvPr>
          <p:cNvSpPr/>
          <p:nvPr/>
        </p:nvSpPr>
        <p:spPr>
          <a:xfrm>
            <a:off x="3124200" y="4343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B1E789C4-3C95-4543-865A-1B3F2C443D46}"/>
              </a:ext>
            </a:extLst>
          </p:cNvPr>
          <p:cNvSpPr/>
          <p:nvPr/>
        </p:nvSpPr>
        <p:spPr>
          <a:xfrm>
            <a:off x="7391400" y="4115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8312F251-137E-4C34-B464-9E0CF300DB17}"/>
              </a:ext>
            </a:extLst>
          </p:cNvPr>
          <p:cNvSpPr/>
          <p:nvPr/>
        </p:nvSpPr>
        <p:spPr>
          <a:xfrm>
            <a:off x="3886200" y="3352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F8C8F73F-421E-4978-A8D1-96252D38DD09}"/>
              </a:ext>
            </a:extLst>
          </p:cNvPr>
          <p:cNvSpPr/>
          <p:nvPr/>
        </p:nvSpPr>
        <p:spPr>
          <a:xfrm>
            <a:off x="4038604" y="42672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5079A008-3E7C-4A76-B6EA-1C7C81B85772}"/>
              </a:ext>
            </a:extLst>
          </p:cNvPr>
          <p:cNvSpPr/>
          <p:nvPr/>
        </p:nvSpPr>
        <p:spPr>
          <a:xfrm>
            <a:off x="1905004" y="2971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218CEB28-39FB-4E7F-97D7-5FC48F710ACC}"/>
              </a:ext>
            </a:extLst>
          </p:cNvPr>
          <p:cNvSpPr/>
          <p:nvPr/>
        </p:nvSpPr>
        <p:spPr>
          <a:xfrm>
            <a:off x="4419600" y="2438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owchart: Connector 59">
            <a:extLst>
              <a:ext uri="{FF2B5EF4-FFF2-40B4-BE49-F238E27FC236}">
                <a16:creationId xmlns:a16="http://schemas.microsoft.com/office/drawing/2014/main" id="{589018FA-1118-48D3-9CC2-03E956A08D83}"/>
              </a:ext>
            </a:extLst>
          </p:cNvPr>
          <p:cNvSpPr/>
          <p:nvPr/>
        </p:nvSpPr>
        <p:spPr>
          <a:xfrm>
            <a:off x="5410204" y="44196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094A6CA2-4D4D-4984-ACFC-5AB9AE0DBB93}"/>
              </a:ext>
            </a:extLst>
          </p:cNvPr>
          <p:cNvSpPr/>
          <p:nvPr/>
        </p:nvSpPr>
        <p:spPr>
          <a:xfrm>
            <a:off x="5486404" y="3200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9B432094-5D0D-445E-845D-A9D58D5A77EE}"/>
              </a:ext>
            </a:extLst>
          </p:cNvPr>
          <p:cNvSpPr/>
          <p:nvPr/>
        </p:nvSpPr>
        <p:spPr>
          <a:xfrm>
            <a:off x="6477004" y="25146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81E640E2-8CF1-465E-959D-5EEAE5C0ECF4}"/>
              </a:ext>
            </a:extLst>
          </p:cNvPr>
          <p:cNvSpPr/>
          <p:nvPr/>
        </p:nvSpPr>
        <p:spPr>
          <a:xfrm>
            <a:off x="7696204" y="2819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112F171A-14AE-4D42-9CB1-99D1B33D4F8B}"/>
              </a:ext>
            </a:extLst>
          </p:cNvPr>
          <p:cNvSpPr/>
          <p:nvPr/>
        </p:nvSpPr>
        <p:spPr>
          <a:xfrm>
            <a:off x="7696200" y="3581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lowchart: Connector 69">
            <a:extLst>
              <a:ext uri="{FF2B5EF4-FFF2-40B4-BE49-F238E27FC236}">
                <a16:creationId xmlns:a16="http://schemas.microsoft.com/office/drawing/2014/main" id="{A9FB7943-36DF-4F25-82A1-17C4B00FCA1E}"/>
              </a:ext>
            </a:extLst>
          </p:cNvPr>
          <p:cNvSpPr/>
          <p:nvPr/>
        </p:nvSpPr>
        <p:spPr>
          <a:xfrm>
            <a:off x="8610604" y="3962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lowchart: Connector 71">
            <a:extLst>
              <a:ext uri="{FF2B5EF4-FFF2-40B4-BE49-F238E27FC236}">
                <a16:creationId xmlns:a16="http://schemas.microsoft.com/office/drawing/2014/main" id="{8DDF66C4-1458-4FD0-9F87-13E619D5F4EC}"/>
              </a:ext>
            </a:extLst>
          </p:cNvPr>
          <p:cNvSpPr/>
          <p:nvPr/>
        </p:nvSpPr>
        <p:spPr>
          <a:xfrm>
            <a:off x="8382004" y="45725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lowchart: Connector 73">
            <a:extLst>
              <a:ext uri="{FF2B5EF4-FFF2-40B4-BE49-F238E27FC236}">
                <a16:creationId xmlns:a16="http://schemas.microsoft.com/office/drawing/2014/main" id="{304AB30B-E282-4E0F-883A-6781721426DC}"/>
              </a:ext>
            </a:extLst>
          </p:cNvPr>
          <p:cNvSpPr/>
          <p:nvPr/>
        </p:nvSpPr>
        <p:spPr>
          <a:xfrm>
            <a:off x="62484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lowchart: Connector 75">
            <a:extLst>
              <a:ext uri="{FF2B5EF4-FFF2-40B4-BE49-F238E27FC236}">
                <a16:creationId xmlns:a16="http://schemas.microsoft.com/office/drawing/2014/main" id="{E8898A21-6C01-4133-BAF1-08C982909257}"/>
              </a:ext>
            </a:extLst>
          </p:cNvPr>
          <p:cNvSpPr/>
          <p:nvPr/>
        </p:nvSpPr>
        <p:spPr>
          <a:xfrm>
            <a:off x="4724400" y="3962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lowchart: Connector 77">
            <a:extLst>
              <a:ext uri="{FF2B5EF4-FFF2-40B4-BE49-F238E27FC236}">
                <a16:creationId xmlns:a16="http://schemas.microsoft.com/office/drawing/2014/main" id="{7A9DE4C4-44E4-4C36-9648-9EFEA537D4FE}"/>
              </a:ext>
            </a:extLst>
          </p:cNvPr>
          <p:cNvSpPr/>
          <p:nvPr/>
        </p:nvSpPr>
        <p:spPr>
          <a:xfrm>
            <a:off x="3352804" y="2819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lowchart: Connector 79">
            <a:extLst>
              <a:ext uri="{FF2B5EF4-FFF2-40B4-BE49-F238E27FC236}">
                <a16:creationId xmlns:a16="http://schemas.microsoft.com/office/drawing/2014/main" id="{20C29AD0-5FEE-491B-B244-FD2FE8C9ABFB}"/>
              </a:ext>
            </a:extLst>
          </p:cNvPr>
          <p:cNvSpPr/>
          <p:nvPr/>
        </p:nvSpPr>
        <p:spPr>
          <a:xfrm>
            <a:off x="5181600" y="3962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lowchart: Connector 81">
            <a:extLst>
              <a:ext uri="{FF2B5EF4-FFF2-40B4-BE49-F238E27FC236}">
                <a16:creationId xmlns:a16="http://schemas.microsoft.com/office/drawing/2014/main" id="{ACD86608-F8B2-4270-8A84-9A0D416922B3}"/>
              </a:ext>
            </a:extLst>
          </p:cNvPr>
          <p:cNvSpPr/>
          <p:nvPr/>
        </p:nvSpPr>
        <p:spPr>
          <a:xfrm>
            <a:off x="4953000" y="4724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lowchart: Connector 83">
            <a:extLst>
              <a:ext uri="{FF2B5EF4-FFF2-40B4-BE49-F238E27FC236}">
                <a16:creationId xmlns:a16="http://schemas.microsoft.com/office/drawing/2014/main" id="{3DF10E78-6562-44DF-9B56-7C34B445D707}"/>
              </a:ext>
            </a:extLst>
          </p:cNvPr>
          <p:cNvSpPr/>
          <p:nvPr/>
        </p:nvSpPr>
        <p:spPr>
          <a:xfrm>
            <a:off x="5029200" y="2819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lowchart: Connector 85">
            <a:extLst>
              <a:ext uri="{FF2B5EF4-FFF2-40B4-BE49-F238E27FC236}">
                <a16:creationId xmlns:a16="http://schemas.microsoft.com/office/drawing/2014/main" id="{D11EFFCF-59E6-4F72-8DE3-B2518DD77301}"/>
              </a:ext>
            </a:extLst>
          </p:cNvPr>
          <p:cNvSpPr/>
          <p:nvPr/>
        </p:nvSpPr>
        <p:spPr>
          <a:xfrm>
            <a:off x="5486400" y="23622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lowchart: Connector 87">
            <a:extLst>
              <a:ext uri="{FF2B5EF4-FFF2-40B4-BE49-F238E27FC236}">
                <a16:creationId xmlns:a16="http://schemas.microsoft.com/office/drawing/2014/main" id="{5188CEE1-65B8-45A0-B2DB-0C22A02F0608}"/>
              </a:ext>
            </a:extLst>
          </p:cNvPr>
          <p:cNvSpPr/>
          <p:nvPr/>
        </p:nvSpPr>
        <p:spPr>
          <a:xfrm>
            <a:off x="4038600" y="48011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lowchart: Connector 89">
            <a:extLst>
              <a:ext uri="{FF2B5EF4-FFF2-40B4-BE49-F238E27FC236}">
                <a16:creationId xmlns:a16="http://schemas.microsoft.com/office/drawing/2014/main" id="{188A89E6-BEF5-412D-946A-8637BDD9D5FA}"/>
              </a:ext>
            </a:extLst>
          </p:cNvPr>
          <p:cNvSpPr/>
          <p:nvPr/>
        </p:nvSpPr>
        <p:spPr>
          <a:xfrm>
            <a:off x="5867400" y="2785585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lowchart: Connector 91">
            <a:extLst>
              <a:ext uri="{FF2B5EF4-FFF2-40B4-BE49-F238E27FC236}">
                <a16:creationId xmlns:a16="http://schemas.microsoft.com/office/drawing/2014/main" id="{F9F76E5F-C5A2-481E-BE4E-E06A06C7AD37}"/>
              </a:ext>
            </a:extLst>
          </p:cNvPr>
          <p:cNvSpPr/>
          <p:nvPr/>
        </p:nvSpPr>
        <p:spPr>
          <a:xfrm>
            <a:off x="4419604" y="3581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lowchart: Connector 93">
            <a:extLst>
              <a:ext uri="{FF2B5EF4-FFF2-40B4-BE49-F238E27FC236}">
                <a16:creationId xmlns:a16="http://schemas.microsoft.com/office/drawing/2014/main" id="{ED8C178B-9662-476B-9DA8-7ED7BCB6B9DD}"/>
              </a:ext>
            </a:extLst>
          </p:cNvPr>
          <p:cNvSpPr/>
          <p:nvPr/>
        </p:nvSpPr>
        <p:spPr>
          <a:xfrm>
            <a:off x="7239004" y="4724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lowchart: Connector 95">
            <a:extLst>
              <a:ext uri="{FF2B5EF4-FFF2-40B4-BE49-F238E27FC236}">
                <a16:creationId xmlns:a16="http://schemas.microsoft.com/office/drawing/2014/main" id="{9E3290BB-EE5E-4FBD-9F32-367EBC50D4F4}"/>
              </a:ext>
            </a:extLst>
          </p:cNvPr>
          <p:cNvSpPr/>
          <p:nvPr/>
        </p:nvSpPr>
        <p:spPr>
          <a:xfrm>
            <a:off x="7543804" y="3200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lowchart: Connector 97">
            <a:extLst>
              <a:ext uri="{FF2B5EF4-FFF2-40B4-BE49-F238E27FC236}">
                <a16:creationId xmlns:a16="http://schemas.microsoft.com/office/drawing/2014/main" id="{BF992ABD-3DB6-4D73-A564-0DBDE84BD367}"/>
              </a:ext>
            </a:extLst>
          </p:cNvPr>
          <p:cNvSpPr/>
          <p:nvPr/>
        </p:nvSpPr>
        <p:spPr>
          <a:xfrm>
            <a:off x="9525004" y="3886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Flowchart: Connector 99">
            <a:extLst>
              <a:ext uri="{FF2B5EF4-FFF2-40B4-BE49-F238E27FC236}">
                <a16:creationId xmlns:a16="http://schemas.microsoft.com/office/drawing/2014/main" id="{EB3893FF-BB87-4696-AD1E-0BED2444FCE4}"/>
              </a:ext>
            </a:extLst>
          </p:cNvPr>
          <p:cNvSpPr/>
          <p:nvPr/>
        </p:nvSpPr>
        <p:spPr>
          <a:xfrm>
            <a:off x="6705604" y="29718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Flowchart: Connector 101">
            <a:extLst>
              <a:ext uri="{FF2B5EF4-FFF2-40B4-BE49-F238E27FC236}">
                <a16:creationId xmlns:a16="http://schemas.microsoft.com/office/drawing/2014/main" id="{56F505D8-4D60-455F-AE89-3F11D9157D61}"/>
              </a:ext>
            </a:extLst>
          </p:cNvPr>
          <p:cNvSpPr/>
          <p:nvPr/>
        </p:nvSpPr>
        <p:spPr>
          <a:xfrm>
            <a:off x="8915400" y="2819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Flowchart: Connector 103">
            <a:extLst>
              <a:ext uri="{FF2B5EF4-FFF2-40B4-BE49-F238E27FC236}">
                <a16:creationId xmlns:a16="http://schemas.microsoft.com/office/drawing/2014/main" id="{D6B259C9-CD21-4F32-AFC5-B6021FF24B08}"/>
              </a:ext>
            </a:extLst>
          </p:cNvPr>
          <p:cNvSpPr/>
          <p:nvPr/>
        </p:nvSpPr>
        <p:spPr>
          <a:xfrm>
            <a:off x="8458200" y="3353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lowchart: Connector 105">
            <a:extLst>
              <a:ext uri="{FF2B5EF4-FFF2-40B4-BE49-F238E27FC236}">
                <a16:creationId xmlns:a16="http://schemas.microsoft.com/office/drawing/2014/main" id="{1FCFD1B8-9C4D-4E46-A7AB-3A478C970FF2}"/>
              </a:ext>
            </a:extLst>
          </p:cNvPr>
          <p:cNvSpPr/>
          <p:nvPr/>
        </p:nvSpPr>
        <p:spPr>
          <a:xfrm>
            <a:off x="8001000" y="4115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lowchart: Connector 107">
            <a:extLst>
              <a:ext uri="{FF2B5EF4-FFF2-40B4-BE49-F238E27FC236}">
                <a16:creationId xmlns:a16="http://schemas.microsoft.com/office/drawing/2014/main" id="{A9CF796C-CB25-4D85-80A0-EA22675E733E}"/>
              </a:ext>
            </a:extLst>
          </p:cNvPr>
          <p:cNvSpPr/>
          <p:nvPr/>
        </p:nvSpPr>
        <p:spPr>
          <a:xfrm>
            <a:off x="6553200" y="5105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lowchart: Connector 109">
            <a:extLst>
              <a:ext uri="{FF2B5EF4-FFF2-40B4-BE49-F238E27FC236}">
                <a16:creationId xmlns:a16="http://schemas.microsoft.com/office/drawing/2014/main" id="{FD4B0F38-888C-4883-AFEF-7207BBBCBCB6}"/>
              </a:ext>
            </a:extLst>
          </p:cNvPr>
          <p:cNvSpPr/>
          <p:nvPr/>
        </p:nvSpPr>
        <p:spPr>
          <a:xfrm>
            <a:off x="2514600" y="4267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Flowchart: Connector 111">
            <a:extLst>
              <a:ext uri="{FF2B5EF4-FFF2-40B4-BE49-F238E27FC236}">
                <a16:creationId xmlns:a16="http://schemas.microsoft.com/office/drawing/2014/main" id="{BB169269-82B9-4938-8EB7-2506DC89578C}"/>
              </a:ext>
            </a:extLst>
          </p:cNvPr>
          <p:cNvSpPr/>
          <p:nvPr/>
        </p:nvSpPr>
        <p:spPr>
          <a:xfrm>
            <a:off x="6629400" y="338328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Flowchart: Connector 113">
            <a:extLst>
              <a:ext uri="{FF2B5EF4-FFF2-40B4-BE49-F238E27FC236}">
                <a16:creationId xmlns:a16="http://schemas.microsoft.com/office/drawing/2014/main" id="{D35A4DA1-5DBC-4D22-8F41-96402A98A868}"/>
              </a:ext>
            </a:extLst>
          </p:cNvPr>
          <p:cNvSpPr/>
          <p:nvPr/>
        </p:nvSpPr>
        <p:spPr>
          <a:xfrm>
            <a:off x="5181600" y="35052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Flowchart: Connector 125">
            <a:extLst>
              <a:ext uri="{FF2B5EF4-FFF2-40B4-BE49-F238E27FC236}">
                <a16:creationId xmlns:a16="http://schemas.microsoft.com/office/drawing/2014/main" id="{52799D72-FF17-4F69-B573-DB3278FA813C}"/>
              </a:ext>
            </a:extLst>
          </p:cNvPr>
          <p:cNvSpPr/>
          <p:nvPr/>
        </p:nvSpPr>
        <p:spPr>
          <a:xfrm>
            <a:off x="44958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lowchart: Connector 127">
            <a:extLst>
              <a:ext uri="{FF2B5EF4-FFF2-40B4-BE49-F238E27FC236}">
                <a16:creationId xmlns:a16="http://schemas.microsoft.com/office/drawing/2014/main" id="{96102113-E411-4705-98FB-1B3382816067}"/>
              </a:ext>
            </a:extLst>
          </p:cNvPr>
          <p:cNvSpPr/>
          <p:nvPr/>
        </p:nvSpPr>
        <p:spPr>
          <a:xfrm>
            <a:off x="2514600" y="4648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Flowchart: Connector 129">
            <a:extLst>
              <a:ext uri="{FF2B5EF4-FFF2-40B4-BE49-F238E27FC236}">
                <a16:creationId xmlns:a16="http://schemas.microsoft.com/office/drawing/2014/main" id="{23FBBE30-E9BE-4E28-B210-031F513A6177}"/>
              </a:ext>
            </a:extLst>
          </p:cNvPr>
          <p:cNvSpPr/>
          <p:nvPr/>
        </p:nvSpPr>
        <p:spPr>
          <a:xfrm>
            <a:off x="2209800" y="3886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Flowchart: Connector 131">
            <a:extLst>
              <a:ext uri="{FF2B5EF4-FFF2-40B4-BE49-F238E27FC236}">
                <a16:creationId xmlns:a16="http://schemas.microsoft.com/office/drawing/2014/main" id="{1485C9CF-2C07-4D36-8731-AC82313E380D}"/>
              </a:ext>
            </a:extLst>
          </p:cNvPr>
          <p:cNvSpPr/>
          <p:nvPr/>
        </p:nvSpPr>
        <p:spPr>
          <a:xfrm>
            <a:off x="3733800" y="5029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lowchart: Connector 133">
            <a:extLst>
              <a:ext uri="{FF2B5EF4-FFF2-40B4-BE49-F238E27FC236}">
                <a16:creationId xmlns:a16="http://schemas.microsoft.com/office/drawing/2014/main" id="{FE8E16B0-4C9F-4147-8E61-ED34E95FE57F}"/>
              </a:ext>
            </a:extLst>
          </p:cNvPr>
          <p:cNvSpPr/>
          <p:nvPr/>
        </p:nvSpPr>
        <p:spPr>
          <a:xfrm>
            <a:off x="1905000" y="49535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Flowchart: Connector 135">
            <a:extLst>
              <a:ext uri="{FF2B5EF4-FFF2-40B4-BE49-F238E27FC236}">
                <a16:creationId xmlns:a16="http://schemas.microsoft.com/office/drawing/2014/main" id="{FB410D36-5C13-476E-898F-0D8529A94B6F}"/>
              </a:ext>
            </a:extLst>
          </p:cNvPr>
          <p:cNvSpPr/>
          <p:nvPr/>
        </p:nvSpPr>
        <p:spPr>
          <a:xfrm>
            <a:off x="4018280" y="292608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Flowchart: Connector 139">
            <a:extLst>
              <a:ext uri="{FF2B5EF4-FFF2-40B4-BE49-F238E27FC236}">
                <a16:creationId xmlns:a16="http://schemas.microsoft.com/office/drawing/2014/main" id="{F4A028CE-BC61-45B6-A21F-B59EECEF0FCA}"/>
              </a:ext>
            </a:extLst>
          </p:cNvPr>
          <p:cNvSpPr/>
          <p:nvPr/>
        </p:nvSpPr>
        <p:spPr>
          <a:xfrm>
            <a:off x="5562604" y="49535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lowchart: Connector 141">
            <a:extLst>
              <a:ext uri="{FF2B5EF4-FFF2-40B4-BE49-F238E27FC236}">
                <a16:creationId xmlns:a16="http://schemas.microsoft.com/office/drawing/2014/main" id="{A73E63DF-8F7F-4EAB-8B2F-68E066BCE239}"/>
              </a:ext>
            </a:extLst>
          </p:cNvPr>
          <p:cNvSpPr/>
          <p:nvPr/>
        </p:nvSpPr>
        <p:spPr>
          <a:xfrm>
            <a:off x="6172204" y="30480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lowchart: Connector 143">
            <a:extLst>
              <a:ext uri="{FF2B5EF4-FFF2-40B4-BE49-F238E27FC236}">
                <a16:creationId xmlns:a16="http://schemas.microsoft.com/office/drawing/2014/main" id="{CFDC4481-8B2A-4127-AF3F-F11B78884017}"/>
              </a:ext>
            </a:extLst>
          </p:cNvPr>
          <p:cNvSpPr/>
          <p:nvPr/>
        </p:nvSpPr>
        <p:spPr>
          <a:xfrm>
            <a:off x="5943600" y="3505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Flowchart: Connector 145">
            <a:extLst>
              <a:ext uri="{FF2B5EF4-FFF2-40B4-BE49-F238E27FC236}">
                <a16:creationId xmlns:a16="http://schemas.microsoft.com/office/drawing/2014/main" id="{90AAF485-FA37-472B-A7D4-FFE417C86167}"/>
              </a:ext>
            </a:extLst>
          </p:cNvPr>
          <p:cNvSpPr/>
          <p:nvPr/>
        </p:nvSpPr>
        <p:spPr>
          <a:xfrm>
            <a:off x="5867400" y="4495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Flowchart: Connector 147">
            <a:extLst>
              <a:ext uri="{FF2B5EF4-FFF2-40B4-BE49-F238E27FC236}">
                <a16:creationId xmlns:a16="http://schemas.microsoft.com/office/drawing/2014/main" id="{51EBF7CF-FE72-451B-957F-DE609A0F5A28}"/>
              </a:ext>
            </a:extLst>
          </p:cNvPr>
          <p:cNvSpPr/>
          <p:nvPr/>
        </p:nvSpPr>
        <p:spPr>
          <a:xfrm>
            <a:off x="7086604" y="5105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Flowchart: Connector 149">
            <a:extLst>
              <a:ext uri="{FF2B5EF4-FFF2-40B4-BE49-F238E27FC236}">
                <a16:creationId xmlns:a16="http://schemas.microsoft.com/office/drawing/2014/main" id="{BB3493A4-AC3C-45EE-887F-633EE223F664}"/>
              </a:ext>
            </a:extLst>
          </p:cNvPr>
          <p:cNvSpPr/>
          <p:nvPr/>
        </p:nvSpPr>
        <p:spPr>
          <a:xfrm>
            <a:off x="8915404" y="3200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Flowchart: Connector 151">
            <a:extLst>
              <a:ext uri="{FF2B5EF4-FFF2-40B4-BE49-F238E27FC236}">
                <a16:creationId xmlns:a16="http://schemas.microsoft.com/office/drawing/2014/main" id="{D7E051E8-3C75-4159-8E89-A1F634199975}"/>
              </a:ext>
            </a:extLst>
          </p:cNvPr>
          <p:cNvSpPr/>
          <p:nvPr/>
        </p:nvSpPr>
        <p:spPr>
          <a:xfrm>
            <a:off x="9067804" y="3734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Flowchart: Connector 153">
            <a:extLst>
              <a:ext uri="{FF2B5EF4-FFF2-40B4-BE49-F238E27FC236}">
                <a16:creationId xmlns:a16="http://schemas.microsoft.com/office/drawing/2014/main" id="{585AED10-672E-45AA-9FDE-5E12A35F427F}"/>
              </a:ext>
            </a:extLst>
          </p:cNvPr>
          <p:cNvSpPr/>
          <p:nvPr/>
        </p:nvSpPr>
        <p:spPr>
          <a:xfrm>
            <a:off x="9220204" y="4724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Flowchart: Connector 155">
            <a:extLst>
              <a:ext uri="{FF2B5EF4-FFF2-40B4-BE49-F238E27FC236}">
                <a16:creationId xmlns:a16="http://schemas.microsoft.com/office/drawing/2014/main" id="{0EED7D77-78CE-4500-9FBC-16638A7B8049}"/>
              </a:ext>
            </a:extLst>
          </p:cNvPr>
          <p:cNvSpPr/>
          <p:nvPr/>
        </p:nvSpPr>
        <p:spPr>
          <a:xfrm>
            <a:off x="9448804" y="35052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Flowchart: Connector 157">
            <a:extLst>
              <a:ext uri="{FF2B5EF4-FFF2-40B4-BE49-F238E27FC236}">
                <a16:creationId xmlns:a16="http://schemas.microsoft.com/office/drawing/2014/main" id="{1E210A83-0DEA-477E-A13E-66B736B22BDE}"/>
              </a:ext>
            </a:extLst>
          </p:cNvPr>
          <p:cNvSpPr/>
          <p:nvPr/>
        </p:nvSpPr>
        <p:spPr>
          <a:xfrm>
            <a:off x="9601204" y="44201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Flowchart: Connector 159">
            <a:extLst>
              <a:ext uri="{FF2B5EF4-FFF2-40B4-BE49-F238E27FC236}">
                <a16:creationId xmlns:a16="http://schemas.microsoft.com/office/drawing/2014/main" id="{015B9D06-C2D3-446B-85AA-EE769C6D5670}"/>
              </a:ext>
            </a:extLst>
          </p:cNvPr>
          <p:cNvSpPr/>
          <p:nvPr/>
        </p:nvSpPr>
        <p:spPr>
          <a:xfrm>
            <a:off x="9144004" y="44196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C41BFC3F-2BE4-42CD-803E-F8F47615EF38}"/>
              </a:ext>
            </a:extLst>
          </p:cNvPr>
          <p:cNvSpPr/>
          <p:nvPr/>
        </p:nvSpPr>
        <p:spPr>
          <a:xfrm>
            <a:off x="11346534" y="1606219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1569CACA-5ED2-4C5B-A08A-8B77DC5B06E5}"/>
              </a:ext>
            </a:extLst>
          </p:cNvPr>
          <p:cNvSpPr/>
          <p:nvPr/>
        </p:nvSpPr>
        <p:spPr>
          <a:xfrm>
            <a:off x="11353804" y="20116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FC4850-0D36-4775-840F-452658F8F84F}"/>
              </a:ext>
            </a:extLst>
          </p:cNvPr>
          <p:cNvSpPr txBox="1"/>
          <p:nvPr/>
        </p:nvSpPr>
        <p:spPr>
          <a:xfrm>
            <a:off x="9677400" y="144780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0066FF"/>
                </a:solidFill>
              </a:rPr>
              <a:t>Class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0CE5B-AEFB-44AB-BB16-DC44CCBB2214}"/>
              </a:ext>
            </a:extLst>
          </p:cNvPr>
          <p:cNvSpPr txBox="1"/>
          <p:nvPr/>
        </p:nvSpPr>
        <p:spPr>
          <a:xfrm>
            <a:off x="9700550" y="183898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C000"/>
                </a:solidFill>
              </a:rPr>
              <a:t>Class B</a:t>
            </a:r>
          </a:p>
        </p:txBody>
      </p:sp>
    </p:spTree>
    <p:extLst>
      <p:ext uri="{BB962C8B-B14F-4D97-AF65-F5344CB8AC3E}">
        <p14:creationId xmlns:p14="http://schemas.microsoft.com/office/powerpoint/2010/main" val="300099889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68B26-0457-45AF-AC18-32B9B4C0F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Nearest Neighbor Classifier</a:t>
            </a:r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6903DD9-67E4-423B-90CE-222E646BB68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523999" y="1748473"/>
            <a:ext cx="1" cy="3875089"/>
          </a:xfrm>
          <a:prstGeom prst="straightConnector1">
            <a:avLst/>
          </a:prstGeom>
          <a:ln w="508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D1A88D-BC7C-48BD-B00E-4ED26A0ECE42}"/>
              </a:ext>
            </a:extLst>
          </p:cNvPr>
          <p:cNvCxnSpPr>
            <a:cxnSpLocks/>
          </p:cNvCxnSpPr>
          <p:nvPr/>
        </p:nvCxnSpPr>
        <p:spPr bwMode="auto">
          <a:xfrm>
            <a:off x="1506955" y="5609910"/>
            <a:ext cx="9430601" cy="0"/>
          </a:xfrm>
          <a:prstGeom prst="straightConnector1">
            <a:avLst/>
          </a:prstGeom>
          <a:ln w="508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D3B9DDE-8F3E-4827-973A-8774EE6DA56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083850" y="3211748"/>
            <a:ext cx="592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x</a:t>
            </a:r>
            <a:r>
              <a:rPr lang="en-US" altLang="en-US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936A7B-7B5C-4920-B407-41D33F9B9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3062" y="5549334"/>
            <a:ext cx="4972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x</a:t>
            </a:r>
            <a:r>
              <a:rPr lang="en-US" altLang="en-US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35E7819E-0159-4BEA-A3D1-66BA508DEEE3}"/>
              </a:ext>
            </a:extLst>
          </p:cNvPr>
          <p:cNvSpPr/>
          <p:nvPr/>
        </p:nvSpPr>
        <p:spPr>
          <a:xfrm>
            <a:off x="1981200" y="3505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D9A6A1CB-1DB1-419E-A831-3838F900496F}"/>
              </a:ext>
            </a:extLst>
          </p:cNvPr>
          <p:cNvSpPr/>
          <p:nvPr/>
        </p:nvSpPr>
        <p:spPr>
          <a:xfrm>
            <a:off x="19812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9A7466ED-E15F-4666-9AC5-1A2826E04D07}"/>
              </a:ext>
            </a:extLst>
          </p:cNvPr>
          <p:cNvSpPr/>
          <p:nvPr/>
        </p:nvSpPr>
        <p:spPr>
          <a:xfrm>
            <a:off x="3505200" y="3581400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A2C40DEA-056E-4CE1-958E-4AFDBB616AAF}"/>
              </a:ext>
            </a:extLst>
          </p:cNvPr>
          <p:cNvSpPr/>
          <p:nvPr/>
        </p:nvSpPr>
        <p:spPr>
          <a:xfrm>
            <a:off x="3276604" y="4877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7C64C728-AE68-4ECD-8B86-3190FA8E5C8C}"/>
              </a:ext>
            </a:extLst>
          </p:cNvPr>
          <p:cNvSpPr/>
          <p:nvPr/>
        </p:nvSpPr>
        <p:spPr>
          <a:xfrm>
            <a:off x="6781804" y="4115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5A3C291B-5BFB-493D-9E0C-92095640B1EB}"/>
              </a:ext>
            </a:extLst>
          </p:cNvPr>
          <p:cNvSpPr/>
          <p:nvPr/>
        </p:nvSpPr>
        <p:spPr>
          <a:xfrm>
            <a:off x="5867404" y="3962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8FAD5FC5-5D60-4BBD-BE94-66C54DC420DB}"/>
              </a:ext>
            </a:extLst>
          </p:cNvPr>
          <p:cNvSpPr/>
          <p:nvPr/>
        </p:nvSpPr>
        <p:spPr>
          <a:xfrm>
            <a:off x="2590800" y="3581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00B18DBF-4217-4135-A88A-1E27635814DE}"/>
              </a:ext>
            </a:extLst>
          </p:cNvPr>
          <p:cNvSpPr/>
          <p:nvPr/>
        </p:nvSpPr>
        <p:spPr>
          <a:xfrm>
            <a:off x="2743200" y="25908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3AE5CA0D-E3D3-4CCE-8D74-F222173CC65D}"/>
              </a:ext>
            </a:extLst>
          </p:cNvPr>
          <p:cNvSpPr/>
          <p:nvPr/>
        </p:nvSpPr>
        <p:spPr>
          <a:xfrm>
            <a:off x="3581400" y="3886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DE632516-F979-47A5-86AB-7D854277901A}"/>
              </a:ext>
            </a:extLst>
          </p:cNvPr>
          <p:cNvSpPr/>
          <p:nvPr/>
        </p:nvSpPr>
        <p:spPr>
          <a:xfrm>
            <a:off x="2971804" y="3353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D350B48C-17EA-495F-B16D-F946F8DE356F}"/>
              </a:ext>
            </a:extLst>
          </p:cNvPr>
          <p:cNvSpPr/>
          <p:nvPr/>
        </p:nvSpPr>
        <p:spPr>
          <a:xfrm>
            <a:off x="3124200" y="4343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B1E789C4-3C95-4543-865A-1B3F2C443D46}"/>
              </a:ext>
            </a:extLst>
          </p:cNvPr>
          <p:cNvSpPr/>
          <p:nvPr/>
        </p:nvSpPr>
        <p:spPr>
          <a:xfrm>
            <a:off x="7391400" y="4115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8312F251-137E-4C34-B464-9E0CF300DB17}"/>
              </a:ext>
            </a:extLst>
          </p:cNvPr>
          <p:cNvSpPr/>
          <p:nvPr/>
        </p:nvSpPr>
        <p:spPr>
          <a:xfrm>
            <a:off x="3886200" y="3352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F8C8F73F-421E-4978-A8D1-96252D38DD09}"/>
              </a:ext>
            </a:extLst>
          </p:cNvPr>
          <p:cNvSpPr/>
          <p:nvPr/>
        </p:nvSpPr>
        <p:spPr>
          <a:xfrm>
            <a:off x="4038604" y="42672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5079A008-3E7C-4A76-B6EA-1C7C81B85772}"/>
              </a:ext>
            </a:extLst>
          </p:cNvPr>
          <p:cNvSpPr/>
          <p:nvPr/>
        </p:nvSpPr>
        <p:spPr>
          <a:xfrm>
            <a:off x="1905004" y="2971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218CEB28-39FB-4E7F-97D7-5FC48F710ACC}"/>
              </a:ext>
            </a:extLst>
          </p:cNvPr>
          <p:cNvSpPr/>
          <p:nvPr/>
        </p:nvSpPr>
        <p:spPr>
          <a:xfrm>
            <a:off x="4419600" y="2438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owchart: Connector 59">
            <a:extLst>
              <a:ext uri="{FF2B5EF4-FFF2-40B4-BE49-F238E27FC236}">
                <a16:creationId xmlns:a16="http://schemas.microsoft.com/office/drawing/2014/main" id="{589018FA-1118-48D3-9CC2-03E956A08D83}"/>
              </a:ext>
            </a:extLst>
          </p:cNvPr>
          <p:cNvSpPr/>
          <p:nvPr/>
        </p:nvSpPr>
        <p:spPr>
          <a:xfrm>
            <a:off x="5410204" y="44196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094A6CA2-4D4D-4984-ACFC-5AB9AE0DBB93}"/>
              </a:ext>
            </a:extLst>
          </p:cNvPr>
          <p:cNvSpPr/>
          <p:nvPr/>
        </p:nvSpPr>
        <p:spPr>
          <a:xfrm>
            <a:off x="5486404" y="3200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9B432094-5D0D-445E-845D-A9D58D5A77EE}"/>
              </a:ext>
            </a:extLst>
          </p:cNvPr>
          <p:cNvSpPr/>
          <p:nvPr/>
        </p:nvSpPr>
        <p:spPr>
          <a:xfrm>
            <a:off x="6477004" y="25146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81E640E2-8CF1-465E-959D-5EEAE5C0ECF4}"/>
              </a:ext>
            </a:extLst>
          </p:cNvPr>
          <p:cNvSpPr/>
          <p:nvPr/>
        </p:nvSpPr>
        <p:spPr>
          <a:xfrm>
            <a:off x="7696204" y="2819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112F171A-14AE-4D42-9CB1-99D1B33D4F8B}"/>
              </a:ext>
            </a:extLst>
          </p:cNvPr>
          <p:cNvSpPr/>
          <p:nvPr/>
        </p:nvSpPr>
        <p:spPr>
          <a:xfrm>
            <a:off x="7696200" y="3581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lowchart: Connector 69">
            <a:extLst>
              <a:ext uri="{FF2B5EF4-FFF2-40B4-BE49-F238E27FC236}">
                <a16:creationId xmlns:a16="http://schemas.microsoft.com/office/drawing/2014/main" id="{A9FB7943-36DF-4F25-82A1-17C4B00FCA1E}"/>
              </a:ext>
            </a:extLst>
          </p:cNvPr>
          <p:cNvSpPr/>
          <p:nvPr/>
        </p:nvSpPr>
        <p:spPr>
          <a:xfrm>
            <a:off x="8610604" y="3962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lowchart: Connector 71">
            <a:extLst>
              <a:ext uri="{FF2B5EF4-FFF2-40B4-BE49-F238E27FC236}">
                <a16:creationId xmlns:a16="http://schemas.microsoft.com/office/drawing/2014/main" id="{8DDF66C4-1458-4FD0-9F87-13E619D5F4EC}"/>
              </a:ext>
            </a:extLst>
          </p:cNvPr>
          <p:cNvSpPr/>
          <p:nvPr/>
        </p:nvSpPr>
        <p:spPr>
          <a:xfrm>
            <a:off x="8382004" y="45725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lowchart: Connector 73">
            <a:extLst>
              <a:ext uri="{FF2B5EF4-FFF2-40B4-BE49-F238E27FC236}">
                <a16:creationId xmlns:a16="http://schemas.microsoft.com/office/drawing/2014/main" id="{304AB30B-E282-4E0F-883A-6781721426DC}"/>
              </a:ext>
            </a:extLst>
          </p:cNvPr>
          <p:cNvSpPr/>
          <p:nvPr/>
        </p:nvSpPr>
        <p:spPr>
          <a:xfrm>
            <a:off x="62484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lowchart: Connector 75">
            <a:extLst>
              <a:ext uri="{FF2B5EF4-FFF2-40B4-BE49-F238E27FC236}">
                <a16:creationId xmlns:a16="http://schemas.microsoft.com/office/drawing/2014/main" id="{E8898A21-6C01-4133-BAF1-08C982909257}"/>
              </a:ext>
            </a:extLst>
          </p:cNvPr>
          <p:cNvSpPr/>
          <p:nvPr/>
        </p:nvSpPr>
        <p:spPr>
          <a:xfrm>
            <a:off x="4724400" y="3962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lowchart: Connector 77">
            <a:extLst>
              <a:ext uri="{FF2B5EF4-FFF2-40B4-BE49-F238E27FC236}">
                <a16:creationId xmlns:a16="http://schemas.microsoft.com/office/drawing/2014/main" id="{7A9DE4C4-44E4-4C36-9648-9EFEA537D4FE}"/>
              </a:ext>
            </a:extLst>
          </p:cNvPr>
          <p:cNvSpPr/>
          <p:nvPr/>
        </p:nvSpPr>
        <p:spPr>
          <a:xfrm>
            <a:off x="3352804" y="2819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lowchart: Connector 79">
            <a:extLst>
              <a:ext uri="{FF2B5EF4-FFF2-40B4-BE49-F238E27FC236}">
                <a16:creationId xmlns:a16="http://schemas.microsoft.com/office/drawing/2014/main" id="{20C29AD0-5FEE-491B-B244-FD2FE8C9ABFB}"/>
              </a:ext>
            </a:extLst>
          </p:cNvPr>
          <p:cNvSpPr/>
          <p:nvPr/>
        </p:nvSpPr>
        <p:spPr>
          <a:xfrm>
            <a:off x="5181600" y="3962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lowchart: Connector 81">
            <a:extLst>
              <a:ext uri="{FF2B5EF4-FFF2-40B4-BE49-F238E27FC236}">
                <a16:creationId xmlns:a16="http://schemas.microsoft.com/office/drawing/2014/main" id="{ACD86608-F8B2-4270-8A84-9A0D416922B3}"/>
              </a:ext>
            </a:extLst>
          </p:cNvPr>
          <p:cNvSpPr/>
          <p:nvPr/>
        </p:nvSpPr>
        <p:spPr>
          <a:xfrm>
            <a:off x="4953000" y="4724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lowchart: Connector 83">
            <a:extLst>
              <a:ext uri="{FF2B5EF4-FFF2-40B4-BE49-F238E27FC236}">
                <a16:creationId xmlns:a16="http://schemas.microsoft.com/office/drawing/2014/main" id="{3DF10E78-6562-44DF-9B56-7C34B445D707}"/>
              </a:ext>
            </a:extLst>
          </p:cNvPr>
          <p:cNvSpPr/>
          <p:nvPr/>
        </p:nvSpPr>
        <p:spPr>
          <a:xfrm>
            <a:off x="5029200" y="2819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lowchart: Connector 85">
            <a:extLst>
              <a:ext uri="{FF2B5EF4-FFF2-40B4-BE49-F238E27FC236}">
                <a16:creationId xmlns:a16="http://schemas.microsoft.com/office/drawing/2014/main" id="{D11EFFCF-59E6-4F72-8DE3-B2518DD77301}"/>
              </a:ext>
            </a:extLst>
          </p:cNvPr>
          <p:cNvSpPr/>
          <p:nvPr/>
        </p:nvSpPr>
        <p:spPr>
          <a:xfrm>
            <a:off x="5486400" y="23622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lowchart: Connector 87">
            <a:extLst>
              <a:ext uri="{FF2B5EF4-FFF2-40B4-BE49-F238E27FC236}">
                <a16:creationId xmlns:a16="http://schemas.microsoft.com/office/drawing/2014/main" id="{5188CEE1-65B8-45A0-B2DB-0C22A02F0608}"/>
              </a:ext>
            </a:extLst>
          </p:cNvPr>
          <p:cNvSpPr/>
          <p:nvPr/>
        </p:nvSpPr>
        <p:spPr>
          <a:xfrm>
            <a:off x="4038600" y="48011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lowchart: Connector 89">
            <a:extLst>
              <a:ext uri="{FF2B5EF4-FFF2-40B4-BE49-F238E27FC236}">
                <a16:creationId xmlns:a16="http://schemas.microsoft.com/office/drawing/2014/main" id="{188A89E6-BEF5-412D-946A-8637BDD9D5FA}"/>
              </a:ext>
            </a:extLst>
          </p:cNvPr>
          <p:cNvSpPr/>
          <p:nvPr/>
        </p:nvSpPr>
        <p:spPr>
          <a:xfrm>
            <a:off x="5867400" y="2785585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lowchart: Connector 91">
            <a:extLst>
              <a:ext uri="{FF2B5EF4-FFF2-40B4-BE49-F238E27FC236}">
                <a16:creationId xmlns:a16="http://schemas.microsoft.com/office/drawing/2014/main" id="{F9F76E5F-C5A2-481E-BE4E-E06A06C7AD37}"/>
              </a:ext>
            </a:extLst>
          </p:cNvPr>
          <p:cNvSpPr/>
          <p:nvPr/>
        </p:nvSpPr>
        <p:spPr>
          <a:xfrm>
            <a:off x="4419604" y="3581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lowchart: Connector 93">
            <a:extLst>
              <a:ext uri="{FF2B5EF4-FFF2-40B4-BE49-F238E27FC236}">
                <a16:creationId xmlns:a16="http://schemas.microsoft.com/office/drawing/2014/main" id="{ED8C178B-9662-476B-9DA8-7ED7BCB6B9DD}"/>
              </a:ext>
            </a:extLst>
          </p:cNvPr>
          <p:cNvSpPr/>
          <p:nvPr/>
        </p:nvSpPr>
        <p:spPr>
          <a:xfrm>
            <a:off x="7239004" y="4724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lowchart: Connector 95">
            <a:extLst>
              <a:ext uri="{FF2B5EF4-FFF2-40B4-BE49-F238E27FC236}">
                <a16:creationId xmlns:a16="http://schemas.microsoft.com/office/drawing/2014/main" id="{9E3290BB-EE5E-4FBD-9F32-367EBC50D4F4}"/>
              </a:ext>
            </a:extLst>
          </p:cNvPr>
          <p:cNvSpPr/>
          <p:nvPr/>
        </p:nvSpPr>
        <p:spPr>
          <a:xfrm>
            <a:off x="7543804" y="3200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lowchart: Connector 97">
            <a:extLst>
              <a:ext uri="{FF2B5EF4-FFF2-40B4-BE49-F238E27FC236}">
                <a16:creationId xmlns:a16="http://schemas.microsoft.com/office/drawing/2014/main" id="{BF992ABD-3DB6-4D73-A564-0DBDE84BD367}"/>
              </a:ext>
            </a:extLst>
          </p:cNvPr>
          <p:cNvSpPr/>
          <p:nvPr/>
        </p:nvSpPr>
        <p:spPr>
          <a:xfrm>
            <a:off x="9525004" y="3886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Flowchart: Connector 99">
            <a:extLst>
              <a:ext uri="{FF2B5EF4-FFF2-40B4-BE49-F238E27FC236}">
                <a16:creationId xmlns:a16="http://schemas.microsoft.com/office/drawing/2014/main" id="{EB3893FF-BB87-4696-AD1E-0BED2444FCE4}"/>
              </a:ext>
            </a:extLst>
          </p:cNvPr>
          <p:cNvSpPr/>
          <p:nvPr/>
        </p:nvSpPr>
        <p:spPr>
          <a:xfrm>
            <a:off x="6705604" y="29718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Flowchart: Connector 101">
            <a:extLst>
              <a:ext uri="{FF2B5EF4-FFF2-40B4-BE49-F238E27FC236}">
                <a16:creationId xmlns:a16="http://schemas.microsoft.com/office/drawing/2014/main" id="{56F505D8-4D60-455F-AE89-3F11D9157D61}"/>
              </a:ext>
            </a:extLst>
          </p:cNvPr>
          <p:cNvSpPr/>
          <p:nvPr/>
        </p:nvSpPr>
        <p:spPr>
          <a:xfrm>
            <a:off x="8915400" y="2819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Flowchart: Connector 103">
            <a:extLst>
              <a:ext uri="{FF2B5EF4-FFF2-40B4-BE49-F238E27FC236}">
                <a16:creationId xmlns:a16="http://schemas.microsoft.com/office/drawing/2014/main" id="{D6B259C9-CD21-4F32-AFC5-B6021FF24B08}"/>
              </a:ext>
            </a:extLst>
          </p:cNvPr>
          <p:cNvSpPr/>
          <p:nvPr/>
        </p:nvSpPr>
        <p:spPr>
          <a:xfrm>
            <a:off x="8458200" y="3353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lowchart: Connector 105">
            <a:extLst>
              <a:ext uri="{FF2B5EF4-FFF2-40B4-BE49-F238E27FC236}">
                <a16:creationId xmlns:a16="http://schemas.microsoft.com/office/drawing/2014/main" id="{1FCFD1B8-9C4D-4E46-A7AB-3A478C970FF2}"/>
              </a:ext>
            </a:extLst>
          </p:cNvPr>
          <p:cNvSpPr/>
          <p:nvPr/>
        </p:nvSpPr>
        <p:spPr>
          <a:xfrm>
            <a:off x="8001000" y="4115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lowchart: Connector 107">
            <a:extLst>
              <a:ext uri="{FF2B5EF4-FFF2-40B4-BE49-F238E27FC236}">
                <a16:creationId xmlns:a16="http://schemas.microsoft.com/office/drawing/2014/main" id="{A9CF796C-CB25-4D85-80A0-EA22675E733E}"/>
              </a:ext>
            </a:extLst>
          </p:cNvPr>
          <p:cNvSpPr/>
          <p:nvPr/>
        </p:nvSpPr>
        <p:spPr>
          <a:xfrm>
            <a:off x="6553200" y="5105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lowchart: Connector 109">
            <a:extLst>
              <a:ext uri="{FF2B5EF4-FFF2-40B4-BE49-F238E27FC236}">
                <a16:creationId xmlns:a16="http://schemas.microsoft.com/office/drawing/2014/main" id="{FD4B0F38-888C-4883-AFEF-7207BBBCBCB6}"/>
              </a:ext>
            </a:extLst>
          </p:cNvPr>
          <p:cNvSpPr/>
          <p:nvPr/>
        </p:nvSpPr>
        <p:spPr>
          <a:xfrm>
            <a:off x="2514600" y="4267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Flowchart: Connector 111">
            <a:extLst>
              <a:ext uri="{FF2B5EF4-FFF2-40B4-BE49-F238E27FC236}">
                <a16:creationId xmlns:a16="http://schemas.microsoft.com/office/drawing/2014/main" id="{BB169269-82B9-4938-8EB7-2506DC89578C}"/>
              </a:ext>
            </a:extLst>
          </p:cNvPr>
          <p:cNvSpPr/>
          <p:nvPr/>
        </p:nvSpPr>
        <p:spPr>
          <a:xfrm>
            <a:off x="6629400" y="338328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Flowchart: Connector 113">
            <a:extLst>
              <a:ext uri="{FF2B5EF4-FFF2-40B4-BE49-F238E27FC236}">
                <a16:creationId xmlns:a16="http://schemas.microsoft.com/office/drawing/2014/main" id="{D35A4DA1-5DBC-4D22-8F41-96402A98A868}"/>
              </a:ext>
            </a:extLst>
          </p:cNvPr>
          <p:cNvSpPr/>
          <p:nvPr/>
        </p:nvSpPr>
        <p:spPr>
          <a:xfrm>
            <a:off x="5181600" y="35052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Flowchart: Connector 125">
            <a:extLst>
              <a:ext uri="{FF2B5EF4-FFF2-40B4-BE49-F238E27FC236}">
                <a16:creationId xmlns:a16="http://schemas.microsoft.com/office/drawing/2014/main" id="{52799D72-FF17-4F69-B573-DB3278FA813C}"/>
              </a:ext>
            </a:extLst>
          </p:cNvPr>
          <p:cNvSpPr/>
          <p:nvPr/>
        </p:nvSpPr>
        <p:spPr>
          <a:xfrm>
            <a:off x="44958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lowchart: Connector 127">
            <a:extLst>
              <a:ext uri="{FF2B5EF4-FFF2-40B4-BE49-F238E27FC236}">
                <a16:creationId xmlns:a16="http://schemas.microsoft.com/office/drawing/2014/main" id="{96102113-E411-4705-98FB-1B3382816067}"/>
              </a:ext>
            </a:extLst>
          </p:cNvPr>
          <p:cNvSpPr/>
          <p:nvPr/>
        </p:nvSpPr>
        <p:spPr>
          <a:xfrm>
            <a:off x="2514600" y="4648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Flowchart: Connector 129">
            <a:extLst>
              <a:ext uri="{FF2B5EF4-FFF2-40B4-BE49-F238E27FC236}">
                <a16:creationId xmlns:a16="http://schemas.microsoft.com/office/drawing/2014/main" id="{23FBBE30-E9BE-4E28-B210-031F513A6177}"/>
              </a:ext>
            </a:extLst>
          </p:cNvPr>
          <p:cNvSpPr/>
          <p:nvPr/>
        </p:nvSpPr>
        <p:spPr>
          <a:xfrm>
            <a:off x="2209800" y="3886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Flowchart: Connector 131">
            <a:extLst>
              <a:ext uri="{FF2B5EF4-FFF2-40B4-BE49-F238E27FC236}">
                <a16:creationId xmlns:a16="http://schemas.microsoft.com/office/drawing/2014/main" id="{1485C9CF-2C07-4D36-8731-AC82313E380D}"/>
              </a:ext>
            </a:extLst>
          </p:cNvPr>
          <p:cNvSpPr/>
          <p:nvPr/>
        </p:nvSpPr>
        <p:spPr>
          <a:xfrm>
            <a:off x="3733800" y="5029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lowchart: Connector 133">
            <a:extLst>
              <a:ext uri="{FF2B5EF4-FFF2-40B4-BE49-F238E27FC236}">
                <a16:creationId xmlns:a16="http://schemas.microsoft.com/office/drawing/2014/main" id="{FE8E16B0-4C9F-4147-8E61-ED34E95FE57F}"/>
              </a:ext>
            </a:extLst>
          </p:cNvPr>
          <p:cNvSpPr/>
          <p:nvPr/>
        </p:nvSpPr>
        <p:spPr>
          <a:xfrm>
            <a:off x="1905000" y="49535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Flowchart: Connector 135">
            <a:extLst>
              <a:ext uri="{FF2B5EF4-FFF2-40B4-BE49-F238E27FC236}">
                <a16:creationId xmlns:a16="http://schemas.microsoft.com/office/drawing/2014/main" id="{FB410D36-5C13-476E-898F-0D8529A94B6F}"/>
              </a:ext>
            </a:extLst>
          </p:cNvPr>
          <p:cNvSpPr/>
          <p:nvPr/>
        </p:nvSpPr>
        <p:spPr>
          <a:xfrm>
            <a:off x="4018280" y="292608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Flowchart: Connector 139">
            <a:extLst>
              <a:ext uri="{FF2B5EF4-FFF2-40B4-BE49-F238E27FC236}">
                <a16:creationId xmlns:a16="http://schemas.microsoft.com/office/drawing/2014/main" id="{F4A028CE-BC61-45B6-A21F-B59EECEF0FCA}"/>
              </a:ext>
            </a:extLst>
          </p:cNvPr>
          <p:cNvSpPr/>
          <p:nvPr/>
        </p:nvSpPr>
        <p:spPr>
          <a:xfrm>
            <a:off x="5562604" y="49535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lowchart: Connector 141">
            <a:extLst>
              <a:ext uri="{FF2B5EF4-FFF2-40B4-BE49-F238E27FC236}">
                <a16:creationId xmlns:a16="http://schemas.microsoft.com/office/drawing/2014/main" id="{A73E63DF-8F7F-4EAB-8B2F-68E066BCE239}"/>
              </a:ext>
            </a:extLst>
          </p:cNvPr>
          <p:cNvSpPr/>
          <p:nvPr/>
        </p:nvSpPr>
        <p:spPr>
          <a:xfrm>
            <a:off x="6172204" y="30480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lowchart: Connector 143">
            <a:extLst>
              <a:ext uri="{FF2B5EF4-FFF2-40B4-BE49-F238E27FC236}">
                <a16:creationId xmlns:a16="http://schemas.microsoft.com/office/drawing/2014/main" id="{CFDC4481-8B2A-4127-AF3F-F11B78884017}"/>
              </a:ext>
            </a:extLst>
          </p:cNvPr>
          <p:cNvSpPr/>
          <p:nvPr/>
        </p:nvSpPr>
        <p:spPr>
          <a:xfrm>
            <a:off x="5943600" y="3505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Flowchart: Connector 145">
            <a:extLst>
              <a:ext uri="{FF2B5EF4-FFF2-40B4-BE49-F238E27FC236}">
                <a16:creationId xmlns:a16="http://schemas.microsoft.com/office/drawing/2014/main" id="{90AAF485-FA37-472B-A7D4-FFE417C86167}"/>
              </a:ext>
            </a:extLst>
          </p:cNvPr>
          <p:cNvSpPr/>
          <p:nvPr/>
        </p:nvSpPr>
        <p:spPr>
          <a:xfrm>
            <a:off x="5867400" y="4495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Flowchart: Connector 147">
            <a:extLst>
              <a:ext uri="{FF2B5EF4-FFF2-40B4-BE49-F238E27FC236}">
                <a16:creationId xmlns:a16="http://schemas.microsoft.com/office/drawing/2014/main" id="{51EBF7CF-FE72-451B-957F-DE609A0F5A28}"/>
              </a:ext>
            </a:extLst>
          </p:cNvPr>
          <p:cNvSpPr/>
          <p:nvPr/>
        </p:nvSpPr>
        <p:spPr>
          <a:xfrm>
            <a:off x="7086604" y="5105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Flowchart: Connector 149">
            <a:extLst>
              <a:ext uri="{FF2B5EF4-FFF2-40B4-BE49-F238E27FC236}">
                <a16:creationId xmlns:a16="http://schemas.microsoft.com/office/drawing/2014/main" id="{BB3493A4-AC3C-45EE-887F-633EE223F664}"/>
              </a:ext>
            </a:extLst>
          </p:cNvPr>
          <p:cNvSpPr/>
          <p:nvPr/>
        </p:nvSpPr>
        <p:spPr>
          <a:xfrm>
            <a:off x="8915404" y="3200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Flowchart: Connector 151">
            <a:extLst>
              <a:ext uri="{FF2B5EF4-FFF2-40B4-BE49-F238E27FC236}">
                <a16:creationId xmlns:a16="http://schemas.microsoft.com/office/drawing/2014/main" id="{D7E051E8-3C75-4159-8E89-A1F634199975}"/>
              </a:ext>
            </a:extLst>
          </p:cNvPr>
          <p:cNvSpPr/>
          <p:nvPr/>
        </p:nvSpPr>
        <p:spPr>
          <a:xfrm>
            <a:off x="9067804" y="3734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Flowchart: Connector 153">
            <a:extLst>
              <a:ext uri="{FF2B5EF4-FFF2-40B4-BE49-F238E27FC236}">
                <a16:creationId xmlns:a16="http://schemas.microsoft.com/office/drawing/2014/main" id="{585AED10-672E-45AA-9FDE-5E12A35F427F}"/>
              </a:ext>
            </a:extLst>
          </p:cNvPr>
          <p:cNvSpPr/>
          <p:nvPr/>
        </p:nvSpPr>
        <p:spPr>
          <a:xfrm>
            <a:off x="9220204" y="4724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Flowchart: Connector 155">
            <a:extLst>
              <a:ext uri="{FF2B5EF4-FFF2-40B4-BE49-F238E27FC236}">
                <a16:creationId xmlns:a16="http://schemas.microsoft.com/office/drawing/2014/main" id="{0EED7D77-78CE-4500-9FBC-16638A7B8049}"/>
              </a:ext>
            </a:extLst>
          </p:cNvPr>
          <p:cNvSpPr/>
          <p:nvPr/>
        </p:nvSpPr>
        <p:spPr>
          <a:xfrm>
            <a:off x="9448804" y="35052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Flowchart: Connector 157">
            <a:extLst>
              <a:ext uri="{FF2B5EF4-FFF2-40B4-BE49-F238E27FC236}">
                <a16:creationId xmlns:a16="http://schemas.microsoft.com/office/drawing/2014/main" id="{1E210A83-0DEA-477E-A13E-66B736B22BDE}"/>
              </a:ext>
            </a:extLst>
          </p:cNvPr>
          <p:cNvSpPr/>
          <p:nvPr/>
        </p:nvSpPr>
        <p:spPr>
          <a:xfrm>
            <a:off x="9601204" y="44201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Flowchart: Connector 159">
            <a:extLst>
              <a:ext uri="{FF2B5EF4-FFF2-40B4-BE49-F238E27FC236}">
                <a16:creationId xmlns:a16="http://schemas.microsoft.com/office/drawing/2014/main" id="{015B9D06-C2D3-446B-85AA-EE769C6D5670}"/>
              </a:ext>
            </a:extLst>
          </p:cNvPr>
          <p:cNvSpPr/>
          <p:nvPr/>
        </p:nvSpPr>
        <p:spPr>
          <a:xfrm>
            <a:off x="9144004" y="44196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C41BFC3F-2BE4-42CD-803E-F8F47615EF38}"/>
              </a:ext>
            </a:extLst>
          </p:cNvPr>
          <p:cNvSpPr/>
          <p:nvPr/>
        </p:nvSpPr>
        <p:spPr>
          <a:xfrm>
            <a:off x="11346534" y="1606219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1569CACA-5ED2-4C5B-A08A-8B77DC5B06E5}"/>
              </a:ext>
            </a:extLst>
          </p:cNvPr>
          <p:cNvSpPr/>
          <p:nvPr/>
        </p:nvSpPr>
        <p:spPr>
          <a:xfrm>
            <a:off x="11353804" y="20116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FC4850-0D36-4775-840F-452658F8F84F}"/>
              </a:ext>
            </a:extLst>
          </p:cNvPr>
          <p:cNvSpPr txBox="1"/>
          <p:nvPr/>
        </p:nvSpPr>
        <p:spPr>
          <a:xfrm>
            <a:off x="9677400" y="144780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0066FF"/>
                </a:solidFill>
              </a:rPr>
              <a:t>Class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0CE5B-AEFB-44AB-BB16-DC44CCBB2214}"/>
              </a:ext>
            </a:extLst>
          </p:cNvPr>
          <p:cNvSpPr txBox="1"/>
          <p:nvPr/>
        </p:nvSpPr>
        <p:spPr>
          <a:xfrm>
            <a:off x="9700550" y="183898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C000"/>
                </a:solidFill>
              </a:rPr>
              <a:t>Class B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9C2B21C8-17B9-4368-9460-C430D791E49D}"/>
              </a:ext>
            </a:extLst>
          </p:cNvPr>
          <p:cNvSpPr/>
          <p:nvPr/>
        </p:nvSpPr>
        <p:spPr>
          <a:xfrm>
            <a:off x="11347050" y="2438904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5AEEA3-D4C9-4000-8BE8-0F2A665F7626}"/>
              </a:ext>
            </a:extLst>
          </p:cNvPr>
          <p:cNvSpPr txBox="1"/>
          <p:nvPr/>
        </p:nvSpPr>
        <p:spPr>
          <a:xfrm>
            <a:off x="9707300" y="227303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No Label</a:t>
            </a:r>
          </a:p>
        </p:txBody>
      </p:sp>
    </p:spTree>
    <p:extLst>
      <p:ext uri="{BB962C8B-B14F-4D97-AF65-F5344CB8AC3E}">
        <p14:creationId xmlns:p14="http://schemas.microsoft.com/office/powerpoint/2010/main" val="237609258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68B26-0457-45AF-AC18-32B9B4C0F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Nearest Neighbor Classifier</a:t>
            </a:r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6903DD9-67E4-423B-90CE-222E646BB68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523999" y="1748473"/>
            <a:ext cx="1" cy="3875089"/>
          </a:xfrm>
          <a:prstGeom prst="straightConnector1">
            <a:avLst/>
          </a:prstGeom>
          <a:ln w="508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D1A88D-BC7C-48BD-B00E-4ED26A0ECE42}"/>
              </a:ext>
            </a:extLst>
          </p:cNvPr>
          <p:cNvCxnSpPr>
            <a:cxnSpLocks/>
          </p:cNvCxnSpPr>
          <p:nvPr/>
        </p:nvCxnSpPr>
        <p:spPr bwMode="auto">
          <a:xfrm>
            <a:off x="1506955" y="5609910"/>
            <a:ext cx="9430601" cy="0"/>
          </a:xfrm>
          <a:prstGeom prst="straightConnector1">
            <a:avLst/>
          </a:prstGeom>
          <a:ln w="508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D3B9DDE-8F3E-4827-973A-8774EE6DA56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083850" y="3211748"/>
            <a:ext cx="592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x</a:t>
            </a:r>
            <a:r>
              <a:rPr lang="en-US" altLang="en-US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936A7B-7B5C-4920-B407-41D33F9B9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3062" y="5549334"/>
            <a:ext cx="4972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x</a:t>
            </a:r>
            <a:r>
              <a:rPr lang="en-US" altLang="en-US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35E7819E-0159-4BEA-A3D1-66BA508DEEE3}"/>
              </a:ext>
            </a:extLst>
          </p:cNvPr>
          <p:cNvSpPr/>
          <p:nvPr/>
        </p:nvSpPr>
        <p:spPr>
          <a:xfrm>
            <a:off x="1981200" y="3505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D9A6A1CB-1DB1-419E-A831-3838F900496F}"/>
              </a:ext>
            </a:extLst>
          </p:cNvPr>
          <p:cNvSpPr/>
          <p:nvPr/>
        </p:nvSpPr>
        <p:spPr>
          <a:xfrm>
            <a:off x="19812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9A7466ED-E15F-4666-9AC5-1A2826E04D07}"/>
              </a:ext>
            </a:extLst>
          </p:cNvPr>
          <p:cNvSpPr/>
          <p:nvPr/>
        </p:nvSpPr>
        <p:spPr>
          <a:xfrm>
            <a:off x="3505200" y="3581400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A2C40DEA-056E-4CE1-958E-4AFDBB616AAF}"/>
              </a:ext>
            </a:extLst>
          </p:cNvPr>
          <p:cNvSpPr/>
          <p:nvPr/>
        </p:nvSpPr>
        <p:spPr>
          <a:xfrm>
            <a:off x="3276604" y="4877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7C64C728-AE68-4ECD-8B86-3190FA8E5C8C}"/>
              </a:ext>
            </a:extLst>
          </p:cNvPr>
          <p:cNvSpPr/>
          <p:nvPr/>
        </p:nvSpPr>
        <p:spPr>
          <a:xfrm>
            <a:off x="6781804" y="4115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5A3C291B-5BFB-493D-9E0C-92095640B1EB}"/>
              </a:ext>
            </a:extLst>
          </p:cNvPr>
          <p:cNvSpPr/>
          <p:nvPr/>
        </p:nvSpPr>
        <p:spPr>
          <a:xfrm>
            <a:off x="5867404" y="3962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8FAD5FC5-5D60-4BBD-BE94-66C54DC420DB}"/>
              </a:ext>
            </a:extLst>
          </p:cNvPr>
          <p:cNvSpPr/>
          <p:nvPr/>
        </p:nvSpPr>
        <p:spPr>
          <a:xfrm>
            <a:off x="2590800" y="3581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00B18DBF-4217-4135-A88A-1E27635814DE}"/>
              </a:ext>
            </a:extLst>
          </p:cNvPr>
          <p:cNvSpPr/>
          <p:nvPr/>
        </p:nvSpPr>
        <p:spPr>
          <a:xfrm>
            <a:off x="2743200" y="25908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0B3CDC7F-538A-4C90-B844-2EED5518361A}"/>
              </a:ext>
            </a:extLst>
          </p:cNvPr>
          <p:cNvSpPr/>
          <p:nvPr/>
        </p:nvSpPr>
        <p:spPr>
          <a:xfrm>
            <a:off x="7239000" y="3886200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3AE5CA0D-E3D3-4CCE-8D74-F222173CC65D}"/>
              </a:ext>
            </a:extLst>
          </p:cNvPr>
          <p:cNvSpPr/>
          <p:nvPr/>
        </p:nvSpPr>
        <p:spPr>
          <a:xfrm>
            <a:off x="3581400" y="3886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DE632516-F979-47A5-86AB-7D854277901A}"/>
              </a:ext>
            </a:extLst>
          </p:cNvPr>
          <p:cNvSpPr/>
          <p:nvPr/>
        </p:nvSpPr>
        <p:spPr>
          <a:xfrm>
            <a:off x="2971804" y="3353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D350B48C-17EA-495F-B16D-F946F8DE356F}"/>
              </a:ext>
            </a:extLst>
          </p:cNvPr>
          <p:cNvSpPr/>
          <p:nvPr/>
        </p:nvSpPr>
        <p:spPr>
          <a:xfrm>
            <a:off x="3124200" y="4343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B1E789C4-3C95-4543-865A-1B3F2C443D46}"/>
              </a:ext>
            </a:extLst>
          </p:cNvPr>
          <p:cNvSpPr/>
          <p:nvPr/>
        </p:nvSpPr>
        <p:spPr>
          <a:xfrm>
            <a:off x="7391400" y="4115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8312F251-137E-4C34-B464-9E0CF300DB17}"/>
              </a:ext>
            </a:extLst>
          </p:cNvPr>
          <p:cNvSpPr/>
          <p:nvPr/>
        </p:nvSpPr>
        <p:spPr>
          <a:xfrm>
            <a:off x="3886200" y="3352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F8C8F73F-421E-4978-A8D1-96252D38DD09}"/>
              </a:ext>
            </a:extLst>
          </p:cNvPr>
          <p:cNvSpPr/>
          <p:nvPr/>
        </p:nvSpPr>
        <p:spPr>
          <a:xfrm>
            <a:off x="4038604" y="42672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5079A008-3E7C-4A76-B6EA-1C7C81B85772}"/>
              </a:ext>
            </a:extLst>
          </p:cNvPr>
          <p:cNvSpPr/>
          <p:nvPr/>
        </p:nvSpPr>
        <p:spPr>
          <a:xfrm>
            <a:off x="1905004" y="2971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218CEB28-39FB-4E7F-97D7-5FC48F710ACC}"/>
              </a:ext>
            </a:extLst>
          </p:cNvPr>
          <p:cNvSpPr/>
          <p:nvPr/>
        </p:nvSpPr>
        <p:spPr>
          <a:xfrm>
            <a:off x="4419600" y="2438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owchart: Connector 59">
            <a:extLst>
              <a:ext uri="{FF2B5EF4-FFF2-40B4-BE49-F238E27FC236}">
                <a16:creationId xmlns:a16="http://schemas.microsoft.com/office/drawing/2014/main" id="{589018FA-1118-48D3-9CC2-03E956A08D83}"/>
              </a:ext>
            </a:extLst>
          </p:cNvPr>
          <p:cNvSpPr/>
          <p:nvPr/>
        </p:nvSpPr>
        <p:spPr>
          <a:xfrm>
            <a:off x="5410204" y="44196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094A6CA2-4D4D-4984-ACFC-5AB9AE0DBB93}"/>
              </a:ext>
            </a:extLst>
          </p:cNvPr>
          <p:cNvSpPr/>
          <p:nvPr/>
        </p:nvSpPr>
        <p:spPr>
          <a:xfrm>
            <a:off x="5486404" y="3200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9B432094-5D0D-445E-845D-A9D58D5A77EE}"/>
              </a:ext>
            </a:extLst>
          </p:cNvPr>
          <p:cNvSpPr/>
          <p:nvPr/>
        </p:nvSpPr>
        <p:spPr>
          <a:xfrm>
            <a:off x="6477004" y="25146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81E640E2-8CF1-465E-959D-5EEAE5C0ECF4}"/>
              </a:ext>
            </a:extLst>
          </p:cNvPr>
          <p:cNvSpPr/>
          <p:nvPr/>
        </p:nvSpPr>
        <p:spPr>
          <a:xfrm>
            <a:off x="7696204" y="2819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112F171A-14AE-4D42-9CB1-99D1B33D4F8B}"/>
              </a:ext>
            </a:extLst>
          </p:cNvPr>
          <p:cNvSpPr/>
          <p:nvPr/>
        </p:nvSpPr>
        <p:spPr>
          <a:xfrm>
            <a:off x="7696200" y="3581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lowchart: Connector 69">
            <a:extLst>
              <a:ext uri="{FF2B5EF4-FFF2-40B4-BE49-F238E27FC236}">
                <a16:creationId xmlns:a16="http://schemas.microsoft.com/office/drawing/2014/main" id="{A9FB7943-36DF-4F25-82A1-17C4B00FCA1E}"/>
              </a:ext>
            </a:extLst>
          </p:cNvPr>
          <p:cNvSpPr/>
          <p:nvPr/>
        </p:nvSpPr>
        <p:spPr>
          <a:xfrm>
            <a:off x="8610604" y="3962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lowchart: Connector 71">
            <a:extLst>
              <a:ext uri="{FF2B5EF4-FFF2-40B4-BE49-F238E27FC236}">
                <a16:creationId xmlns:a16="http://schemas.microsoft.com/office/drawing/2014/main" id="{8DDF66C4-1458-4FD0-9F87-13E619D5F4EC}"/>
              </a:ext>
            </a:extLst>
          </p:cNvPr>
          <p:cNvSpPr/>
          <p:nvPr/>
        </p:nvSpPr>
        <p:spPr>
          <a:xfrm>
            <a:off x="8382004" y="45725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lowchart: Connector 73">
            <a:extLst>
              <a:ext uri="{FF2B5EF4-FFF2-40B4-BE49-F238E27FC236}">
                <a16:creationId xmlns:a16="http://schemas.microsoft.com/office/drawing/2014/main" id="{304AB30B-E282-4E0F-883A-6781721426DC}"/>
              </a:ext>
            </a:extLst>
          </p:cNvPr>
          <p:cNvSpPr/>
          <p:nvPr/>
        </p:nvSpPr>
        <p:spPr>
          <a:xfrm>
            <a:off x="62484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lowchart: Connector 75">
            <a:extLst>
              <a:ext uri="{FF2B5EF4-FFF2-40B4-BE49-F238E27FC236}">
                <a16:creationId xmlns:a16="http://schemas.microsoft.com/office/drawing/2014/main" id="{E8898A21-6C01-4133-BAF1-08C982909257}"/>
              </a:ext>
            </a:extLst>
          </p:cNvPr>
          <p:cNvSpPr/>
          <p:nvPr/>
        </p:nvSpPr>
        <p:spPr>
          <a:xfrm>
            <a:off x="4724400" y="3962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lowchart: Connector 77">
            <a:extLst>
              <a:ext uri="{FF2B5EF4-FFF2-40B4-BE49-F238E27FC236}">
                <a16:creationId xmlns:a16="http://schemas.microsoft.com/office/drawing/2014/main" id="{7A9DE4C4-44E4-4C36-9648-9EFEA537D4FE}"/>
              </a:ext>
            </a:extLst>
          </p:cNvPr>
          <p:cNvSpPr/>
          <p:nvPr/>
        </p:nvSpPr>
        <p:spPr>
          <a:xfrm>
            <a:off x="3352804" y="2819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lowchart: Connector 79">
            <a:extLst>
              <a:ext uri="{FF2B5EF4-FFF2-40B4-BE49-F238E27FC236}">
                <a16:creationId xmlns:a16="http://schemas.microsoft.com/office/drawing/2014/main" id="{20C29AD0-5FEE-491B-B244-FD2FE8C9ABFB}"/>
              </a:ext>
            </a:extLst>
          </p:cNvPr>
          <p:cNvSpPr/>
          <p:nvPr/>
        </p:nvSpPr>
        <p:spPr>
          <a:xfrm>
            <a:off x="5181600" y="3962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lowchart: Connector 81">
            <a:extLst>
              <a:ext uri="{FF2B5EF4-FFF2-40B4-BE49-F238E27FC236}">
                <a16:creationId xmlns:a16="http://schemas.microsoft.com/office/drawing/2014/main" id="{ACD86608-F8B2-4270-8A84-9A0D416922B3}"/>
              </a:ext>
            </a:extLst>
          </p:cNvPr>
          <p:cNvSpPr/>
          <p:nvPr/>
        </p:nvSpPr>
        <p:spPr>
          <a:xfrm>
            <a:off x="4953000" y="4724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lowchart: Connector 83">
            <a:extLst>
              <a:ext uri="{FF2B5EF4-FFF2-40B4-BE49-F238E27FC236}">
                <a16:creationId xmlns:a16="http://schemas.microsoft.com/office/drawing/2014/main" id="{3DF10E78-6562-44DF-9B56-7C34B445D707}"/>
              </a:ext>
            </a:extLst>
          </p:cNvPr>
          <p:cNvSpPr/>
          <p:nvPr/>
        </p:nvSpPr>
        <p:spPr>
          <a:xfrm>
            <a:off x="5029200" y="2819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lowchart: Connector 85">
            <a:extLst>
              <a:ext uri="{FF2B5EF4-FFF2-40B4-BE49-F238E27FC236}">
                <a16:creationId xmlns:a16="http://schemas.microsoft.com/office/drawing/2014/main" id="{D11EFFCF-59E6-4F72-8DE3-B2518DD77301}"/>
              </a:ext>
            </a:extLst>
          </p:cNvPr>
          <p:cNvSpPr/>
          <p:nvPr/>
        </p:nvSpPr>
        <p:spPr>
          <a:xfrm>
            <a:off x="5486400" y="23622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lowchart: Connector 87">
            <a:extLst>
              <a:ext uri="{FF2B5EF4-FFF2-40B4-BE49-F238E27FC236}">
                <a16:creationId xmlns:a16="http://schemas.microsoft.com/office/drawing/2014/main" id="{5188CEE1-65B8-45A0-B2DB-0C22A02F0608}"/>
              </a:ext>
            </a:extLst>
          </p:cNvPr>
          <p:cNvSpPr/>
          <p:nvPr/>
        </p:nvSpPr>
        <p:spPr>
          <a:xfrm>
            <a:off x="4038600" y="48011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lowchart: Connector 89">
            <a:extLst>
              <a:ext uri="{FF2B5EF4-FFF2-40B4-BE49-F238E27FC236}">
                <a16:creationId xmlns:a16="http://schemas.microsoft.com/office/drawing/2014/main" id="{188A89E6-BEF5-412D-946A-8637BDD9D5FA}"/>
              </a:ext>
            </a:extLst>
          </p:cNvPr>
          <p:cNvSpPr/>
          <p:nvPr/>
        </p:nvSpPr>
        <p:spPr>
          <a:xfrm>
            <a:off x="5867400" y="2785585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lowchart: Connector 91">
            <a:extLst>
              <a:ext uri="{FF2B5EF4-FFF2-40B4-BE49-F238E27FC236}">
                <a16:creationId xmlns:a16="http://schemas.microsoft.com/office/drawing/2014/main" id="{F9F76E5F-C5A2-481E-BE4E-E06A06C7AD37}"/>
              </a:ext>
            </a:extLst>
          </p:cNvPr>
          <p:cNvSpPr/>
          <p:nvPr/>
        </p:nvSpPr>
        <p:spPr>
          <a:xfrm>
            <a:off x="4419604" y="3581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lowchart: Connector 93">
            <a:extLst>
              <a:ext uri="{FF2B5EF4-FFF2-40B4-BE49-F238E27FC236}">
                <a16:creationId xmlns:a16="http://schemas.microsoft.com/office/drawing/2014/main" id="{ED8C178B-9662-476B-9DA8-7ED7BCB6B9DD}"/>
              </a:ext>
            </a:extLst>
          </p:cNvPr>
          <p:cNvSpPr/>
          <p:nvPr/>
        </p:nvSpPr>
        <p:spPr>
          <a:xfrm>
            <a:off x="7239004" y="4724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lowchart: Connector 95">
            <a:extLst>
              <a:ext uri="{FF2B5EF4-FFF2-40B4-BE49-F238E27FC236}">
                <a16:creationId xmlns:a16="http://schemas.microsoft.com/office/drawing/2014/main" id="{9E3290BB-EE5E-4FBD-9F32-367EBC50D4F4}"/>
              </a:ext>
            </a:extLst>
          </p:cNvPr>
          <p:cNvSpPr/>
          <p:nvPr/>
        </p:nvSpPr>
        <p:spPr>
          <a:xfrm>
            <a:off x="7543804" y="3200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lowchart: Connector 97">
            <a:extLst>
              <a:ext uri="{FF2B5EF4-FFF2-40B4-BE49-F238E27FC236}">
                <a16:creationId xmlns:a16="http://schemas.microsoft.com/office/drawing/2014/main" id="{BF992ABD-3DB6-4D73-A564-0DBDE84BD367}"/>
              </a:ext>
            </a:extLst>
          </p:cNvPr>
          <p:cNvSpPr/>
          <p:nvPr/>
        </p:nvSpPr>
        <p:spPr>
          <a:xfrm>
            <a:off x="9525004" y="3886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Flowchart: Connector 99">
            <a:extLst>
              <a:ext uri="{FF2B5EF4-FFF2-40B4-BE49-F238E27FC236}">
                <a16:creationId xmlns:a16="http://schemas.microsoft.com/office/drawing/2014/main" id="{EB3893FF-BB87-4696-AD1E-0BED2444FCE4}"/>
              </a:ext>
            </a:extLst>
          </p:cNvPr>
          <p:cNvSpPr/>
          <p:nvPr/>
        </p:nvSpPr>
        <p:spPr>
          <a:xfrm>
            <a:off x="6705604" y="29718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Flowchart: Connector 101">
            <a:extLst>
              <a:ext uri="{FF2B5EF4-FFF2-40B4-BE49-F238E27FC236}">
                <a16:creationId xmlns:a16="http://schemas.microsoft.com/office/drawing/2014/main" id="{56F505D8-4D60-455F-AE89-3F11D9157D61}"/>
              </a:ext>
            </a:extLst>
          </p:cNvPr>
          <p:cNvSpPr/>
          <p:nvPr/>
        </p:nvSpPr>
        <p:spPr>
          <a:xfrm>
            <a:off x="8915400" y="2819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Flowchart: Connector 103">
            <a:extLst>
              <a:ext uri="{FF2B5EF4-FFF2-40B4-BE49-F238E27FC236}">
                <a16:creationId xmlns:a16="http://schemas.microsoft.com/office/drawing/2014/main" id="{D6B259C9-CD21-4F32-AFC5-B6021FF24B08}"/>
              </a:ext>
            </a:extLst>
          </p:cNvPr>
          <p:cNvSpPr/>
          <p:nvPr/>
        </p:nvSpPr>
        <p:spPr>
          <a:xfrm>
            <a:off x="8458200" y="3353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lowchart: Connector 105">
            <a:extLst>
              <a:ext uri="{FF2B5EF4-FFF2-40B4-BE49-F238E27FC236}">
                <a16:creationId xmlns:a16="http://schemas.microsoft.com/office/drawing/2014/main" id="{1FCFD1B8-9C4D-4E46-A7AB-3A478C970FF2}"/>
              </a:ext>
            </a:extLst>
          </p:cNvPr>
          <p:cNvSpPr/>
          <p:nvPr/>
        </p:nvSpPr>
        <p:spPr>
          <a:xfrm>
            <a:off x="8001000" y="4115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lowchart: Connector 107">
            <a:extLst>
              <a:ext uri="{FF2B5EF4-FFF2-40B4-BE49-F238E27FC236}">
                <a16:creationId xmlns:a16="http://schemas.microsoft.com/office/drawing/2014/main" id="{A9CF796C-CB25-4D85-80A0-EA22675E733E}"/>
              </a:ext>
            </a:extLst>
          </p:cNvPr>
          <p:cNvSpPr/>
          <p:nvPr/>
        </p:nvSpPr>
        <p:spPr>
          <a:xfrm>
            <a:off x="6553200" y="5105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lowchart: Connector 109">
            <a:extLst>
              <a:ext uri="{FF2B5EF4-FFF2-40B4-BE49-F238E27FC236}">
                <a16:creationId xmlns:a16="http://schemas.microsoft.com/office/drawing/2014/main" id="{FD4B0F38-888C-4883-AFEF-7207BBBCBCB6}"/>
              </a:ext>
            </a:extLst>
          </p:cNvPr>
          <p:cNvSpPr/>
          <p:nvPr/>
        </p:nvSpPr>
        <p:spPr>
          <a:xfrm>
            <a:off x="2514600" y="4267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Flowchart: Connector 111">
            <a:extLst>
              <a:ext uri="{FF2B5EF4-FFF2-40B4-BE49-F238E27FC236}">
                <a16:creationId xmlns:a16="http://schemas.microsoft.com/office/drawing/2014/main" id="{BB169269-82B9-4938-8EB7-2506DC89578C}"/>
              </a:ext>
            </a:extLst>
          </p:cNvPr>
          <p:cNvSpPr/>
          <p:nvPr/>
        </p:nvSpPr>
        <p:spPr>
          <a:xfrm>
            <a:off x="6629400" y="338328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Flowchart: Connector 113">
            <a:extLst>
              <a:ext uri="{FF2B5EF4-FFF2-40B4-BE49-F238E27FC236}">
                <a16:creationId xmlns:a16="http://schemas.microsoft.com/office/drawing/2014/main" id="{D35A4DA1-5DBC-4D22-8F41-96402A98A868}"/>
              </a:ext>
            </a:extLst>
          </p:cNvPr>
          <p:cNvSpPr/>
          <p:nvPr/>
        </p:nvSpPr>
        <p:spPr>
          <a:xfrm>
            <a:off x="5181600" y="35052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Flowchart: Connector 125">
            <a:extLst>
              <a:ext uri="{FF2B5EF4-FFF2-40B4-BE49-F238E27FC236}">
                <a16:creationId xmlns:a16="http://schemas.microsoft.com/office/drawing/2014/main" id="{52799D72-FF17-4F69-B573-DB3278FA813C}"/>
              </a:ext>
            </a:extLst>
          </p:cNvPr>
          <p:cNvSpPr/>
          <p:nvPr/>
        </p:nvSpPr>
        <p:spPr>
          <a:xfrm>
            <a:off x="44958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lowchart: Connector 127">
            <a:extLst>
              <a:ext uri="{FF2B5EF4-FFF2-40B4-BE49-F238E27FC236}">
                <a16:creationId xmlns:a16="http://schemas.microsoft.com/office/drawing/2014/main" id="{96102113-E411-4705-98FB-1B3382816067}"/>
              </a:ext>
            </a:extLst>
          </p:cNvPr>
          <p:cNvSpPr/>
          <p:nvPr/>
        </p:nvSpPr>
        <p:spPr>
          <a:xfrm>
            <a:off x="2514600" y="4648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Flowchart: Connector 129">
            <a:extLst>
              <a:ext uri="{FF2B5EF4-FFF2-40B4-BE49-F238E27FC236}">
                <a16:creationId xmlns:a16="http://schemas.microsoft.com/office/drawing/2014/main" id="{23FBBE30-E9BE-4E28-B210-031F513A6177}"/>
              </a:ext>
            </a:extLst>
          </p:cNvPr>
          <p:cNvSpPr/>
          <p:nvPr/>
        </p:nvSpPr>
        <p:spPr>
          <a:xfrm>
            <a:off x="2209800" y="3886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Flowchart: Connector 131">
            <a:extLst>
              <a:ext uri="{FF2B5EF4-FFF2-40B4-BE49-F238E27FC236}">
                <a16:creationId xmlns:a16="http://schemas.microsoft.com/office/drawing/2014/main" id="{1485C9CF-2C07-4D36-8731-AC82313E380D}"/>
              </a:ext>
            </a:extLst>
          </p:cNvPr>
          <p:cNvSpPr/>
          <p:nvPr/>
        </p:nvSpPr>
        <p:spPr>
          <a:xfrm>
            <a:off x="3733800" y="5029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lowchart: Connector 133">
            <a:extLst>
              <a:ext uri="{FF2B5EF4-FFF2-40B4-BE49-F238E27FC236}">
                <a16:creationId xmlns:a16="http://schemas.microsoft.com/office/drawing/2014/main" id="{FE8E16B0-4C9F-4147-8E61-ED34E95FE57F}"/>
              </a:ext>
            </a:extLst>
          </p:cNvPr>
          <p:cNvSpPr/>
          <p:nvPr/>
        </p:nvSpPr>
        <p:spPr>
          <a:xfrm>
            <a:off x="1905000" y="49535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Flowchart: Connector 135">
            <a:extLst>
              <a:ext uri="{FF2B5EF4-FFF2-40B4-BE49-F238E27FC236}">
                <a16:creationId xmlns:a16="http://schemas.microsoft.com/office/drawing/2014/main" id="{FB410D36-5C13-476E-898F-0D8529A94B6F}"/>
              </a:ext>
            </a:extLst>
          </p:cNvPr>
          <p:cNvSpPr/>
          <p:nvPr/>
        </p:nvSpPr>
        <p:spPr>
          <a:xfrm>
            <a:off x="4018280" y="292608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Flowchart: Connector 139">
            <a:extLst>
              <a:ext uri="{FF2B5EF4-FFF2-40B4-BE49-F238E27FC236}">
                <a16:creationId xmlns:a16="http://schemas.microsoft.com/office/drawing/2014/main" id="{F4A028CE-BC61-45B6-A21F-B59EECEF0FCA}"/>
              </a:ext>
            </a:extLst>
          </p:cNvPr>
          <p:cNvSpPr/>
          <p:nvPr/>
        </p:nvSpPr>
        <p:spPr>
          <a:xfrm>
            <a:off x="5562604" y="49535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lowchart: Connector 141">
            <a:extLst>
              <a:ext uri="{FF2B5EF4-FFF2-40B4-BE49-F238E27FC236}">
                <a16:creationId xmlns:a16="http://schemas.microsoft.com/office/drawing/2014/main" id="{A73E63DF-8F7F-4EAB-8B2F-68E066BCE239}"/>
              </a:ext>
            </a:extLst>
          </p:cNvPr>
          <p:cNvSpPr/>
          <p:nvPr/>
        </p:nvSpPr>
        <p:spPr>
          <a:xfrm>
            <a:off x="6172204" y="30480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lowchart: Connector 143">
            <a:extLst>
              <a:ext uri="{FF2B5EF4-FFF2-40B4-BE49-F238E27FC236}">
                <a16:creationId xmlns:a16="http://schemas.microsoft.com/office/drawing/2014/main" id="{CFDC4481-8B2A-4127-AF3F-F11B78884017}"/>
              </a:ext>
            </a:extLst>
          </p:cNvPr>
          <p:cNvSpPr/>
          <p:nvPr/>
        </p:nvSpPr>
        <p:spPr>
          <a:xfrm>
            <a:off x="5943600" y="3505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Flowchart: Connector 145">
            <a:extLst>
              <a:ext uri="{FF2B5EF4-FFF2-40B4-BE49-F238E27FC236}">
                <a16:creationId xmlns:a16="http://schemas.microsoft.com/office/drawing/2014/main" id="{90AAF485-FA37-472B-A7D4-FFE417C86167}"/>
              </a:ext>
            </a:extLst>
          </p:cNvPr>
          <p:cNvSpPr/>
          <p:nvPr/>
        </p:nvSpPr>
        <p:spPr>
          <a:xfrm>
            <a:off x="5867400" y="4495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Flowchart: Connector 147">
            <a:extLst>
              <a:ext uri="{FF2B5EF4-FFF2-40B4-BE49-F238E27FC236}">
                <a16:creationId xmlns:a16="http://schemas.microsoft.com/office/drawing/2014/main" id="{51EBF7CF-FE72-451B-957F-DE609A0F5A28}"/>
              </a:ext>
            </a:extLst>
          </p:cNvPr>
          <p:cNvSpPr/>
          <p:nvPr/>
        </p:nvSpPr>
        <p:spPr>
          <a:xfrm>
            <a:off x="7086604" y="5105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Flowchart: Connector 149">
            <a:extLst>
              <a:ext uri="{FF2B5EF4-FFF2-40B4-BE49-F238E27FC236}">
                <a16:creationId xmlns:a16="http://schemas.microsoft.com/office/drawing/2014/main" id="{BB3493A4-AC3C-45EE-887F-633EE223F664}"/>
              </a:ext>
            </a:extLst>
          </p:cNvPr>
          <p:cNvSpPr/>
          <p:nvPr/>
        </p:nvSpPr>
        <p:spPr>
          <a:xfrm>
            <a:off x="8915404" y="3200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Flowchart: Connector 151">
            <a:extLst>
              <a:ext uri="{FF2B5EF4-FFF2-40B4-BE49-F238E27FC236}">
                <a16:creationId xmlns:a16="http://schemas.microsoft.com/office/drawing/2014/main" id="{D7E051E8-3C75-4159-8E89-A1F634199975}"/>
              </a:ext>
            </a:extLst>
          </p:cNvPr>
          <p:cNvSpPr/>
          <p:nvPr/>
        </p:nvSpPr>
        <p:spPr>
          <a:xfrm>
            <a:off x="9067804" y="3734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Flowchart: Connector 153">
            <a:extLst>
              <a:ext uri="{FF2B5EF4-FFF2-40B4-BE49-F238E27FC236}">
                <a16:creationId xmlns:a16="http://schemas.microsoft.com/office/drawing/2014/main" id="{585AED10-672E-45AA-9FDE-5E12A35F427F}"/>
              </a:ext>
            </a:extLst>
          </p:cNvPr>
          <p:cNvSpPr/>
          <p:nvPr/>
        </p:nvSpPr>
        <p:spPr>
          <a:xfrm>
            <a:off x="9220204" y="4724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Flowchart: Connector 155">
            <a:extLst>
              <a:ext uri="{FF2B5EF4-FFF2-40B4-BE49-F238E27FC236}">
                <a16:creationId xmlns:a16="http://schemas.microsoft.com/office/drawing/2014/main" id="{0EED7D77-78CE-4500-9FBC-16638A7B8049}"/>
              </a:ext>
            </a:extLst>
          </p:cNvPr>
          <p:cNvSpPr/>
          <p:nvPr/>
        </p:nvSpPr>
        <p:spPr>
          <a:xfrm>
            <a:off x="9448804" y="35052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Flowchart: Connector 157">
            <a:extLst>
              <a:ext uri="{FF2B5EF4-FFF2-40B4-BE49-F238E27FC236}">
                <a16:creationId xmlns:a16="http://schemas.microsoft.com/office/drawing/2014/main" id="{1E210A83-0DEA-477E-A13E-66B736B22BDE}"/>
              </a:ext>
            </a:extLst>
          </p:cNvPr>
          <p:cNvSpPr/>
          <p:nvPr/>
        </p:nvSpPr>
        <p:spPr>
          <a:xfrm>
            <a:off x="9601204" y="44201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Flowchart: Connector 159">
            <a:extLst>
              <a:ext uri="{FF2B5EF4-FFF2-40B4-BE49-F238E27FC236}">
                <a16:creationId xmlns:a16="http://schemas.microsoft.com/office/drawing/2014/main" id="{015B9D06-C2D3-446B-85AA-EE769C6D5670}"/>
              </a:ext>
            </a:extLst>
          </p:cNvPr>
          <p:cNvSpPr/>
          <p:nvPr/>
        </p:nvSpPr>
        <p:spPr>
          <a:xfrm>
            <a:off x="9144004" y="44196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C41BFC3F-2BE4-42CD-803E-F8F47615EF38}"/>
              </a:ext>
            </a:extLst>
          </p:cNvPr>
          <p:cNvSpPr/>
          <p:nvPr/>
        </p:nvSpPr>
        <p:spPr>
          <a:xfrm>
            <a:off x="11346534" y="1606219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1569CACA-5ED2-4C5B-A08A-8B77DC5B06E5}"/>
              </a:ext>
            </a:extLst>
          </p:cNvPr>
          <p:cNvSpPr/>
          <p:nvPr/>
        </p:nvSpPr>
        <p:spPr>
          <a:xfrm>
            <a:off x="11353804" y="20116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FC4850-0D36-4775-840F-452658F8F84F}"/>
              </a:ext>
            </a:extLst>
          </p:cNvPr>
          <p:cNvSpPr txBox="1"/>
          <p:nvPr/>
        </p:nvSpPr>
        <p:spPr>
          <a:xfrm>
            <a:off x="9677400" y="144780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0066FF"/>
                </a:solidFill>
              </a:rPr>
              <a:t>Class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0CE5B-AEFB-44AB-BB16-DC44CCBB2214}"/>
              </a:ext>
            </a:extLst>
          </p:cNvPr>
          <p:cNvSpPr txBox="1"/>
          <p:nvPr/>
        </p:nvSpPr>
        <p:spPr>
          <a:xfrm>
            <a:off x="9700550" y="183898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C000"/>
                </a:solidFill>
              </a:rPr>
              <a:t>Class B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9C2B21C8-17B9-4368-9460-C430D791E49D}"/>
              </a:ext>
            </a:extLst>
          </p:cNvPr>
          <p:cNvSpPr/>
          <p:nvPr/>
        </p:nvSpPr>
        <p:spPr>
          <a:xfrm>
            <a:off x="11347050" y="2438904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5AEEA3-D4C9-4000-8BE8-0F2A665F7626}"/>
              </a:ext>
            </a:extLst>
          </p:cNvPr>
          <p:cNvSpPr txBox="1"/>
          <p:nvPr/>
        </p:nvSpPr>
        <p:spPr>
          <a:xfrm>
            <a:off x="9707300" y="227303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No Label</a:t>
            </a:r>
          </a:p>
        </p:txBody>
      </p:sp>
    </p:spTree>
    <p:extLst>
      <p:ext uri="{BB962C8B-B14F-4D97-AF65-F5344CB8AC3E}">
        <p14:creationId xmlns:p14="http://schemas.microsoft.com/office/powerpoint/2010/main" val="281920048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AC38F1-05FE-4947-B6CF-EFF29175E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1 – nearest neighbor</a:t>
            </a:r>
            <a:endParaRPr lang="en-US" sz="360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61CAA6-74BD-4E06-B103-4E900CC4D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47617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68B26-0457-45AF-AC18-32B9B4C0F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1 – Nearest neighbor</a:t>
            </a:r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6903DD9-67E4-423B-90CE-222E646BB68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523999" y="1748473"/>
            <a:ext cx="1" cy="3875089"/>
          </a:xfrm>
          <a:prstGeom prst="straightConnector1">
            <a:avLst/>
          </a:prstGeom>
          <a:ln w="508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D1A88D-BC7C-48BD-B00E-4ED26A0ECE42}"/>
              </a:ext>
            </a:extLst>
          </p:cNvPr>
          <p:cNvCxnSpPr>
            <a:cxnSpLocks/>
          </p:cNvCxnSpPr>
          <p:nvPr/>
        </p:nvCxnSpPr>
        <p:spPr bwMode="auto">
          <a:xfrm>
            <a:off x="1506955" y="5609910"/>
            <a:ext cx="9430601" cy="0"/>
          </a:xfrm>
          <a:prstGeom prst="straightConnector1">
            <a:avLst/>
          </a:prstGeom>
          <a:ln w="508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D3B9DDE-8F3E-4827-973A-8774EE6DA56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083850" y="3211748"/>
            <a:ext cx="592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x</a:t>
            </a:r>
            <a:r>
              <a:rPr lang="en-US" altLang="en-US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936A7B-7B5C-4920-B407-41D33F9B9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3062" y="5549334"/>
            <a:ext cx="4972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x</a:t>
            </a:r>
            <a:r>
              <a:rPr lang="en-US" altLang="en-US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35E7819E-0159-4BEA-A3D1-66BA508DEEE3}"/>
              </a:ext>
            </a:extLst>
          </p:cNvPr>
          <p:cNvSpPr/>
          <p:nvPr/>
        </p:nvSpPr>
        <p:spPr>
          <a:xfrm>
            <a:off x="1981200" y="3505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D9A6A1CB-1DB1-419E-A831-3838F900496F}"/>
              </a:ext>
            </a:extLst>
          </p:cNvPr>
          <p:cNvSpPr/>
          <p:nvPr/>
        </p:nvSpPr>
        <p:spPr>
          <a:xfrm>
            <a:off x="19812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9A7466ED-E15F-4666-9AC5-1A2826E04D07}"/>
              </a:ext>
            </a:extLst>
          </p:cNvPr>
          <p:cNvSpPr/>
          <p:nvPr/>
        </p:nvSpPr>
        <p:spPr>
          <a:xfrm>
            <a:off x="3505200" y="3581400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A2C40DEA-056E-4CE1-958E-4AFDBB616AAF}"/>
              </a:ext>
            </a:extLst>
          </p:cNvPr>
          <p:cNvSpPr/>
          <p:nvPr/>
        </p:nvSpPr>
        <p:spPr>
          <a:xfrm>
            <a:off x="3276604" y="4877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7C64C728-AE68-4ECD-8B86-3190FA8E5C8C}"/>
              </a:ext>
            </a:extLst>
          </p:cNvPr>
          <p:cNvSpPr/>
          <p:nvPr/>
        </p:nvSpPr>
        <p:spPr>
          <a:xfrm>
            <a:off x="6781804" y="4115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5A3C291B-5BFB-493D-9E0C-92095640B1EB}"/>
              </a:ext>
            </a:extLst>
          </p:cNvPr>
          <p:cNvSpPr/>
          <p:nvPr/>
        </p:nvSpPr>
        <p:spPr>
          <a:xfrm>
            <a:off x="5867404" y="3962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8FAD5FC5-5D60-4BBD-BE94-66C54DC420DB}"/>
              </a:ext>
            </a:extLst>
          </p:cNvPr>
          <p:cNvSpPr/>
          <p:nvPr/>
        </p:nvSpPr>
        <p:spPr>
          <a:xfrm>
            <a:off x="2590800" y="3581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00B18DBF-4217-4135-A88A-1E27635814DE}"/>
              </a:ext>
            </a:extLst>
          </p:cNvPr>
          <p:cNvSpPr/>
          <p:nvPr/>
        </p:nvSpPr>
        <p:spPr>
          <a:xfrm>
            <a:off x="2743200" y="25908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0B3CDC7F-538A-4C90-B844-2EED5518361A}"/>
              </a:ext>
            </a:extLst>
          </p:cNvPr>
          <p:cNvSpPr/>
          <p:nvPr/>
        </p:nvSpPr>
        <p:spPr>
          <a:xfrm>
            <a:off x="7239000" y="3886200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3AE5CA0D-E3D3-4CCE-8D74-F222173CC65D}"/>
              </a:ext>
            </a:extLst>
          </p:cNvPr>
          <p:cNvSpPr/>
          <p:nvPr/>
        </p:nvSpPr>
        <p:spPr>
          <a:xfrm>
            <a:off x="3581400" y="3886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DE632516-F979-47A5-86AB-7D854277901A}"/>
              </a:ext>
            </a:extLst>
          </p:cNvPr>
          <p:cNvSpPr/>
          <p:nvPr/>
        </p:nvSpPr>
        <p:spPr>
          <a:xfrm>
            <a:off x="2971804" y="3353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D350B48C-17EA-495F-B16D-F946F8DE356F}"/>
              </a:ext>
            </a:extLst>
          </p:cNvPr>
          <p:cNvSpPr/>
          <p:nvPr/>
        </p:nvSpPr>
        <p:spPr>
          <a:xfrm>
            <a:off x="3124200" y="4343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B1E789C4-3C95-4543-865A-1B3F2C443D46}"/>
              </a:ext>
            </a:extLst>
          </p:cNvPr>
          <p:cNvSpPr/>
          <p:nvPr/>
        </p:nvSpPr>
        <p:spPr>
          <a:xfrm>
            <a:off x="7391400" y="4115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8312F251-137E-4C34-B464-9E0CF300DB17}"/>
              </a:ext>
            </a:extLst>
          </p:cNvPr>
          <p:cNvSpPr/>
          <p:nvPr/>
        </p:nvSpPr>
        <p:spPr>
          <a:xfrm>
            <a:off x="3886200" y="3352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F8C8F73F-421E-4978-A8D1-96252D38DD09}"/>
              </a:ext>
            </a:extLst>
          </p:cNvPr>
          <p:cNvSpPr/>
          <p:nvPr/>
        </p:nvSpPr>
        <p:spPr>
          <a:xfrm>
            <a:off x="4038604" y="42672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5079A008-3E7C-4A76-B6EA-1C7C81B85772}"/>
              </a:ext>
            </a:extLst>
          </p:cNvPr>
          <p:cNvSpPr/>
          <p:nvPr/>
        </p:nvSpPr>
        <p:spPr>
          <a:xfrm>
            <a:off x="1905004" y="2971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218CEB28-39FB-4E7F-97D7-5FC48F710ACC}"/>
              </a:ext>
            </a:extLst>
          </p:cNvPr>
          <p:cNvSpPr/>
          <p:nvPr/>
        </p:nvSpPr>
        <p:spPr>
          <a:xfrm>
            <a:off x="4419600" y="2438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owchart: Connector 59">
            <a:extLst>
              <a:ext uri="{FF2B5EF4-FFF2-40B4-BE49-F238E27FC236}">
                <a16:creationId xmlns:a16="http://schemas.microsoft.com/office/drawing/2014/main" id="{589018FA-1118-48D3-9CC2-03E956A08D83}"/>
              </a:ext>
            </a:extLst>
          </p:cNvPr>
          <p:cNvSpPr/>
          <p:nvPr/>
        </p:nvSpPr>
        <p:spPr>
          <a:xfrm>
            <a:off x="5410204" y="44196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094A6CA2-4D4D-4984-ACFC-5AB9AE0DBB93}"/>
              </a:ext>
            </a:extLst>
          </p:cNvPr>
          <p:cNvSpPr/>
          <p:nvPr/>
        </p:nvSpPr>
        <p:spPr>
          <a:xfrm>
            <a:off x="5486404" y="3200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9B432094-5D0D-445E-845D-A9D58D5A77EE}"/>
              </a:ext>
            </a:extLst>
          </p:cNvPr>
          <p:cNvSpPr/>
          <p:nvPr/>
        </p:nvSpPr>
        <p:spPr>
          <a:xfrm>
            <a:off x="6477004" y="25146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81E640E2-8CF1-465E-959D-5EEAE5C0ECF4}"/>
              </a:ext>
            </a:extLst>
          </p:cNvPr>
          <p:cNvSpPr/>
          <p:nvPr/>
        </p:nvSpPr>
        <p:spPr>
          <a:xfrm>
            <a:off x="7696204" y="2819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112F171A-14AE-4D42-9CB1-99D1B33D4F8B}"/>
              </a:ext>
            </a:extLst>
          </p:cNvPr>
          <p:cNvSpPr/>
          <p:nvPr/>
        </p:nvSpPr>
        <p:spPr>
          <a:xfrm>
            <a:off x="7696200" y="3581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lowchart: Connector 69">
            <a:extLst>
              <a:ext uri="{FF2B5EF4-FFF2-40B4-BE49-F238E27FC236}">
                <a16:creationId xmlns:a16="http://schemas.microsoft.com/office/drawing/2014/main" id="{A9FB7943-36DF-4F25-82A1-17C4B00FCA1E}"/>
              </a:ext>
            </a:extLst>
          </p:cNvPr>
          <p:cNvSpPr/>
          <p:nvPr/>
        </p:nvSpPr>
        <p:spPr>
          <a:xfrm>
            <a:off x="8610604" y="3962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lowchart: Connector 71">
            <a:extLst>
              <a:ext uri="{FF2B5EF4-FFF2-40B4-BE49-F238E27FC236}">
                <a16:creationId xmlns:a16="http://schemas.microsoft.com/office/drawing/2014/main" id="{8DDF66C4-1458-4FD0-9F87-13E619D5F4EC}"/>
              </a:ext>
            </a:extLst>
          </p:cNvPr>
          <p:cNvSpPr/>
          <p:nvPr/>
        </p:nvSpPr>
        <p:spPr>
          <a:xfrm>
            <a:off x="8382004" y="45725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lowchart: Connector 73">
            <a:extLst>
              <a:ext uri="{FF2B5EF4-FFF2-40B4-BE49-F238E27FC236}">
                <a16:creationId xmlns:a16="http://schemas.microsoft.com/office/drawing/2014/main" id="{304AB30B-E282-4E0F-883A-6781721426DC}"/>
              </a:ext>
            </a:extLst>
          </p:cNvPr>
          <p:cNvSpPr/>
          <p:nvPr/>
        </p:nvSpPr>
        <p:spPr>
          <a:xfrm>
            <a:off x="62484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lowchart: Connector 75">
            <a:extLst>
              <a:ext uri="{FF2B5EF4-FFF2-40B4-BE49-F238E27FC236}">
                <a16:creationId xmlns:a16="http://schemas.microsoft.com/office/drawing/2014/main" id="{E8898A21-6C01-4133-BAF1-08C982909257}"/>
              </a:ext>
            </a:extLst>
          </p:cNvPr>
          <p:cNvSpPr/>
          <p:nvPr/>
        </p:nvSpPr>
        <p:spPr>
          <a:xfrm>
            <a:off x="4724400" y="3962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lowchart: Connector 77">
            <a:extLst>
              <a:ext uri="{FF2B5EF4-FFF2-40B4-BE49-F238E27FC236}">
                <a16:creationId xmlns:a16="http://schemas.microsoft.com/office/drawing/2014/main" id="{7A9DE4C4-44E4-4C36-9648-9EFEA537D4FE}"/>
              </a:ext>
            </a:extLst>
          </p:cNvPr>
          <p:cNvSpPr/>
          <p:nvPr/>
        </p:nvSpPr>
        <p:spPr>
          <a:xfrm>
            <a:off x="3352804" y="2819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lowchart: Connector 79">
            <a:extLst>
              <a:ext uri="{FF2B5EF4-FFF2-40B4-BE49-F238E27FC236}">
                <a16:creationId xmlns:a16="http://schemas.microsoft.com/office/drawing/2014/main" id="{20C29AD0-5FEE-491B-B244-FD2FE8C9ABFB}"/>
              </a:ext>
            </a:extLst>
          </p:cNvPr>
          <p:cNvSpPr/>
          <p:nvPr/>
        </p:nvSpPr>
        <p:spPr>
          <a:xfrm>
            <a:off x="5181600" y="3962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lowchart: Connector 81">
            <a:extLst>
              <a:ext uri="{FF2B5EF4-FFF2-40B4-BE49-F238E27FC236}">
                <a16:creationId xmlns:a16="http://schemas.microsoft.com/office/drawing/2014/main" id="{ACD86608-F8B2-4270-8A84-9A0D416922B3}"/>
              </a:ext>
            </a:extLst>
          </p:cNvPr>
          <p:cNvSpPr/>
          <p:nvPr/>
        </p:nvSpPr>
        <p:spPr>
          <a:xfrm>
            <a:off x="4953000" y="4724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lowchart: Connector 83">
            <a:extLst>
              <a:ext uri="{FF2B5EF4-FFF2-40B4-BE49-F238E27FC236}">
                <a16:creationId xmlns:a16="http://schemas.microsoft.com/office/drawing/2014/main" id="{3DF10E78-6562-44DF-9B56-7C34B445D707}"/>
              </a:ext>
            </a:extLst>
          </p:cNvPr>
          <p:cNvSpPr/>
          <p:nvPr/>
        </p:nvSpPr>
        <p:spPr>
          <a:xfrm>
            <a:off x="5029200" y="2819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lowchart: Connector 85">
            <a:extLst>
              <a:ext uri="{FF2B5EF4-FFF2-40B4-BE49-F238E27FC236}">
                <a16:creationId xmlns:a16="http://schemas.microsoft.com/office/drawing/2014/main" id="{D11EFFCF-59E6-4F72-8DE3-B2518DD77301}"/>
              </a:ext>
            </a:extLst>
          </p:cNvPr>
          <p:cNvSpPr/>
          <p:nvPr/>
        </p:nvSpPr>
        <p:spPr>
          <a:xfrm>
            <a:off x="5486400" y="23622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lowchart: Connector 87">
            <a:extLst>
              <a:ext uri="{FF2B5EF4-FFF2-40B4-BE49-F238E27FC236}">
                <a16:creationId xmlns:a16="http://schemas.microsoft.com/office/drawing/2014/main" id="{5188CEE1-65B8-45A0-B2DB-0C22A02F0608}"/>
              </a:ext>
            </a:extLst>
          </p:cNvPr>
          <p:cNvSpPr/>
          <p:nvPr/>
        </p:nvSpPr>
        <p:spPr>
          <a:xfrm>
            <a:off x="4038600" y="48011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lowchart: Connector 89">
            <a:extLst>
              <a:ext uri="{FF2B5EF4-FFF2-40B4-BE49-F238E27FC236}">
                <a16:creationId xmlns:a16="http://schemas.microsoft.com/office/drawing/2014/main" id="{188A89E6-BEF5-412D-946A-8637BDD9D5FA}"/>
              </a:ext>
            </a:extLst>
          </p:cNvPr>
          <p:cNvSpPr/>
          <p:nvPr/>
        </p:nvSpPr>
        <p:spPr>
          <a:xfrm>
            <a:off x="5867400" y="2785585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lowchart: Connector 91">
            <a:extLst>
              <a:ext uri="{FF2B5EF4-FFF2-40B4-BE49-F238E27FC236}">
                <a16:creationId xmlns:a16="http://schemas.microsoft.com/office/drawing/2014/main" id="{F9F76E5F-C5A2-481E-BE4E-E06A06C7AD37}"/>
              </a:ext>
            </a:extLst>
          </p:cNvPr>
          <p:cNvSpPr/>
          <p:nvPr/>
        </p:nvSpPr>
        <p:spPr>
          <a:xfrm>
            <a:off x="4419604" y="3581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lowchart: Connector 93">
            <a:extLst>
              <a:ext uri="{FF2B5EF4-FFF2-40B4-BE49-F238E27FC236}">
                <a16:creationId xmlns:a16="http://schemas.microsoft.com/office/drawing/2014/main" id="{ED8C178B-9662-476B-9DA8-7ED7BCB6B9DD}"/>
              </a:ext>
            </a:extLst>
          </p:cNvPr>
          <p:cNvSpPr/>
          <p:nvPr/>
        </p:nvSpPr>
        <p:spPr>
          <a:xfrm>
            <a:off x="7239004" y="4724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lowchart: Connector 95">
            <a:extLst>
              <a:ext uri="{FF2B5EF4-FFF2-40B4-BE49-F238E27FC236}">
                <a16:creationId xmlns:a16="http://schemas.microsoft.com/office/drawing/2014/main" id="{9E3290BB-EE5E-4FBD-9F32-367EBC50D4F4}"/>
              </a:ext>
            </a:extLst>
          </p:cNvPr>
          <p:cNvSpPr/>
          <p:nvPr/>
        </p:nvSpPr>
        <p:spPr>
          <a:xfrm>
            <a:off x="7543804" y="3200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lowchart: Connector 97">
            <a:extLst>
              <a:ext uri="{FF2B5EF4-FFF2-40B4-BE49-F238E27FC236}">
                <a16:creationId xmlns:a16="http://schemas.microsoft.com/office/drawing/2014/main" id="{BF992ABD-3DB6-4D73-A564-0DBDE84BD367}"/>
              </a:ext>
            </a:extLst>
          </p:cNvPr>
          <p:cNvSpPr/>
          <p:nvPr/>
        </p:nvSpPr>
        <p:spPr>
          <a:xfrm>
            <a:off x="9525004" y="3886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Flowchart: Connector 99">
            <a:extLst>
              <a:ext uri="{FF2B5EF4-FFF2-40B4-BE49-F238E27FC236}">
                <a16:creationId xmlns:a16="http://schemas.microsoft.com/office/drawing/2014/main" id="{EB3893FF-BB87-4696-AD1E-0BED2444FCE4}"/>
              </a:ext>
            </a:extLst>
          </p:cNvPr>
          <p:cNvSpPr/>
          <p:nvPr/>
        </p:nvSpPr>
        <p:spPr>
          <a:xfrm>
            <a:off x="6705604" y="29718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Flowchart: Connector 101">
            <a:extLst>
              <a:ext uri="{FF2B5EF4-FFF2-40B4-BE49-F238E27FC236}">
                <a16:creationId xmlns:a16="http://schemas.microsoft.com/office/drawing/2014/main" id="{56F505D8-4D60-455F-AE89-3F11D9157D61}"/>
              </a:ext>
            </a:extLst>
          </p:cNvPr>
          <p:cNvSpPr/>
          <p:nvPr/>
        </p:nvSpPr>
        <p:spPr>
          <a:xfrm>
            <a:off x="8915400" y="2819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Flowchart: Connector 103">
            <a:extLst>
              <a:ext uri="{FF2B5EF4-FFF2-40B4-BE49-F238E27FC236}">
                <a16:creationId xmlns:a16="http://schemas.microsoft.com/office/drawing/2014/main" id="{D6B259C9-CD21-4F32-AFC5-B6021FF24B08}"/>
              </a:ext>
            </a:extLst>
          </p:cNvPr>
          <p:cNvSpPr/>
          <p:nvPr/>
        </p:nvSpPr>
        <p:spPr>
          <a:xfrm>
            <a:off x="8458200" y="3353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lowchart: Connector 105">
            <a:extLst>
              <a:ext uri="{FF2B5EF4-FFF2-40B4-BE49-F238E27FC236}">
                <a16:creationId xmlns:a16="http://schemas.microsoft.com/office/drawing/2014/main" id="{1FCFD1B8-9C4D-4E46-A7AB-3A478C970FF2}"/>
              </a:ext>
            </a:extLst>
          </p:cNvPr>
          <p:cNvSpPr/>
          <p:nvPr/>
        </p:nvSpPr>
        <p:spPr>
          <a:xfrm>
            <a:off x="8001000" y="4115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lowchart: Connector 107">
            <a:extLst>
              <a:ext uri="{FF2B5EF4-FFF2-40B4-BE49-F238E27FC236}">
                <a16:creationId xmlns:a16="http://schemas.microsoft.com/office/drawing/2014/main" id="{A9CF796C-CB25-4D85-80A0-EA22675E733E}"/>
              </a:ext>
            </a:extLst>
          </p:cNvPr>
          <p:cNvSpPr/>
          <p:nvPr/>
        </p:nvSpPr>
        <p:spPr>
          <a:xfrm>
            <a:off x="6553200" y="5105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lowchart: Connector 109">
            <a:extLst>
              <a:ext uri="{FF2B5EF4-FFF2-40B4-BE49-F238E27FC236}">
                <a16:creationId xmlns:a16="http://schemas.microsoft.com/office/drawing/2014/main" id="{FD4B0F38-888C-4883-AFEF-7207BBBCBCB6}"/>
              </a:ext>
            </a:extLst>
          </p:cNvPr>
          <p:cNvSpPr/>
          <p:nvPr/>
        </p:nvSpPr>
        <p:spPr>
          <a:xfrm>
            <a:off x="2514600" y="4267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Flowchart: Connector 111">
            <a:extLst>
              <a:ext uri="{FF2B5EF4-FFF2-40B4-BE49-F238E27FC236}">
                <a16:creationId xmlns:a16="http://schemas.microsoft.com/office/drawing/2014/main" id="{BB169269-82B9-4938-8EB7-2506DC89578C}"/>
              </a:ext>
            </a:extLst>
          </p:cNvPr>
          <p:cNvSpPr/>
          <p:nvPr/>
        </p:nvSpPr>
        <p:spPr>
          <a:xfrm>
            <a:off x="6629400" y="338328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Flowchart: Connector 113">
            <a:extLst>
              <a:ext uri="{FF2B5EF4-FFF2-40B4-BE49-F238E27FC236}">
                <a16:creationId xmlns:a16="http://schemas.microsoft.com/office/drawing/2014/main" id="{D35A4DA1-5DBC-4D22-8F41-96402A98A868}"/>
              </a:ext>
            </a:extLst>
          </p:cNvPr>
          <p:cNvSpPr/>
          <p:nvPr/>
        </p:nvSpPr>
        <p:spPr>
          <a:xfrm>
            <a:off x="5181600" y="35052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Flowchart: Connector 125">
            <a:extLst>
              <a:ext uri="{FF2B5EF4-FFF2-40B4-BE49-F238E27FC236}">
                <a16:creationId xmlns:a16="http://schemas.microsoft.com/office/drawing/2014/main" id="{52799D72-FF17-4F69-B573-DB3278FA813C}"/>
              </a:ext>
            </a:extLst>
          </p:cNvPr>
          <p:cNvSpPr/>
          <p:nvPr/>
        </p:nvSpPr>
        <p:spPr>
          <a:xfrm>
            <a:off x="44958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lowchart: Connector 127">
            <a:extLst>
              <a:ext uri="{FF2B5EF4-FFF2-40B4-BE49-F238E27FC236}">
                <a16:creationId xmlns:a16="http://schemas.microsoft.com/office/drawing/2014/main" id="{96102113-E411-4705-98FB-1B3382816067}"/>
              </a:ext>
            </a:extLst>
          </p:cNvPr>
          <p:cNvSpPr/>
          <p:nvPr/>
        </p:nvSpPr>
        <p:spPr>
          <a:xfrm>
            <a:off x="2514600" y="4648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Flowchart: Connector 129">
            <a:extLst>
              <a:ext uri="{FF2B5EF4-FFF2-40B4-BE49-F238E27FC236}">
                <a16:creationId xmlns:a16="http://schemas.microsoft.com/office/drawing/2014/main" id="{23FBBE30-E9BE-4E28-B210-031F513A6177}"/>
              </a:ext>
            </a:extLst>
          </p:cNvPr>
          <p:cNvSpPr/>
          <p:nvPr/>
        </p:nvSpPr>
        <p:spPr>
          <a:xfrm>
            <a:off x="2209800" y="3886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Flowchart: Connector 131">
            <a:extLst>
              <a:ext uri="{FF2B5EF4-FFF2-40B4-BE49-F238E27FC236}">
                <a16:creationId xmlns:a16="http://schemas.microsoft.com/office/drawing/2014/main" id="{1485C9CF-2C07-4D36-8731-AC82313E380D}"/>
              </a:ext>
            </a:extLst>
          </p:cNvPr>
          <p:cNvSpPr/>
          <p:nvPr/>
        </p:nvSpPr>
        <p:spPr>
          <a:xfrm>
            <a:off x="3733800" y="5029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lowchart: Connector 133">
            <a:extLst>
              <a:ext uri="{FF2B5EF4-FFF2-40B4-BE49-F238E27FC236}">
                <a16:creationId xmlns:a16="http://schemas.microsoft.com/office/drawing/2014/main" id="{FE8E16B0-4C9F-4147-8E61-ED34E95FE57F}"/>
              </a:ext>
            </a:extLst>
          </p:cNvPr>
          <p:cNvSpPr/>
          <p:nvPr/>
        </p:nvSpPr>
        <p:spPr>
          <a:xfrm>
            <a:off x="1905000" y="49535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Flowchart: Connector 135">
            <a:extLst>
              <a:ext uri="{FF2B5EF4-FFF2-40B4-BE49-F238E27FC236}">
                <a16:creationId xmlns:a16="http://schemas.microsoft.com/office/drawing/2014/main" id="{FB410D36-5C13-476E-898F-0D8529A94B6F}"/>
              </a:ext>
            </a:extLst>
          </p:cNvPr>
          <p:cNvSpPr/>
          <p:nvPr/>
        </p:nvSpPr>
        <p:spPr>
          <a:xfrm>
            <a:off x="4018280" y="292608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Flowchart: Connector 139">
            <a:extLst>
              <a:ext uri="{FF2B5EF4-FFF2-40B4-BE49-F238E27FC236}">
                <a16:creationId xmlns:a16="http://schemas.microsoft.com/office/drawing/2014/main" id="{F4A028CE-BC61-45B6-A21F-B59EECEF0FCA}"/>
              </a:ext>
            </a:extLst>
          </p:cNvPr>
          <p:cNvSpPr/>
          <p:nvPr/>
        </p:nvSpPr>
        <p:spPr>
          <a:xfrm>
            <a:off x="5562604" y="49535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lowchart: Connector 141">
            <a:extLst>
              <a:ext uri="{FF2B5EF4-FFF2-40B4-BE49-F238E27FC236}">
                <a16:creationId xmlns:a16="http://schemas.microsoft.com/office/drawing/2014/main" id="{A73E63DF-8F7F-4EAB-8B2F-68E066BCE239}"/>
              </a:ext>
            </a:extLst>
          </p:cNvPr>
          <p:cNvSpPr/>
          <p:nvPr/>
        </p:nvSpPr>
        <p:spPr>
          <a:xfrm>
            <a:off x="6172204" y="30480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lowchart: Connector 143">
            <a:extLst>
              <a:ext uri="{FF2B5EF4-FFF2-40B4-BE49-F238E27FC236}">
                <a16:creationId xmlns:a16="http://schemas.microsoft.com/office/drawing/2014/main" id="{CFDC4481-8B2A-4127-AF3F-F11B78884017}"/>
              </a:ext>
            </a:extLst>
          </p:cNvPr>
          <p:cNvSpPr/>
          <p:nvPr/>
        </p:nvSpPr>
        <p:spPr>
          <a:xfrm>
            <a:off x="5943600" y="3505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Flowchart: Connector 145">
            <a:extLst>
              <a:ext uri="{FF2B5EF4-FFF2-40B4-BE49-F238E27FC236}">
                <a16:creationId xmlns:a16="http://schemas.microsoft.com/office/drawing/2014/main" id="{90AAF485-FA37-472B-A7D4-FFE417C86167}"/>
              </a:ext>
            </a:extLst>
          </p:cNvPr>
          <p:cNvSpPr/>
          <p:nvPr/>
        </p:nvSpPr>
        <p:spPr>
          <a:xfrm>
            <a:off x="5867400" y="4495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Flowchart: Connector 147">
            <a:extLst>
              <a:ext uri="{FF2B5EF4-FFF2-40B4-BE49-F238E27FC236}">
                <a16:creationId xmlns:a16="http://schemas.microsoft.com/office/drawing/2014/main" id="{51EBF7CF-FE72-451B-957F-DE609A0F5A28}"/>
              </a:ext>
            </a:extLst>
          </p:cNvPr>
          <p:cNvSpPr/>
          <p:nvPr/>
        </p:nvSpPr>
        <p:spPr>
          <a:xfrm>
            <a:off x="7086604" y="5105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Flowchart: Connector 149">
            <a:extLst>
              <a:ext uri="{FF2B5EF4-FFF2-40B4-BE49-F238E27FC236}">
                <a16:creationId xmlns:a16="http://schemas.microsoft.com/office/drawing/2014/main" id="{BB3493A4-AC3C-45EE-887F-633EE223F664}"/>
              </a:ext>
            </a:extLst>
          </p:cNvPr>
          <p:cNvSpPr/>
          <p:nvPr/>
        </p:nvSpPr>
        <p:spPr>
          <a:xfrm>
            <a:off x="8915404" y="3200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Flowchart: Connector 151">
            <a:extLst>
              <a:ext uri="{FF2B5EF4-FFF2-40B4-BE49-F238E27FC236}">
                <a16:creationId xmlns:a16="http://schemas.microsoft.com/office/drawing/2014/main" id="{D7E051E8-3C75-4159-8E89-A1F634199975}"/>
              </a:ext>
            </a:extLst>
          </p:cNvPr>
          <p:cNvSpPr/>
          <p:nvPr/>
        </p:nvSpPr>
        <p:spPr>
          <a:xfrm>
            <a:off x="9067804" y="3734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Flowchart: Connector 153">
            <a:extLst>
              <a:ext uri="{FF2B5EF4-FFF2-40B4-BE49-F238E27FC236}">
                <a16:creationId xmlns:a16="http://schemas.microsoft.com/office/drawing/2014/main" id="{585AED10-672E-45AA-9FDE-5E12A35F427F}"/>
              </a:ext>
            </a:extLst>
          </p:cNvPr>
          <p:cNvSpPr/>
          <p:nvPr/>
        </p:nvSpPr>
        <p:spPr>
          <a:xfrm>
            <a:off x="9220204" y="4724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Flowchart: Connector 155">
            <a:extLst>
              <a:ext uri="{FF2B5EF4-FFF2-40B4-BE49-F238E27FC236}">
                <a16:creationId xmlns:a16="http://schemas.microsoft.com/office/drawing/2014/main" id="{0EED7D77-78CE-4500-9FBC-16638A7B8049}"/>
              </a:ext>
            </a:extLst>
          </p:cNvPr>
          <p:cNvSpPr/>
          <p:nvPr/>
        </p:nvSpPr>
        <p:spPr>
          <a:xfrm>
            <a:off x="9448804" y="35052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Flowchart: Connector 157">
            <a:extLst>
              <a:ext uri="{FF2B5EF4-FFF2-40B4-BE49-F238E27FC236}">
                <a16:creationId xmlns:a16="http://schemas.microsoft.com/office/drawing/2014/main" id="{1E210A83-0DEA-477E-A13E-66B736B22BDE}"/>
              </a:ext>
            </a:extLst>
          </p:cNvPr>
          <p:cNvSpPr/>
          <p:nvPr/>
        </p:nvSpPr>
        <p:spPr>
          <a:xfrm>
            <a:off x="9601204" y="44201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Flowchart: Connector 159">
            <a:extLst>
              <a:ext uri="{FF2B5EF4-FFF2-40B4-BE49-F238E27FC236}">
                <a16:creationId xmlns:a16="http://schemas.microsoft.com/office/drawing/2014/main" id="{015B9D06-C2D3-446B-85AA-EE769C6D5670}"/>
              </a:ext>
            </a:extLst>
          </p:cNvPr>
          <p:cNvSpPr/>
          <p:nvPr/>
        </p:nvSpPr>
        <p:spPr>
          <a:xfrm>
            <a:off x="9144004" y="44196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C41BFC3F-2BE4-42CD-803E-F8F47615EF38}"/>
              </a:ext>
            </a:extLst>
          </p:cNvPr>
          <p:cNvSpPr/>
          <p:nvPr/>
        </p:nvSpPr>
        <p:spPr>
          <a:xfrm>
            <a:off x="11346534" y="1606219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1569CACA-5ED2-4C5B-A08A-8B77DC5B06E5}"/>
              </a:ext>
            </a:extLst>
          </p:cNvPr>
          <p:cNvSpPr/>
          <p:nvPr/>
        </p:nvSpPr>
        <p:spPr>
          <a:xfrm>
            <a:off x="11353804" y="20116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FC4850-0D36-4775-840F-452658F8F84F}"/>
              </a:ext>
            </a:extLst>
          </p:cNvPr>
          <p:cNvSpPr txBox="1"/>
          <p:nvPr/>
        </p:nvSpPr>
        <p:spPr>
          <a:xfrm>
            <a:off x="9677400" y="144780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0066FF"/>
                </a:solidFill>
              </a:rPr>
              <a:t>Class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0CE5B-AEFB-44AB-BB16-DC44CCBB2214}"/>
              </a:ext>
            </a:extLst>
          </p:cNvPr>
          <p:cNvSpPr txBox="1"/>
          <p:nvPr/>
        </p:nvSpPr>
        <p:spPr>
          <a:xfrm>
            <a:off x="9700550" y="183898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C000"/>
                </a:solidFill>
              </a:rPr>
              <a:t>Class B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9C2B21C8-17B9-4368-9460-C430D791E49D}"/>
              </a:ext>
            </a:extLst>
          </p:cNvPr>
          <p:cNvSpPr/>
          <p:nvPr/>
        </p:nvSpPr>
        <p:spPr>
          <a:xfrm>
            <a:off x="11347050" y="2438904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5AEEA3-D4C9-4000-8BE8-0F2A665F7626}"/>
              </a:ext>
            </a:extLst>
          </p:cNvPr>
          <p:cNvSpPr txBox="1"/>
          <p:nvPr/>
        </p:nvSpPr>
        <p:spPr>
          <a:xfrm>
            <a:off x="9707300" y="227303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No Label</a:t>
            </a:r>
          </a:p>
        </p:txBody>
      </p:sp>
    </p:spTree>
    <p:extLst>
      <p:ext uri="{BB962C8B-B14F-4D97-AF65-F5344CB8AC3E}">
        <p14:creationId xmlns:p14="http://schemas.microsoft.com/office/powerpoint/2010/main" val="287815138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68B26-0457-45AF-AC18-32B9B4C0F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1 – Nearest neighbor</a:t>
            </a:r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6903DD9-67E4-423B-90CE-222E646BB68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523999" y="1748473"/>
            <a:ext cx="1" cy="3875089"/>
          </a:xfrm>
          <a:prstGeom prst="straightConnector1">
            <a:avLst/>
          </a:prstGeom>
          <a:ln w="508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D1A88D-BC7C-48BD-B00E-4ED26A0ECE42}"/>
              </a:ext>
            </a:extLst>
          </p:cNvPr>
          <p:cNvCxnSpPr>
            <a:cxnSpLocks/>
          </p:cNvCxnSpPr>
          <p:nvPr/>
        </p:nvCxnSpPr>
        <p:spPr bwMode="auto">
          <a:xfrm>
            <a:off x="1506955" y="5609910"/>
            <a:ext cx="9430601" cy="0"/>
          </a:xfrm>
          <a:prstGeom prst="straightConnector1">
            <a:avLst/>
          </a:prstGeom>
          <a:ln w="508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D3B9DDE-8F3E-4827-973A-8774EE6DA56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083850" y="3211748"/>
            <a:ext cx="592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x</a:t>
            </a:r>
            <a:r>
              <a:rPr lang="en-US" altLang="en-US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936A7B-7B5C-4920-B407-41D33F9B9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3062" y="5549334"/>
            <a:ext cx="4972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x</a:t>
            </a:r>
            <a:r>
              <a:rPr lang="en-US" altLang="en-US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35E7819E-0159-4BEA-A3D1-66BA508DEEE3}"/>
              </a:ext>
            </a:extLst>
          </p:cNvPr>
          <p:cNvSpPr/>
          <p:nvPr/>
        </p:nvSpPr>
        <p:spPr>
          <a:xfrm>
            <a:off x="1981200" y="3505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D9A6A1CB-1DB1-419E-A831-3838F900496F}"/>
              </a:ext>
            </a:extLst>
          </p:cNvPr>
          <p:cNvSpPr/>
          <p:nvPr/>
        </p:nvSpPr>
        <p:spPr>
          <a:xfrm>
            <a:off x="19812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9A7466ED-E15F-4666-9AC5-1A2826E04D07}"/>
              </a:ext>
            </a:extLst>
          </p:cNvPr>
          <p:cNvSpPr/>
          <p:nvPr/>
        </p:nvSpPr>
        <p:spPr>
          <a:xfrm>
            <a:off x="3505200" y="3581400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A2C40DEA-056E-4CE1-958E-4AFDBB616AAF}"/>
              </a:ext>
            </a:extLst>
          </p:cNvPr>
          <p:cNvSpPr/>
          <p:nvPr/>
        </p:nvSpPr>
        <p:spPr>
          <a:xfrm>
            <a:off x="3276604" y="4877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7C64C728-AE68-4ECD-8B86-3190FA8E5C8C}"/>
              </a:ext>
            </a:extLst>
          </p:cNvPr>
          <p:cNvSpPr/>
          <p:nvPr/>
        </p:nvSpPr>
        <p:spPr>
          <a:xfrm>
            <a:off x="6781804" y="4115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5A3C291B-5BFB-493D-9E0C-92095640B1EB}"/>
              </a:ext>
            </a:extLst>
          </p:cNvPr>
          <p:cNvSpPr/>
          <p:nvPr/>
        </p:nvSpPr>
        <p:spPr>
          <a:xfrm>
            <a:off x="5867404" y="3962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8FAD5FC5-5D60-4BBD-BE94-66C54DC420DB}"/>
              </a:ext>
            </a:extLst>
          </p:cNvPr>
          <p:cNvSpPr/>
          <p:nvPr/>
        </p:nvSpPr>
        <p:spPr>
          <a:xfrm>
            <a:off x="2590800" y="3581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00B18DBF-4217-4135-A88A-1E27635814DE}"/>
              </a:ext>
            </a:extLst>
          </p:cNvPr>
          <p:cNvSpPr/>
          <p:nvPr/>
        </p:nvSpPr>
        <p:spPr>
          <a:xfrm>
            <a:off x="2743200" y="25908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0B3CDC7F-538A-4C90-B844-2EED5518361A}"/>
              </a:ext>
            </a:extLst>
          </p:cNvPr>
          <p:cNvSpPr/>
          <p:nvPr/>
        </p:nvSpPr>
        <p:spPr>
          <a:xfrm>
            <a:off x="7239000" y="3886200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3AE5CA0D-E3D3-4CCE-8D74-F222173CC65D}"/>
              </a:ext>
            </a:extLst>
          </p:cNvPr>
          <p:cNvSpPr/>
          <p:nvPr/>
        </p:nvSpPr>
        <p:spPr>
          <a:xfrm>
            <a:off x="3581400" y="3886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DE632516-F979-47A5-86AB-7D854277901A}"/>
              </a:ext>
            </a:extLst>
          </p:cNvPr>
          <p:cNvSpPr/>
          <p:nvPr/>
        </p:nvSpPr>
        <p:spPr>
          <a:xfrm>
            <a:off x="2971804" y="3353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D350B48C-17EA-495F-B16D-F946F8DE356F}"/>
              </a:ext>
            </a:extLst>
          </p:cNvPr>
          <p:cNvSpPr/>
          <p:nvPr/>
        </p:nvSpPr>
        <p:spPr>
          <a:xfrm>
            <a:off x="3124200" y="4343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B1E789C4-3C95-4543-865A-1B3F2C443D46}"/>
              </a:ext>
            </a:extLst>
          </p:cNvPr>
          <p:cNvSpPr/>
          <p:nvPr/>
        </p:nvSpPr>
        <p:spPr>
          <a:xfrm>
            <a:off x="7391400" y="4115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8312F251-137E-4C34-B464-9E0CF300DB17}"/>
              </a:ext>
            </a:extLst>
          </p:cNvPr>
          <p:cNvSpPr/>
          <p:nvPr/>
        </p:nvSpPr>
        <p:spPr>
          <a:xfrm>
            <a:off x="3886200" y="3352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F8C8F73F-421E-4978-A8D1-96252D38DD09}"/>
              </a:ext>
            </a:extLst>
          </p:cNvPr>
          <p:cNvSpPr/>
          <p:nvPr/>
        </p:nvSpPr>
        <p:spPr>
          <a:xfrm>
            <a:off x="4038604" y="42672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5079A008-3E7C-4A76-B6EA-1C7C81B85772}"/>
              </a:ext>
            </a:extLst>
          </p:cNvPr>
          <p:cNvSpPr/>
          <p:nvPr/>
        </p:nvSpPr>
        <p:spPr>
          <a:xfrm>
            <a:off x="1905004" y="2971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218CEB28-39FB-4E7F-97D7-5FC48F710ACC}"/>
              </a:ext>
            </a:extLst>
          </p:cNvPr>
          <p:cNvSpPr/>
          <p:nvPr/>
        </p:nvSpPr>
        <p:spPr>
          <a:xfrm>
            <a:off x="4419600" y="2438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owchart: Connector 59">
            <a:extLst>
              <a:ext uri="{FF2B5EF4-FFF2-40B4-BE49-F238E27FC236}">
                <a16:creationId xmlns:a16="http://schemas.microsoft.com/office/drawing/2014/main" id="{589018FA-1118-48D3-9CC2-03E956A08D83}"/>
              </a:ext>
            </a:extLst>
          </p:cNvPr>
          <p:cNvSpPr/>
          <p:nvPr/>
        </p:nvSpPr>
        <p:spPr>
          <a:xfrm>
            <a:off x="5410204" y="44196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094A6CA2-4D4D-4984-ACFC-5AB9AE0DBB93}"/>
              </a:ext>
            </a:extLst>
          </p:cNvPr>
          <p:cNvSpPr/>
          <p:nvPr/>
        </p:nvSpPr>
        <p:spPr>
          <a:xfrm>
            <a:off x="5486404" y="3200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9B432094-5D0D-445E-845D-A9D58D5A77EE}"/>
              </a:ext>
            </a:extLst>
          </p:cNvPr>
          <p:cNvSpPr/>
          <p:nvPr/>
        </p:nvSpPr>
        <p:spPr>
          <a:xfrm>
            <a:off x="6477004" y="25146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81E640E2-8CF1-465E-959D-5EEAE5C0ECF4}"/>
              </a:ext>
            </a:extLst>
          </p:cNvPr>
          <p:cNvSpPr/>
          <p:nvPr/>
        </p:nvSpPr>
        <p:spPr>
          <a:xfrm>
            <a:off x="7696204" y="2819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112F171A-14AE-4D42-9CB1-99D1B33D4F8B}"/>
              </a:ext>
            </a:extLst>
          </p:cNvPr>
          <p:cNvSpPr/>
          <p:nvPr/>
        </p:nvSpPr>
        <p:spPr>
          <a:xfrm>
            <a:off x="7696200" y="3581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lowchart: Connector 69">
            <a:extLst>
              <a:ext uri="{FF2B5EF4-FFF2-40B4-BE49-F238E27FC236}">
                <a16:creationId xmlns:a16="http://schemas.microsoft.com/office/drawing/2014/main" id="{A9FB7943-36DF-4F25-82A1-17C4B00FCA1E}"/>
              </a:ext>
            </a:extLst>
          </p:cNvPr>
          <p:cNvSpPr/>
          <p:nvPr/>
        </p:nvSpPr>
        <p:spPr>
          <a:xfrm>
            <a:off x="8610604" y="3962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lowchart: Connector 71">
            <a:extLst>
              <a:ext uri="{FF2B5EF4-FFF2-40B4-BE49-F238E27FC236}">
                <a16:creationId xmlns:a16="http://schemas.microsoft.com/office/drawing/2014/main" id="{8DDF66C4-1458-4FD0-9F87-13E619D5F4EC}"/>
              </a:ext>
            </a:extLst>
          </p:cNvPr>
          <p:cNvSpPr/>
          <p:nvPr/>
        </p:nvSpPr>
        <p:spPr>
          <a:xfrm>
            <a:off x="8382004" y="45725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lowchart: Connector 73">
            <a:extLst>
              <a:ext uri="{FF2B5EF4-FFF2-40B4-BE49-F238E27FC236}">
                <a16:creationId xmlns:a16="http://schemas.microsoft.com/office/drawing/2014/main" id="{304AB30B-E282-4E0F-883A-6781721426DC}"/>
              </a:ext>
            </a:extLst>
          </p:cNvPr>
          <p:cNvSpPr/>
          <p:nvPr/>
        </p:nvSpPr>
        <p:spPr>
          <a:xfrm>
            <a:off x="62484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lowchart: Connector 75">
            <a:extLst>
              <a:ext uri="{FF2B5EF4-FFF2-40B4-BE49-F238E27FC236}">
                <a16:creationId xmlns:a16="http://schemas.microsoft.com/office/drawing/2014/main" id="{E8898A21-6C01-4133-BAF1-08C982909257}"/>
              </a:ext>
            </a:extLst>
          </p:cNvPr>
          <p:cNvSpPr/>
          <p:nvPr/>
        </p:nvSpPr>
        <p:spPr>
          <a:xfrm>
            <a:off x="4724400" y="3962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lowchart: Connector 77">
            <a:extLst>
              <a:ext uri="{FF2B5EF4-FFF2-40B4-BE49-F238E27FC236}">
                <a16:creationId xmlns:a16="http://schemas.microsoft.com/office/drawing/2014/main" id="{7A9DE4C4-44E4-4C36-9648-9EFEA537D4FE}"/>
              </a:ext>
            </a:extLst>
          </p:cNvPr>
          <p:cNvSpPr/>
          <p:nvPr/>
        </p:nvSpPr>
        <p:spPr>
          <a:xfrm>
            <a:off x="3352804" y="2819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lowchart: Connector 79">
            <a:extLst>
              <a:ext uri="{FF2B5EF4-FFF2-40B4-BE49-F238E27FC236}">
                <a16:creationId xmlns:a16="http://schemas.microsoft.com/office/drawing/2014/main" id="{20C29AD0-5FEE-491B-B244-FD2FE8C9ABFB}"/>
              </a:ext>
            </a:extLst>
          </p:cNvPr>
          <p:cNvSpPr/>
          <p:nvPr/>
        </p:nvSpPr>
        <p:spPr>
          <a:xfrm>
            <a:off x="5181600" y="3962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lowchart: Connector 81">
            <a:extLst>
              <a:ext uri="{FF2B5EF4-FFF2-40B4-BE49-F238E27FC236}">
                <a16:creationId xmlns:a16="http://schemas.microsoft.com/office/drawing/2014/main" id="{ACD86608-F8B2-4270-8A84-9A0D416922B3}"/>
              </a:ext>
            </a:extLst>
          </p:cNvPr>
          <p:cNvSpPr/>
          <p:nvPr/>
        </p:nvSpPr>
        <p:spPr>
          <a:xfrm>
            <a:off x="4953000" y="4724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lowchart: Connector 83">
            <a:extLst>
              <a:ext uri="{FF2B5EF4-FFF2-40B4-BE49-F238E27FC236}">
                <a16:creationId xmlns:a16="http://schemas.microsoft.com/office/drawing/2014/main" id="{3DF10E78-6562-44DF-9B56-7C34B445D707}"/>
              </a:ext>
            </a:extLst>
          </p:cNvPr>
          <p:cNvSpPr/>
          <p:nvPr/>
        </p:nvSpPr>
        <p:spPr>
          <a:xfrm>
            <a:off x="5029200" y="2819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lowchart: Connector 85">
            <a:extLst>
              <a:ext uri="{FF2B5EF4-FFF2-40B4-BE49-F238E27FC236}">
                <a16:creationId xmlns:a16="http://schemas.microsoft.com/office/drawing/2014/main" id="{D11EFFCF-59E6-4F72-8DE3-B2518DD77301}"/>
              </a:ext>
            </a:extLst>
          </p:cNvPr>
          <p:cNvSpPr/>
          <p:nvPr/>
        </p:nvSpPr>
        <p:spPr>
          <a:xfrm>
            <a:off x="5486400" y="23622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lowchart: Connector 87">
            <a:extLst>
              <a:ext uri="{FF2B5EF4-FFF2-40B4-BE49-F238E27FC236}">
                <a16:creationId xmlns:a16="http://schemas.microsoft.com/office/drawing/2014/main" id="{5188CEE1-65B8-45A0-B2DB-0C22A02F0608}"/>
              </a:ext>
            </a:extLst>
          </p:cNvPr>
          <p:cNvSpPr/>
          <p:nvPr/>
        </p:nvSpPr>
        <p:spPr>
          <a:xfrm>
            <a:off x="4038600" y="48011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lowchart: Connector 89">
            <a:extLst>
              <a:ext uri="{FF2B5EF4-FFF2-40B4-BE49-F238E27FC236}">
                <a16:creationId xmlns:a16="http://schemas.microsoft.com/office/drawing/2014/main" id="{188A89E6-BEF5-412D-946A-8637BDD9D5FA}"/>
              </a:ext>
            </a:extLst>
          </p:cNvPr>
          <p:cNvSpPr/>
          <p:nvPr/>
        </p:nvSpPr>
        <p:spPr>
          <a:xfrm>
            <a:off x="5867400" y="2785585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lowchart: Connector 91">
            <a:extLst>
              <a:ext uri="{FF2B5EF4-FFF2-40B4-BE49-F238E27FC236}">
                <a16:creationId xmlns:a16="http://schemas.microsoft.com/office/drawing/2014/main" id="{F9F76E5F-C5A2-481E-BE4E-E06A06C7AD37}"/>
              </a:ext>
            </a:extLst>
          </p:cNvPr>
          <p:cNvSpPr/>
          <p:nvPr/>
        </p:nvSpPr>
        <p:spPr>
          <a:xfrm>
            <a:off x="4419604" y="3581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lowchart: Connector 93">
            <a:extLst>
              <a:ext uri="{FF2B5EF4-FFF2-40B4-BE49-F238E27FC236}">
                <a16:creationId xmlns:a16="http://schemas.microsoft.com/office/drawing/2014/main" id="{ED8C178B-9662-476B-9DA8-7ED7BCB6B9DD}"/>
              </a:ext>
            </a:extLst>
          </p:cNvPr>
          <p:cNvSpPr/>
          <p:nvPr/>
        </p:nvSpPr>
        <p:spPr>
          <a:xfrm>
            <a:off x="7239004" y="4724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lowchart: Connector 95">
            <a:extLst>
              <a:ext uri="{FF2B5EF4-FFF2-40B4-BE49-F238E27FC236}">
                <a16:creationId xmlns:a16="http://schemas.microsoft.com/office/drawing/2014/main" id="{9E3290BB-EE5E-4FBD-9F32-367EBC50D4F4}"/>
              </a:ext>
            </a:extLst>
          </p:cNvPr>
          <p:cNvSpPr/>
          <p:nvPr/>
        </p:nvSpPr>
        <p:spPr>
          <a:xfrm>
            <a:off x="7543804" y="3200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lowchart: Connector 97">
            <a:extLst>
              <a:ext uri="{FF2B5EF4-FFF2-40B4-BE49-F238E27FC236}">
                <a16:creationId xmlns:a16="http://schemas.microsoft.com/office/drawing/2014/main" id="{BF992ABD-3DB6-4D73-A564-0DBDE84BD367}"/>
              </a:ext>
            </a:extLst>
          </p:cNvPr>
          <p:cNvSpPr/>
          <p:nvPr/>
        </p:nvSpPr>
        <p:spPr>
          <a:xfrm>
            <a:off x="9525004" y="3886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Flowchart: Connector 99">
            <a:extLst>
              <a:ext uri="{FF2B5EF4-FFF2-40B4-BE49-F238E27FC236}">
                <a16:creationId xmlns:a16="http://schemas.microsoft.com/office/drawing/2014/main" id="{EB3893FF-BB87-4696-AD1E-0BED2444FCE4}"/>
              </a:ext>
            </a:extLst>
          </p:cNvPr>
          <p:cNvSpPr/>
          <p:nvPr/>
        </p:nvSpPr>
        <p:spPr>
          <a:xfrm>
            <a:off x="6705604" y="29718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Flowchart: Connector 101">
            <a:extLst>
              <a:ext uri="{FF2B5EF4-FFF2-40B4-BE49-F238E27FC236}">
                <a16:creationId xmlns:a16="http://schemas.microsoft.com/office/drawing/2014/main" id="{56F505D8-4D60-455F-AE89-3F11D9157D61}"/>
              </a:ext>
            </a:extLst>
          </p:cNvPr>
          <p:cNvSpPr/>
          <p:nvPr/>
        </p:nvSpPr>
        <p:spPr>
          <a:xfrm>
            <a:off x="8915400" y="2819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Flowchart: Connector 103">
            <a:extLst>
              <a:ext uri="{FF2B5EF4-FFF2-40B4-BE49-F238E27FC236}">
                <a16:creationId xmlns:a16="http://schemas.microsoft.com/office/drawing/2014/main" id="{D6B259C9-CD21-4F32-AFC5-B6021FF24B08}"/>
              </a:ext>
            </a:extLst>
          </p:cNvPr>
          <p:cNvSpPr/>
          <p:nvPr/>
        </p:nvSpPr>
        <p:spPr>
          <a:xfrm>
            <a:off x="8458200" y="3353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lowchart: Connector 105">
            <a:extLst>
              <a:ext uri="{FF2B5EF4-FFF2-40B4-BE49-F238E27FC236}">
                <a16:creationId xmlns:a16="http://schemas.microsoft.com/office/drawing/2014/main" id="{1FCFD1B8-9C4D-4E46-A7AB-3A478C970FF2}"/>
              </a:ext>
            </a:extLst>
          </p:cNvPr>
          <p:cNvSpPr/>
          <p:nvPr/>
        </p:nvSpPr>
        <p:spPr>
          <a:xfrm>
            <a:off x="8001000" y="4115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lowchart: Connector 107">
            <a:extLst>
              <a:ext uri="{FF2B5EF4-FFF2-40B4-BE49-F238E27FC236}">
                <a16:creationId xmlns:a16="http://schemas.microsoft.com/office/drawing/2014/main" id="{A9CF796C-CB25-4D85-80A0-EA22675E733E}"/>
              </a:ext>
            </a:extLst>
          </p:cNvPr>
          <p:cNvSpPr/>
          <p:nvPr/>
        </p:nvSpPr>
        <p:spPr>
          <a:xfrm>
            <a:off x="6553200" y="5105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lowchart: Connector 109">
            <a:extLst>
              <a:ext uri="{FF2B5EF4-FFF2-40B4-BE49-F238E27FC236}">
                <a16:creationId xmlns:a16="http://schemas.microsoft.com/office/drawing/2014/main" id="{FD4B0F38-888C-4883-AFEF-7207BBBCBCB6}"/>
              </a:ext>
            </a:extLst>
          </p:cNvPr>
          <p:cNvSpPr/>
          <p:nvPr/>
        </p:nvSpPr>
        <p:spPr>
          <a:xfrm>
            <a:off x="2514600" y="4267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Flowchart: Connector 111">
            <a:extLst>
              <a:ext uri="{FF2B5EF4-FFF2-40B4-BE49-F238E27FC236}">
                <a16:creationId xmlns:a16="http://schemas.microsoft.com/office/drawing/2014/main" id="{BB169269-82B9-4938-8EB7-2506DC89578C}"/>
              </a:ext>
            </a:extLst>
          </p:cNvPr>
          <p:cNvSpPr/>
          <p:nvPr/>
        </p:nvSpPr>
        <p:spPr>
          <a:xfrm>
            <a:off x="6629400" y="338328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Flowchart: Connector 113">
            <a:extLst>
              <a:ext uri="{FF2B5EF4-FFF2-40B4-BE49-F238E27FC236}">
                <a16:creationId xmlns:a16="http://schemas.microsoft.com/office/drawing/2014/main" id="{D35A4DA1-5DBC-4D22-8F41-96402A98A868}"/>
              </a:ext>
            </a:extLst>
          </p:cNvPr>
          <p:cNvSpPr/>
          <p:nvPr/>
        </p:nvSpPr>
        <p:spPr>
          <a:xfrm>
            <a:off x="5181600" y="35052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Flowchart: Connector 115">
            <a:extLst>
              <a:ext uri="{FF2B5EF4-FFF2-40B4-BE49-F238E27FC236}">
                <a16:creationId xmlns:a16="http://schemas.microsoft.com/office/drawing/2014/main" id="{01117666-1A78-4728-BAF8-D7837B8096EE}"/>
              </a:ext>
            </a:extLst>
          </p:cNvPr>
          <p:cNvSpPr/>
          <p:nvPr/>
        </p:nvSpPr>
        <p:spPr>
          <a:xfrm>
            <a:off x="3305930" y="3405051"/>
            <a:ext cx="609578" cy="581716"/>
          </a:xfrm>
          <a:prstGeom prst="flowChartConnector">
            <a:avLst/>
          </a:prstGeom>
          <a:noFill/>
          <a:ln>
            <a:solidFill>
              <a:srgbClr val="000099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Flowchart: Connector 125">
            <a:extLst>
              <a:ext uri="{FF2B5EF4-FFF2-40B4-BE49-F238E27FC236}">
                <a16:creationId xmlns:a16="http://schemas.microsoft.com/office/drawing/2014/main" id="{52799D72-FF17-4F69-B573-DB3278FA813C}"/>
              </a:ext>
            </a:extLst>
          </p:cNvPr>
          <p:cNvSpPr/>
          <p:nvPr/>
        </p:nvSpPr>
        <p:spPr>
          <a:xfrm>
            <a:off x="44958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lowchart: Connector 127">
            <a:extLst>
              <a:ext uri="{FF2B5EF4-FFF2-40B4-BE49-F238E27FC236}">
                <a16:creationId xmlns:a16="http://schemas.microsoft.com/office/drawing/2014/main" id="{96102113-E411-4705-98FB-1B3382816067}"/>
              </a:ext>
            </a:extLst>
          </p:cNvPr>
          <p:cNvSpPr/>
          <p:nvPr/>
        </p:nvSpPr>
        <p:spPr>
          <a:xfrm>
            <a:off x="2514600" y="4648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Flowchart: Connector 129">
            <a:extLst>
              <a:ext uri="{FF2B5EF4-FFF2-40B4-BE49-F238E27FC236}">
                <a16:creationId xmlns:a16="http://schemas.microsoft.com/office/drawing/2014/main" id="{23FBBE30-E9BE-4E28-B210-031F513A6177}"/>
              </a:ext>
            </a:extLst>
          </p:cNvPr>
          <p:cNvSpPr/>
          <p:nvPr/>
        </p:nvSpPr>
        <p:spPr>
          <a:xfrm>
            <a:off x="2209800" y="3886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Flowchart: Connector 131">
            <a:extLst>
              <a:ext uri="{FF2B5EF4-FFF2-40B4-BE49-F238E27FC236}">
                <a16:creationId xmlns:a16="http://schemas.microsoft.com/office/drawing/2014/main" id="{1485C9CF-2C07-4D36-8731-AC82313E380D}"/>
              </a:ext>
            </a:extLst>
          </p:cNvPr>
          <p:cNvSpPr/>
          <p:nvPr/>
        </p:nvSpPr>
        <p:spPr>
          <a:xfrm>
            <a:off x="3733800" y="5029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lowchart: Connector 133">
            <a:extLst>
              <a:ext uri="{FF2B5EF4-FFF2-40B4-BE49-F238E27FC236}">
                <a16:creationId xmlns:a16="http://schemas.microsoft.com/office/drawing/2014/main" id="{FE8E16B0-4C9F-4147-8E61-ED34E95FE57F}"/>
              </a:ext>
            </a:extLst>
          </p:cNvPr>
          <p:cNvSpPr/>
          <p:nvPr/>
        </p:nvSpPr>
        <p:spPr>
          <a:xfrm>
            <a:off x="1905000" y="49535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Flowchart: Connector 135">
            <a:extLst>
              <a:ext uri="{FF2B5EF4-FFF2-40B4-BE49-F238E27FC236}">
                <a16:creationId xmlns:a16="http://schemas.microsoft.com/office/drawing/2014/main" id="{FB410D36-5C13-476E-898F-0D8529A94B6F}"/>
              </a:ext>
            </a:extLst>
          </p:cNvPr>
          <p:cNvSpPr/>
          <p:nvPr/>
        </p:nvSpPr>
        <p:spPr>
          <a:xfrm>
            <a:off x="4018280" y="292608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Flowchart: Connector 139">
            <a:extLst>
              <a:ext uri="{FF2B5EF4-FFF2-40B4-BE49-F238E27FC236}">
                <a16:creationId xmlns:a16="http://schemas.microsoft.com/office/drawing/2014/main" id="{F4A028CE-BC61-45B6-A21F-B59EECEF0FCA}"/>
              </a:ext>
            </a:extLst>
          </p:cNvPr>
          <p:cNvSpPr/>
          <p:nvPr/>
        </p:nvSpPr>
        <p:spPr>
          <a:xfrm>
            <a:off x="5562604" y="49535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lowchart: Connector 141">
            <a:extLst>
              <a:ext uri="{FF2B5EF4-FFF2-40B4-BE49-F238E27FC236}">
                <a16:creationId xmlns:a16="http://schemas.microsoft.com/office/drawing/2014/main" id="{A73E63DF-8F7F-4EAB-8B2F-68E066BCE239}"/>
              </a:ext>
            </a:extLst>
          </p:cNvPr>
          <p:cNvSpPr/>
          <p:nvPr/>
        </p:nvSpPr>
        <p:spPr>
          <a:xfrm>
            <a:off x="6172204" y="30480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lowchart: Connector 143">
            <a:extLst>
              <a:ext uri="{FF2B5EF4-FFF2-40B4-BE49-F238E27FC236}">
                <a16:creationId xmlns:a16="http://schemas.microsoft.com/office/drawing/2014/main" id="{CFDC4481-8B2A-4127-AF3F-F11B78884017}"/>
              </a:ext>
            </a:extLst>
          </p:cNvPr>
          <p:cNvSpPr/>
          <p:nvPr/>
        </p:nvSpPr>
        <p:spPr>
          <a:xfrm>
            <a:off x="5943600" y="3505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Flowchart: Connector 145">
            <a:extLst>
              <a:ext uri="{FF2B5EF4-FFF2-40B4-BE49-F238E27FC236}">
                <a16:creationId xmlns:a16="http://schemas.microsoft.com/office/drawing/2014/main" id="{90AAF485-FA37-472B-A7D4-FFE417C86167}"/>
              </a:ext>
            </a:extLst>
          </p:cNvPr>
          <p:cNvSpPr/>
          <p:nvPr/>
        </p:nvSpPr>
        <p:spPr>
          <a:xfrm>
            <a:off x="5867400" y="4495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Flowchart: Connector 147">
            <a:extLst>
              <a:ext uri="{FF2B5EF4-FFF2-40B4-BE49-F238E27FC236}">
                <a16:creationId xmlns:a16="http://schemas.microsoft.com/office/drawing/2014/main" id="{51EBF7CF-FE72-451B-957F-DE609A0F5A28}"/>
              </a:ext>
            </a:extLst>
          </p:cNvPr>
          <p:cNvSpPr/>
          <p:nvPr/>
        </p:nvSpPr>
        <p:spPr>
          <a:xfrm>
            <a:off x="7086604" y="5105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Flowchart: Connector 149">
            <a:extLst>
              <a:ext uri="{FF2B5EF4-FFF2-40B4-BE49-F238E27FC236}">
                <a16:creationId xmlns:a16="http://schemas.microsoft.com/office/drawing/2014/main" id="{BB3493A4-AC3C-45EE-887F-633EE223F664}"/>
              </a:ext>
            </a:extLst>
          </p:cNvPr>
          <p:cNvSpPr/>
          <p:nvPr/>
        </p:nvSpPr>
        <p:spPr>
          <a:xfrm>
            <a:off x="8915404" y="3200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Flowchart: Connector 151">
            <a:extLst>
              <a:ext uri="{FF2B5EF4-FFF2-40B4-BE49-F238E27FC236}">
                <a16:creationId xmlns:a16="http://schemas.microsoft.com/office/drawing/2014/main" id="{D7E051E8-3C75-4159-8E89-A1F634199975}"/>
              </a:ext>
            </a:extLst>
          </p:cNvPr>
          <p:cNvSpPr/>
          <p:nvPr/>
        </p:nvSpPr>
        <p:spPr>
          <a:xfrm>
            <a:off x="9067804" y="3734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Flowchart: Connector 153">
            <a:extLst>
              <a:ext uri="{FF2B5EF4-FFF2-40B4-BE49-F238E27FC236}">
                <a16:creationId xmlns:a16="http://schemas.microsoft.com/office/drawing/2014/main" id="{585AED10-672E-45AA-9FDE-5E12A35F427F}"/>
              </a:ext>
            </a:extLst>
          </p:cNvPr>
          <p:cNvSpPr/>
          <p:nvPr/>
        </p:nvSpPr>
        <p:spPr>
          <a:xfrm>
            <a:off x="9220204" y="4724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Flowchart: Connector 155">
            <a:extLst>
              <a:ext uri="{FF2B5EF4-FFF2-40B4-BE49-F238E27FC236}">
                <a16:creationId xmlns:a16="http://schemas.microsoft.com/office/drawing/2014/main" id="{0EED7D77-78CE-4500-9FBC-16638A7B8049}"/>
              </a:ext>
            </a:extLst>
          </p:cNvPr>
          <p:cNvSpPr/>
          <p:nvPr/>
        </p:nvSpPr>
        <p:spPr>
          <a:xfrm>
            <a:off x="9448804" y="35052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Flowchart: Connector 157">
            <a:extLst>
              <a:ext uri="{FF2B5EF4-FFF2-40B4-BE49-F238E27FC236}">
                <a16:creationId xmlns:a16="http://schemas.microsoft.com/office/drawing/2014/main" id="{1E210A83-0DEA-477E-A13E-66B736B22BDE}"/>
              </a:ext>
            </a:extLst>
          </p:cNvPr>
          <p:cNvSpPr/>
          <p:nvPr/>
        </p:nvSpPr>
        <p:spPr>
          <a:xfrm>
            <a:off x="9601204" y="44201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Flowchart: Connector 159">
            <a:extLst>
              <a:ext uri="{FF2B5EF4-FFF2-40B4-BE49-F238E27FC236}">
                <a16:creationId xmlns:a16="http://schemas.microsoft.com/office/drawing/2014/main" id="{015B9D06-C2D3-446B-85AA-EE769C6D5670}"/>
              </a:ext>
            </a:extLst>
          </p:cNvPr>
          <p:cNvSpPr/>
          <p:nvPr/>
        </p:nvSpPr>
        <p:spPr>
          <a:xfrm>
            <a:off x="9144004" y="44196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C41BFC3F-2BE4-42CD-803E-F8F47615EF38}"/>
              </a:ext>
            </a:extLst>
          </p:cNvPr>
          <p:cNvSpPr/>
          <p:nvPr/>
        </p:nvSpPr>
        <p:spPr>
          <a:xfrm>
            <a:off x="11346534" y="1606219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1569CACA-5ED2-4C5B-A08A-8B77DC5B06E5}"/>
              </a:ext>
            </a:extLst>
          </p:cNvPr>
          <p:cNvSpPr/>
          <p:nvPr/>
        </p:nvSpPr>
        <p:spPr>
          <a:xfrm>
            <a:off x="11353804" y="20116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FC4850-0D36-4775-840F-452658F8F84F}"/>
              </a:ext>
            </a:extLst>
          </p:cNvPr>
          <p:cNvSpPr txBox="1"/>
          <p:nvPr/>
        </p:nvSpPr>
        <p:spPr>
          <a:xfrm>
            <a:off x="9677400" y="144780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0066FF"/>
                </a:solidFill>
              </a:rPr>
              <a:t>Class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0CE5B-AEFB-44AB-BB16-DC44CCBB2214}"/>
              </a:ext>
            </a:extLst>
          </p:cNvPr>
          <p:cNvSpPr txBox="1"/>
          <p:nvPr/>
        </p:nvSpPr>
        <p:spPr>
          <a:xfrm>
            <a:off x="9700550" y="183898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C000"/>
                </a:solidFill>
              </a:rPr>
              <a:t>Class B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9C2B21C8-17B9-4368-9460-C430D791E49D}"/>
              </a:ext>
            </a:extLst>
          </p:cNvPr>
          <p:cNvSpPr/>
          <p:nvPr/>
        </p:nvSpPr>
        <p:spPr>
          <a:xfrm>
            <a:off x="11347050" y="2438904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5AEEA3-D4C9-4000-8BE8-0F2A665F7626}"/>
              </a:ext>
            </a:extLst>
          </p:cNvPr>
          <p:cNvSpPr txBox="1"/>
          <p:nvPr/>
        </p:nvSpPr>
        <p:spPr>
          <a:xfrm>
            <a:off x="9707300" y="227303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No Label</a:t>
            </a:r>
          </a:p>
        </p:txBody>
      </p:sp>
    </p:spTree>
    <p:extLst>
      <p:ext uri="{BB962C8B-B14F-4D97-AF65-F5344CB8AC3E}">
        <p14:creationId xmlns:p14="http://schemas.microsoft.com/office/powerpoint/2010/main" val="52875034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68B26-0457-45AF-AC18-32B9B4C0F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1 – Nearest neighbor</a:t>
            </a:r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6903DD9-67E4-423B-90CE-222E646BB68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523999" y="1748473"/>
            <a:ext cx="1" cy="3875089"/>
          </a:xfrm>
          <a:prstGeom prst="straightConnector1">
            <a:avLst/>
          </a:prstGeom>
          <a:ln w="508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D1A88D-BC7C-48BD-B00E-4ED26A0ECE42}"/>
              </a:ext>
            </a:extLst>
          </p:cNvPr>
          <p:cNvCxnSpPr>
            <a:cxnSpLocks/>
          </p:cNvCxnSpPr>
          <p:nvPr/>
        </p:nvCxnSpPr>
        <p:spPr bwMode="auto">
          <a:xfrm>
            <a:off x="1506955" y="5609910"/>
            <a:ext cx="9430601" cy="0"/>
          </a:xfrm>
          <a:prstGeom prst="straightConnector1">
            <a:avLst/>
          </a:prstGeom>
          <a:ln w="508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D3B9DDE-8F3E-4827-973A-8774EE6DA56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083850" y="3211748"/>
            <a:ext cx="592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x</a:t>
            </a:r>
            <a:r>
              <a:rPr lang="en-US" altLang="en-US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936A7B-7B5C-4920-B407-41D33F9B9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3062" y="5549334"/>
            <a:ext cx="4972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x</a:t>
            </a:r>
            <a:r>
              <a:rPr lang="en-US" altLang="en-US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35E7819E-0159-4BEA-A3D1-66BA508DEEE3}"/>
              </a:ext>
            </a:extLst>
          </p:cNvPr>
          <p:cNvSpPr/>
          <p:nvPr/>
        </p:nvSpPr>
        <p:spPr>
          <a:xfrm>
            <a:off x="1981200" y="3505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D9A6A1CB-1DB1-419E-A831-3838F900496F}"/>
              </a:ext>
            </a:extLst>
          </p:cNvPr>
          <p:cNvSpPr/>
          <p:nvPr/>
        </p:nvSpPr>
        <p:spPr>
          <a:xfrm>
            <a:off x="19812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9A7466ED-E15F-4666-9AC5-1A2826E04D07}"/>
              </a:ext>
            </a:extLst>
          </p:cNvPr>
          <p:cNvSpPr/>
          <p:nvPr/>
        </p:nvSpPr>
        <p:spPr>
          <a:xfrm>
            <a:off x="3505200" y="3581400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A2C40DEA-056E-4CE1-958E-4AFDBB616AAF}"/>
              </a:ext>
            </a:extLst>
          </p:cNvPr>
          <p:cNvSpPr/>
          <p:nvPr/>
        </p:nvSpPr>
        <p:spPr>
          <a:xfrm>
            <a:off x="3276604" y="4877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7C64C728-AE68-4ECD-8B86-3190FA8E5C8C}"/>
              </a:ext>
            </a:extLst>
          </p:cNvPr>
          <p:cNvSpPr/>
          <p:nvPr/>
        </p:nvSpPr>
        <p:spPr>
          <a:xfrm>
            <a:off x="6781804" y="4115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5A3C291B-5BFB-493D-9E0C-92095640B1EB}"/>
              </a:ext>
            </a:extLst>
          </p:cNvPr>
          <p:cNvSpPr/>
          <p:nvPr/>
        </p:nvSpPr>
        <p:spPr>
          <a:xfrm>
            <a:off x="5867404" y="3962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8FAD5FC5-5D60-4BBD-BE94-66C54DC420DB}"/>
              </a:ext>
            </a:extLst>
          </p:cNvPr>
          <p:cNvSpPr/>
          <p:nvPr/>
        </p:nvSpPr>
        <p:spPr>
          <a:xfrm>
            <a:off x="2590800" y="3581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00B18DBF-4217-4135-A88A-1E27635814DE}"/>
              </a:ext>
            </a:extLst>
          </p:cNvPr>
          <p:cNvSpPr/>
          <p:nvPr/>
        </p:nvSpPr>
        <p:spPr>
          <a:xfrm>
            <a:off x="2743200" y="25908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0B3CDC7F-538A-4C90-B844-2EED5518361A}"/>
              </a:ext>
            </a:extLst>
          </p:cNvPr>
          <p:cNvSpPr/>
          <p:nvPr/>
        </p:nvSpPr>
        <p:spPr>
          <a:xfrm>
            <a:off x="7239000" y="3886200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3AE5CA0D-E3D3-4CCE-8D74-F222173CC65D}"/>
              </a:ext>
            </a:extLst>
          </p:cNvPr>
          <p:cNvSpPr/>
          <p:nvPr/>
        </p:nvSpPr>
        <p:spPr>
          <a:xfrm>
            <a:off x="3581400" y="3886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DE632516-F979-47A5-86AB-7D854277901A}"/>
              </a:ext>
            </a:extLst>
          </p:cNvPr>
          <p:cNvSpPr/>
          <p:nvPr/>
        </p:nvSpPr>
        <p:spPr>
          <a:xfrm>
            <a:off x="2971804" y="3353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D350B48C-17EA-495F-B16D-F946F8DE356F}"/>
              </a:ext>
            </a:extLst>
          </p:cNvPr>
          <p:cNvSpPr/>
          <p:nvPr/>
        </p:nvSpPr>
        <p:spPr>
          <a:xfrm>
            <a:off x="3124200" y="4343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B1E789C4-3C95-4543-865A-1B3F2C443D46}"/>
              </a:ext>
            </a:extLst>
          </p:cNvPr>
          <p:cNvSpPr/>
          <p:nvPr/>
        </p:nvSpPr>
        <p:spPr>
          <a:xfrm>
            <a:off x="7391400" y="4115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8312F251-137E-4C34-B464-9E0CF300DB17}"/>
              </a:ext>
            </a:extLst>
          </p:cNvPr>
          <p:cNvSpPr/>
          <p:nvPr/>
        </p:nvSpPr>
        <p:spPr>
          <a:xfrm>
            <a:off x="3886200" y="3352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F8C8F73F-421E-4978-A8D1-96252D38DD09}"/>
              </a:ext>
            </a:extLst>
          </p:cNvPr>
          <p:cNvSpPr/>
          <p:nvPr/>
        </p:nvSpPr>
        <p:spPr>
          <a:xfrm>
            <a:off x="4038604" y="42672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5079A008-3E7C-4A76-B6EA-1C7C81B85772}"/>
              </a:ext>
            </a:extLst>
          </p:cNvPr>
          <p:cNvSpPr/>
          <p:nvPr/>
        </p:nvSpPr>
        <p:spPr>
          <a:xfrm>
            <a:off x="1905004" y="2971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218CEB28-39FB-4E7F-97D7-5FC48F710ACC}"/>
              </a:ext>
            </a:extLst>
          </p:cNvPr>
          <p:cNvSpPr/>
          <p:nvPr/>
        </p:nvSpPr>
        <p:spPr>
          <a:xfrm>
            <a:off x="4419600" y="2438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owchart: Connector 59">
            <a:extLst>
              <a:ext uri="{FF2B5EF4-FFF2-40B4-BE49-F238E27FC236}">
                <a16:creationId xmlns:a16="http://schemas.microsoft.com/office/drawing/2014/main" id="{589018FA-1118-48D3-9CC2-03E956A08D83}"/>
              </a:ext>
            </a:extLst>
          </p:cNvPr>
          <p:cNvSpPr/>
          <p:nvPr/>
        </p:nvSpPr>
        <p:spPr>
          <a:xfrm>
            <a:off x="5410204" y="44196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094A6CA2-4D4D-4984-ACFC-5AB9AE0DBB93}"/>
              </a:ext>
            </a:extLst>
          </p:cNvPr>
          <p:cNvSpPr/>
          <p:nvPr/>
        </p:nvSpPr>
        <p:spPr>
          <a:xfrm>
            <a:off x="5486404" y="3200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9B432094-5D0D-445E-845D-A9D58D5A77EE}"/>
              </a:ext>
            </a:extLst>
          </p:cNvPr>
          <p:cNvSpPr/>
          <p:nvPr/>
        </p:nvSpPr>
        <p:spPr>
          <a:xfrm>
            <a:off x="6477004" y="25146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81E640E2-8CF1-465E-959D-5EEAE5C0ECF4}"/>
              </a:ext>
            </a:extLst>
          </p:cNvPr>
          <p:cNvSpPr/>
          <p:nvPr/>
        </p:nvSpPr>
        <p:spPr>
          <a:xfrm>
            <a:off x="7696204" y="2819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112F171A-14AE-4D42-9CB1-99D1B33D4F8B}"/>
              </a:ext>
            </a:extLst>
          </p:cNvPr>
          <p:cNvSpPr/>
          <p:nvPr/>
        </p:nvSpPr>
        <p:spPr>
          <a:xfrm>
            <a:off x="7696200" y="3581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lowchart: Connector 69">
            <a:extLst>
              <a:ext uri="{FF2B5EF4-FFF2-40B4-BE49-F238E27FC236}">
                <a16:creationId xmlns:a16="http://schemas.microsoft.com/office/drawing/2014/main" id="{A9FB7943-36DF-4F25-82A1-17C4B00FCA1E}"/>
              </a:ext>
            </a:extLst>
          </p:cNvPr>
          <p:cNvSpPr/>
          <p:nvPr/>
        </p:nvSpPr>
        <p:spPr>
          <a:xfrm>
            <a:off x="8610604" y="3962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lowchart: Connector 71">
            <a:extLst>
              <a:ext uri="{FF2B5EF4-FFF2-40B4-BE49-F238E27FC236}">
                <a16:creationId xmlns:a16="http://schemas.microsoft.com/office/drawing/2014/main" id="{8DDF66C4-1458-4FD0-9F87-13E619D5F4EC}"/>
              </a:ext>
            </a:extLst>
          </p:cNvPr>
          <p:cNvSpPr/>
          <p:nvPr/>
        </p:nvSpPr>
        <p:spPr>
          <a:xfrm>
            <a:off x="8382004" y="45725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lowchart: Connector 73">
            <a:extLst>
              <a:ext uri="{FF2B5EF4-FFF2-40B4-BE49-F238E27FC236}">
                <a16:creationId xmlns:a16="http://schemas.microsoft.com/office/drawing/2014/main" id="{304AB30B-E282-4E0F-883A-6781721426DC}"/>
              </a:ext>
            </a:extLst>
          </p:cNvPr>
          <p:cNvSpPr/>
          <p:nvPr/>
        </p:nvSpPr>
        <p:spPr>
          <a:xfrm>
            <a:off x="62484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lowchart: Connector 75">
            <a:extLst>
              <a:ext uri="{FF2B5EF4-FFF2-40B4-BE49-F238E27FC236}">
                <a16:creationId xmlns:a16="http://schemas.microsoft.com/office/drawing/2014/main" id="{E8898A21-6C01-4133-BAF1-08C982909257}"/>
              </a:ext>
            </a:extLst>
          </p:cNvPr>
          <p:cNvSpPr/>
          <p:nvPr/>
        </p:nvSpPr>
        <p:spPr>
          <a:xfrm>
            <a:off x="4724400" y="3962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lowchart: Connector 77">
            <a:extLst>
              <a:ext uri="{FF2B5EF4-FFF2-40B4-BE49-F238E27FC236}">
                <a16:creationId xmlns:a16="http://schemas.microsoft.com/office/drawing/2014/main" id="{7A9DE4C4-44E4-4C36-9648-9EFEA537D4FE}"/>
              </a:ext>
            </a:extLst>
          </p:cNvPr>
          <p:cNvSpPr/>
          <p:nvPr/>
        </p:nvSpPr>
        <p:spPr>
          <a:xfrm>
            <a:off x="3352804" y="2819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lowchart: Connector 79">
            <a:extLst>
              <a:ext uri="{FF2B5EF4-FFF2-40B4-BE49-F238E27FC236}">
                <a16:creationId xmlns:a16="http://schemas.microsoft.com/office/drawing/2014/main" id="{20C29AD0-5FEE-491B-B244-FD2FE8C9ABFB}"/>
              </a:ext>
            </a:extLst>
          </p:cNvPr>
          <p:cNvSpPr/>
          <p:nvPr/>
        </p:nvSpPr>
        <p:spPr>
          <a:xfrm>
            <a:off x="5181600" y="3962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lowchart: Connector 81">
            <a:extLst>
              <a:ext uri="{FF2B5EF4-FFF2-40B4-BE49-F238E27FC236}">
                <a16:creationId xmlns:a16="http://schemas.microsoft.com/office/drawing/2014/main" id="{ACD86608-F8B2-4270-8A84-9A0D416922B3}"/>
              </a:ext>
            </a:extLst>
          </p:cNvPr>
          <p:cNvSpPr/>
          <p:nvPr/>
        </p:nvSpPr>
        <p:spPr>
          <a:xfrm>
            <a:off x="4953000" y="4724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lowchart: Connector 83">
            <a:extLst>
              <a:ext uri="{FF2B5EF4-FFF2-40B4-BE49-F238E27FC236}">
                <a16:creationId xmlns:a16="http://schemas.microsoft.com/office/drawing/2014/main" id="{3DF10E78-6562-44DF-9B56-7C34B445D707}"/>
              </a:ext>
            </a:extLst>
          </p:cNvPr>
          <p:cNvSpPr/>
          <p:nvPr/>
        </p:nvSpPr>
        <p:spPr>
          <a:xfrm>
            <a:off x="5029200" y="2819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lowchart: Connector 85">
            <a:extLst>
              <a:ext uri="{FF2B5EF4-FFF2-40B4-BE49-F238E27FC236}">
                <a16:creationId xmlns:a16="http://schemas.microsoft.com/office/drawing/2014/main" id="{D11EFFCF-59E6-4F72-8DE3-B2518DD77301}"/>
              </a:ext>
            </a:extLst>
          </p:cNvPr>
          <p:cNvSpPr/>
          <p:nvPr/>
        </p:nvSpPr>
        <p:spPr>
          <a:xfrm>
            <a:off x="5486400" y="23622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lowchart: Connector 87">
            <a:extLst>
              <a:ext uri="{FF2B5EF4-FFF2-40B4-BE49-F238E27FC236}">
                <a16:creationId xmlns:a16="http://schemas.microsoft.com/office/drawing/2014/main" id="{5188CEE1-65B8-45A0-B2DB-0C22A02F0608}"/>
              </a:ext>
            </a:extLst>
          </p:cNvPr>
          <p:cNvSpPr/>
          <p:nvPr/>
        </p:nvSpPr>
        <p:spPr>
          <a:xfrm>
            <a:off x="4038600" y="48011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lowchart: Connector 89">
            <a:extLst>
              <a:ext uri="{FF2B5EF4-FFF2-40B4-BE49-F238E27FC236}">
                <a16:creationId xmlns:a16="http://schemas.microsoft.com/office/drawing/2014/main" id="{188A89E6-BEF5-412D-946A-8637BDD9D5FA}"/>
              </a:ext>
            </a:extLst>
          </p:cNvPr>
          <p:cNvSpPr/>
          <p:nvPr/>
        </p:nvSpPr>
        <p:spPr>
          <a:xfrm>
            <a:off x="5867400" y="2785585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lowchart: Connector 91">
            <a:extLst>
              <a:ext uri="{FF2B5EF4-FFF2-40B4-BE49-F238E27FC236}">
                <a16:creationId xmlns:a16="http://schemas.microsoft.com/office/drawing/2014/main" id="{F9F76E5F-C5A2-481E-BE4E-E06A06C7AD37}"/>
              </a:ext>
            </a:extLst>
          </p:cNvPr>
          <p:cNvSpPr/>
          <p:nvPr/>
        </p:nvSpPr>
        <p:spPr>
          <a:xfrm>
            <a:off x="4419604" y="3581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lowchart: Connector 93">
            <a:extLst>
              <a:ext uri="{FF2B5EF4-FFF2-40B4-BE49-F238E27FC236}">
                <a16:creationId xmlns:a16="http://schemas.microsoft.com/office/drawing/2014/main" id="{ED8C178B-9662-476B-9DA8-7ED7BCB6B9DD}"/>
              </a:ext>
            </a:extLst>
          </p:cNvPr>
          <p:cNvSpPr/>
          <p:nvPr/>
        </p:nvSpPr>
        <p:spPr>
          <a:xfrm>
            <a:off x="7239004" y="4724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lowchart: Connector 95">
            <a:extLst>
              <a:ext uri="{FF2B5EF4-FFF2-40B4-BE49-F238E27FC236}">
                <a16:creationId xmlns:a16="http://schemas.microsoft.com/office/drawing/2014/main" id="{9E3290BB-EE5E-4FBD-9F32-367EBC50D4F4}"/>
              </a:ext>
            </a:extLst>
          </p:cNvPr>
          <p:cNvSpPr/>
          <p:nvPr/>
        </p:nvSpPr>
        <p:spPr>
          <a:xfrm>
            <a:off x="7543804" y="3200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lowchart: Connector 97">
            <a:extLst>
              <a:ext uri="{FF2B5EF4-FFF2-40B4-BE49-F238E27FC236}">
                <a16:creationId xmlns:a16="http://schemas.microsoft.com/office/drawing/2014/main" id="{BF992ABD-3DB6-4D73-A564-0DBDE84BD367}"/>
              </a:ext>
            </a:extLst>
          </p:cNvPr>
          <p:cNvSpPr/>
          <p:nvPr/>
        </p:nvSpPr>
        <p:spPr>
          <a:xfrm>
            <a:off x="9525004" y="3886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Flowchart: Connector 99">
            <a:extLst>
              <a:ext uri="{FF2B5EF4-FFF2-40B4-BE49-F238E27FC236}">
                <a16:creationId xmlns:a16="http://schemas.microsoft.com/office/drawing/2014/main" id="{EB3893FF-BB87-4696-AD1E-0BED2444FCE4}"/>
              </a:ext>
            </a:extLst>
          </p:cNvPr>
          <p:cNvSpPr/>
          <p:nvPr/>
        </p:nvSpPr>
        <p:spPr>
          <a:xfrm>
            <a:off x="6705604" y="29718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Flowchart: Connector 101">
            <a:extLst>
              <a:ext uri="{FF2B5EF4-FFF2-40B4-BE49-F238E27FC236}">
                <a16:creationId xmlns:a16="http://schemas.microsoft.com/office/drawing/2014/main" id="{56F505D8-4D60-455F-AE89-3F11D9157D61}"/>
              </a:ext>
            </a:extLst>
          </p:cNvPr>
          <p:cNvSpPr/>
          <p:nvPr/>
        </p:nvSpPr>
        <p:spPr>
          <a:xfrm>
            <a:off x="8915400" y="2819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Flowchart: Connector 103">
            <a:extLst>
              <a:ext uri="{FF2B5EF4-FFF2-40B4-BE49-F238E27FC236}">
                <a16:creationId xmlns:a16="http://schemas.microsoft.com/office/drawing/2014/main" id="{D6B259C9-CD21-4F32-AFC5-B6021FF24B08}"/>
              </a:ext>
            </a:extLst>
          </p:cNvPr>
          <p:cNvSpPr/>
          <p:nvPr/>
        </p:nvSpPr>
        <p:spPr>
          <a:xfrm>
            <a:off x="8458200" y="3353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lowchart: Connector 105">
            <a:extLst>
              <a:ext uri="{FF2B5EF4-FFF2-40B4-BE49-F238E27FC236}">
                <a16:creationId xmlns:a16="http://schemas.microsoft.com/office/drawing/2014/main" id="{1FCFD1B8-9C4D-4E46-A7AB-3A478C970FF2}"/>
              </a:ext>
            </a:extLst>
          </p:cNvPr>
          <p:cNvSpPr/>
          <p:nvPr/>
        </p:nvSpPr>
        <p:spPr>
          <a:xfrm>
            <a:off x="8001000" y="4115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lowchart: Connector 107">
            <a:extLst>
              <a:ext uri="{FF2B5EF4-FFF2-40B4-BE49-F238E27FC236}">
                <a16:creationId xmlns:a16="http://schemas.microsoft.com/office/drawing/2014/main" id="{A9CF796C-CB25-4D85-80A0-EA22675E733E}"/>
              </a:ext>
            </a:extLst>
          </p:cNvPr>
          <p:cNvSpPr/>
          <p:nvPr/>
        </p:nvSpPr>
        <p:spPr>
          <a:xfrm>
            <a:off x="6553200" y="5105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lowchart: Connector 109">
            <a:extLst>
              <a:ext uri="{FF2B5EF4-FFF2-40B4-BE49-F238E27FC236}">
                <a16:creationId xmlns:a16="http://schemas.microsoft.com/office/drawing/2014/main" id="{FD4B0F38-888C-4883-AFEF-7207BBBCBCB6}"/>
              </a:ext>
            </a:extLst>
          </p:cNvPr>
          <p:cNvSpPr/>
          <p:nvPr/>
        </p:nvSpPr>
        <p:spPr>
          <a:xfrm>
            <a:off x="2514600" y="4267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Flowchart: Connector 111">
            <a:extLst>
              <a:ext uri="{FF2B5EF4-FFF2-40B4-BE49-F238E27FC236}">
                <a16:creationId xmlns:a16="http://schemas.microsoft.com/office/drawing/2014/main" id="{BB169269-82B9-4938-8EB7-2506DC89578C}"/>
              </a:ext>
            </a:extLst>
          </p:cNvPr>
          <p:cNvSpPr/>
          <p:nvPr/>
        </p:nvSpPr>
        <p:spPr>
          <a:xfrm>
            <a:off x="6629400" y="338328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Flowchart: Connector 113">
            <a:extLst>
              <a:ext uri="{FF2B5EF4-FFF2-40B4-BE49-F238E27FC236}">
                <a16:creationId xmlns:a16="http://schemas.microsoft.com/office/drawing/2014/main" id="{D35A4DA1-5DBC-4D22-8F41-96402A98A868}"/>
              </a:ext>
            </a:extLst>
          </p:cNvPr>
          <p:cNvSpPr/>
          <p:nvPr/>
        </p:nvSpPr>
        <p:spPr>
          <a:xfrm>
            <a:off x="5181600" y="35052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Flowchart: Connector 115">
            <a:extLst>
              <a:ext uri="{FF2B5EF4-FFF2-40B4-BE49-F238E27FC236}">
                <a16:creationId xmlns:a16="http://schemas.microsoft.com/office/drawing/2014/main" id="{01117666-1A78-4728-BAF8-D7837B8096EE}"/>
              </a:ext>
            </a:extLst>
          </p:cNvPr>
          <p:cNvSpPr/>
          <p:nvPr/>
        </p:nvSpPr>
        <p:spPr>
          <a:xfrm>
            <a:off x="3305930" y="3405051"/>
            <a:ext cx="609578" cy="581716"/>
          </a:xfrm>
          <a:prstGeom prst="flowChartConnector">
            <a:avLst/>
          </a:prstGeom>
          <a:noFill/>
          <a:ln>
            <a:solidFill>
              <a:srgbClr val="000099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Flowchart: Connector 117">
            <a:extLst>
              <a:ext uri="{FF2B5EF4-FFF2-40B4-BE49-F238E27FC236}">
                <a16:creationId xmlns:a16="http://schemas.microsoft.com/office/drawing/2014/main" id="{AF752951-5343-4ABD-A7DD-E196040A549B}"/>
              </a:ext>
            </a:extLst>
          </p:cNvPr>
          <p:cNvSpPr/>
          <p:nvPr/>
        </p:nvSpPr>
        <p:spPr>
          <a:xfrm>
            <a:off x="6970776" y="3669757"/>
            <a:ext cx="756152" cy="685384"/>
          </a:xfrm>
          <a:prstGeom prst="flowChartConnector">
            <a:avLst/>
          </a:prstGeom>
          <a:noFill/>
          <a:ln>
            <a:solidFill>
              <a:srgbClr val="000099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Flowchart: Connector 125">
            <a:extLst>
              <a:ext uri="{FF2B5EF4-FFF2-40B4-BE49-F238E27FC236}">
                <a16:creationId xmlns:a16="http://schemas.microsoft.com/office/drawing/2014/main" id="{52799D72-FF17-4F69-B573-DB3278FA813C}"/>
              </a:ext>
            </a:extLst>
          </p:cNvPr>
          <p:cNvSpPr/>
          <p:nvPr/>
        </p:nvSpPr>
        <p:spPr>
          <a:xfrm>
            <a:off x="44958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lowchart: Connector 127">
            <a:extLst>
              <a:ext uri="{FF2B5EF4-FFF2-40B4-BE49-F238E27FC236}">
                <a16:creationId xmlns:a16="http://schemas.microsoft.com/office/drawing/2014/main" id="{96102113-E411-4705-98FB-1B3382816067}"/>
              </a:ext>
            </a:extLst>
          </p:cNvPr>
          <p:cNvSpPr/>
          <p:nvPr/>
        </p:nvSpPr>
        <p:spPr>
          <a:xfrm>
            <a:off x="2514600" y="4648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Flowchart: Connector 129">
            <a:extLst>
              <a:ext uri="{FF2B5EF4-FFF2-40B4-BE49-F238E27FC236}">
                <a16:creationId xmlns:a16="http://schemas.microsoft.com/office/drawing/2014/main" id="{23FBBE30-E9BE-4E28-B210-031F513A6177}"/>
              </a:ext>
            </a:extLst>
          </p:cNvPr>
          <p:cNvSpPr/>
          <p:nvPr/>
        </p:nvSpPr>
        <p:spPr>
          <a:xfrm>
            <a:off x="2209800" y="3886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Flowchart: Connector 131">
            <a:extLst>
              <a:ext uri="{FF2B5EF4-FFF2-40B4-BE49-F238E27FC236}">
                <a16:creationId xmlns:a16="http://schemas.microsoft.com/office/drawing/2014/main" id="{1485C9CF-2C07-4D36-8731-AC82313E380D}"/>
              </a:ext>
            </a:extLst>
          </p:cNvPr>
          <p:cNvSpPr/>
          <p:nvPr/>
        </p:nvSpPr>
        <p:spPr>
          <a:xfrm>
            <a:off x="3733800" y="5029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lowchart: Connector 133">
            <a:extLst>
              <a:ext uri="{FF2B5EF4-FFF2-40B4-BE49-F238E27FC236}">
                <a16:creationId xmlns:a16="http://schemas.microsoft.com/office/drawing/2014/main" id="{FE8E16B0-4C9F-4147-8E61-ED34E95FE57F}"/>
              </a:ext>
            </a:extLst>
          </p:cNvPr>
          <p:cNvSpPr/>
          <p:nvPr/>
        </p:nvSpPr>
        <p:spPr>
          <a:xfrm>
            <a:off x="1905000" y="49535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Flowchart: Connector 135">
            <a:extLst>
              <a:ext uri="{FF2B5EF4-FFF2-40B4-BE49-F238E27FC236}">
                <a16:creationId xmlns:a16="http://schemas.microsoft.com/office/drawing/2014/main" id="{FB410D36-5C13-476E-898F-0D8529A94B6F}"/>
              </a:ext>
            </a:extLst>
          </p:cNvPr>
          <p:cNvSpPr/>
          <p:nvPr/>
        </p:nvSpPr>
        <p:spPr>
          <a:xfrm>
            <a:off x="4018280" y="292608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Flowchart: Connector 139">
            <a:extLst>
              <a:ext uri="{FF2B5EF4-FFF2-40B4-BE49-F238E27FC236}">
                <a16:creationId xmlns:a16="http://schemas.microsoft.com/office/drawing/2014/main" id="{F4A028CE-BC61-45B6-A21F-B59EECEF0FCA}"/>
              </a:ext>
            </a:extLst>
          </p:cNvPr>
          <p:cNvSpPr/>
          <p:nvPr/>
        </p:nvSpPr>
        <p:spPr>
          <a:xfrm>
            <a:off x="5562604" y="49535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lowchart: Connector 141">
            <a:extLst>
              <a:ext uri="{FF2B5EF4-FFF2-40B4-BE49-F238E27FC236}">
                <a16:creationId xmlns:a16="http://schemas.microsoft.com/office/drawing/2014/main" id="{A73E63DF-8F7F-4EAB-8B2F-68E066BCE239}"/>
              </a:ext>
            </a:extLst>
          </p:cNvPr>
          <p:cNvSpPr/>
          <p:nvPr/>
        </p:nvSpPr>
        <p:spPr>
          <a:xfrm>
            <a:off x="6172204" y="30480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lowchart: Connector 143">
            <a:extLst>
              <a:ext uri="{FF2B5EF4-FFF2-40B4-BE49-F238E27FC236}">
                <a16:creationId xmlns:a16="http://schemas.microsoft.com/office/drawing/2014/main" id="{CFDC4481-8B2A-4127-AF3F-F11B78884017}"/>
              </a:ext>
            </a:extLst>
          </p:cNvPr>
          <p:cNvSpPr/>
          <p:nvPr/>
        </p:nvSpPr>
        <p:spPr>
          <a:xfrm>
            <a:off x="5943600" y="3505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Flowchart: Connector 145">
            <a:extLst>
              <a:ext uri="{FF2B5EF4-FFF2-40B4-BE49-F238E27FC236}">
                <a16:creationId xmlns:a16="http://schemas.microsoft.com/office/drawing/2014/main" id="{90AAF485-FA37-472B-A7D4-FFE417C86167}"/>
              </a:ext>
            </a:extLst>
          </p:cNvPr>
          <p:cNvSpPr/>
          <p:nvPr/>
        </p:nvSpPr>
        <p:spPr>
          <a:xfrm>
            <a:off x="5867400" y="4495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Flowchart: Connector 147">
            <a:extLst>
              <a:ext uri="{FF2B5EF4-FFF2-40B4-BE49-F238E27FC236}">
                <a16:creationId xmlns:a16="http://schemas.microsoft.com/office/drawing/2014/main" id="{51EBF7CF-FE72-451B-957F-DE609A0F5A28}"/>
              </a:ext>
            </a:extLst>
          </p:cNvPr>
          <p:cNvSpPr/>
          <p:nvPr/>
        </p:nvSpPr>
        <p:spPr>
          <a:xfrm>
            <a:off x="7086604" y="5105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Flowchart: Connector 149">
            <a:extLst>
              <a:ext uri="{FF2B5EF4-FFF2-40B4-BE49-F238E27FC236}">
                <a16:creationId xmlns:a16="http://schemas.microsoft.com/office/drawing/2014/main" id="{BB3493A4-AC3C-45EE-887F-633EE223F664}"/>
              </a:ext>
            </a:extLst>
          </p:cNvPr>
          <p:cNvSpPr/>
          <p:nvPr/>
        </p:nvSpPr>
        <p:spPr>
          <a:xfrm>
            <a:off x="8915404" y="3200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Flowchart: Connector 151">
            <a:extLst>
              <a:ext uri="{FF2B5EF4-FFF2-40B4-BE49-F238E27FC236}">
                <a16:creationId xmlns:a16="http://schemas.microsoft.com/office/drawing/2014/main" id="{D7E051E8-3C75-4159-8E89-A1F634199975}"/>
              </a:ext>
            </a:extLst>
          </p:cNvPr>
          <p:cNvSpPr/>
          <p:nvPr/>
        </p:nvSpPr>
        <p:spPr>
          <a:xfrm>
            <a:off x="9067804" y="3734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Flowchart: Connector 153">
            <a:extLst>
              <a:ext uri="{FF2B5EF4-FFF2-40B4-BE49-F238E27FC236}">
                <a16:creationId xmlns:a16="http://schemas.microsoft.com/office/drawing/2014/main" id="{585AED10-672E-45AA-9FDE-5E12A35F427F}"/>
              </a:ext>
            </a:extLst>
          </p:cNvPr>
          <p:cNvSpPr/>
          <p:nvPr/>
        </p:nvSpPr>
        <p:spPr>
          <a:xfrm>
            <a:off x="9220204" y="4724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Flowchart: Connector 155">
            <a:extLst>
              <a:ext uri="{FF2B5EF4-FFF2-40B4-BE49-F238E27FC236}">
                <a16:creationId xmlns:a16="http://schemas.microsoft.com/office/drawing/2014/main" id="{0EED7D77-78CE-4500-9FBC-16638A7B8049}"/>
              </a:ext>
            </a:extLst>
          </p:cNvPr>
          <p:cNvSpPr/>
          <p:nvPr/>
        </p:nvSpPr>
        <p:spPr>
          <a:xfrm>
            <a:off x="9448804" y="35052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Flowchart: Connector 157">
            <a:extLst>
              <a:ext uri="{FF2B5EF4-FFF2-40B4-BE49-F238E27FC236}">
                <a16:creationId xmlns:a16="http://schemas.microsoft.com/office/drawing/2014/main" id="{1E210A83-0DEA-477E-A13E-66B736B22BDE}"/>
              </a:ext>
            </a:extLst>
          </p:cNvPr>
          <p:cNvSpPr/>
          <p:nvPr/>
        </p:nvSpPr>
        <p:spPr>
          <a:xfrm>
            <a:off x="9601204" y="44201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Flowchart: Connector 159">
            <a:extLst>
              <a:ext uri="{FF2B5EF4-FFF2-40B4-BE49-F238E27FC236}">
                <a16:creationId xmlns:a16="http://schemas.microsoft.com/office/drawing/2014/main" id="{015B9D06-C2D3-446B-85AA-EE769C6D5670}"/>
              </a:ext>
            </a:extLst>
          </p:cNvPr>
          <p:cNvSpPr/>
          <p:nvPr/>
        </p:nvSpPr>
        <p:spPr>
          <a:xfrm>
            <a:off x="9144004" y="44196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C41BFC3F-2BE4-42CD-803E-F8F47615EF38}"/>
              </a:ext>
            </a:extLst>
          </p:cNvPr>
          <p:cNvSpPr/>
          <p:nvPr/>
        </p:nvSpPr>
        <p:spPr>
          <a:xfrm>
            <a:off x="11346534" y="1606219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1569CACA-5ED2-4C5B-A08A-8B77DC5B06E5}"/>
              </a:ext>
            </a:extLst>
          </p:cNvPr>
          <p:cNvSpPr/>
          <p:nvPr/>
        </p:nvSpPr>
        <p:spPr>
          <a:xfrm>
            <a:off x="11353804" y="20116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FC4850-0D36-4775-840F-452658F8F84F}"/>
              </a:ext>
            </a:extLst>
          </p:cNvPr>
          <p:cNvSpPr txBox="1"/>
          <p:nvPr/>
        </p:nvSpPr>
        <p:spPr>
          <a:xfrm>
            <a:off x="9677400" y="144780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0066FF"/>
                </a:solidFill>
              </a:rPr>
              <a:t>Class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0CE5B-AEFB-44AB-BB16-DC44CCBB2214}"/>
              </a:ext>
            </a:extLst>
          </p:cNvPr>
          <p:cNvSpPr txBox="1"/>
          <p:nvPr/>
        </p:nvSpPr>
        <p:spPr>
          <a:xfrm>
            <a:off x="9700550" y="183898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C000"/>
                </a:solidFill>
              </a:rPr>
              <a:t>Class B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9C2B21C8-17B9-4368-9460-C430D791E49D}"/>
              </a:ext>
            </a:extLst>
          </p:cNvPr>
          <p:cNvSpPr/>
          <p:nvPr/>
        </p:nvSpPr>
        <p:spPr>
          <a:xfrm>
            <a:off x="11347050" y="2438904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5AEEA3-D4C9-4000-8BE8-0F2A665F7626}"/>
              </a:ext>
            </a:extLst>
          </p:cNvPr>
          <p:cNvSpPr txBox="1"/>
          <p:nvPr/>
        </p:nvSpPr>
        <p:spPr>
          <a:xfrm>
            <a:off x="9707300" y="227303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No Label</a:t>
            </a:r>
          </a:p>
        </p:txBody>
      </p:sp>
    </p:spTree>
    <p:extLst>
      <p:ext uri="{BB962C8B-B14F-4D97-AF65-F5344CB8AC3E}">
        <p14:creationId xmlns:p14="http://schemas.microsoft.com/office/powerpoint/2010/main" val="172094885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AC38F1-05FE-4947-B6CF-EFF29175E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3 – Nearest neighbor</a:t>
            </a:r>
            <a:endParaRPr lang="en-US" sz="360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61CAA6-74BD-4E06-B103-4E900CC4D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13244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68B26-0457-45AF-AC18-32B9B4C0F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3 – Nearest neighbor</a:t>
            </a:r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6903DD9-67E4-423B-90CE-222E646BB68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523999" y="1748473"/>
            <a:ext cx="1" cy="3875089"/>
          </a:xfrm>
          <a:prstGeom prst="straightConnector1">
            <a:avLst/>
          </a:prstGeom>
          <a:ln w="508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D1A88D-BC7C-48BD-B00E-4ED26A0ECE42}"/>
              </a:ext>
            </a:extLst>
          </p:cNvPr>
          <p:cNvCxnSpPr>
            <a:cxnSpLocks/>
          </p:cNvCxnSpPr>
          <p:nvPr/>
        </p:nvCxnSpPr>
        <p:spPr bwMode="auto">
          <a:xfrm>
            <a:off x="1506955" y="5609910"/>
            <a:ext cx="9430601" cy="0"/>
          </a:xfrm>
          <a:prstGeom prst="straightConnector1">
            <a:avLst/>
          </a:prstGeom>
          <a:ln w="508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D3B9DDE-8F3E-4827-973A-8774EE6DA56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083850" y="3211748"/>
            <a:ext cx="592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x</a:t>
            </a:r>
            <a:r>
              <a:rPr lang="en-US" altLang="en-US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936A7B-7B5C-4920-B407-41D33F9B9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3062" y="5549334"/>
            <a:ext cx="4972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x</a:t>
            </a:r>
            <a:r>
              <a:rPr lang="en-US" altLang="en-US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35E7819E-0159-4BEA-A3D1-66BA508DEEE3}"/>
              </a:ext>
            </a:extLst>
          </p:cNvPr>
          <p:cNvSpPr/>
          <p:nvPr/>
        </p:nvSpPr>
        <p:spPr>
          <a:xfrm>
            <a:off x="1981200" y="3505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D9A6A1CB-1DB1-419E-A831-3838F900496F}"/>
              </a:ext>
            </a:extLst>
          </p:cNvPr>
          <p:cNvSpPr/>
          <p:nvPr/>
        </p:nvSpPr>
        <p:spPr>
          <a:xfrm>
            <a:off x="19812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9A7466ED-E15F-4666-9AC5-1A2826E04D07}"/>
              </a:ext>
            </a:extLst>
          </p:cNvPr>
          <p:cNvSpPr/>
          <p:nvPr/>
        </p:nvSpPr>
        <p:spPr>
          <a:xfrm>
            <a:off x="3505200" y="3581400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A2C40DEA-056E-4CE1-958E-4AFDBB616AAF}"/>
              </a:ext>
            </a:extLst>
          </p:cNvPr>
          <p:cNvSpPr/>
          <p:nvPr/>
        </p:nvSpPr>
        <p:spPr>
          <a:xfrm>
            <a:off x="3276604" y="4877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7C64C728-AE68-4ECD-8B86-3190FA8E5C8C}"/>
              </a:ext>
            </a:extLst>
          </p:cNvPr>
          <p:cNvSpPr/>
          <p:nvPr/>
        </p:nvSpPr>
        <p:spPr>
          <a:xfrm>
            <a:off x="6781804" y="4115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5A3C291B-5BFB-493D-9E0C-92095640B1EB}"/>
              </a:ext>
            </a:extLst>
          </p:cNvPr>
          <p:cNvSpPr/>
          <p:nvPr/>
        </p:nvSpPr>
        <p:spPr>
          <a:xfrm>
            <a:off x="5867404" y="3962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8FAD5FC5-5D60-4BBD-BE94-66C54DC420DB}"/>
              </a:ext>
            </a:extLst>
          </p:cNvPr>
          <p:cNvSpPr/>
          <p:nvPr/>
        </p:nvSpPr>
        <p:spPr>
          <a:xfrm>
            <a:off x="2590800" y="3581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00B18DBF-4217-4135-A88A-1E27635814DE}"/>
              </a:ext>
            </a:extLst>
          </p:cNvPr>
          <p:cNvSpPr/>
          <p:nvPr/>
        </p:nvSpPr>
        <p:spPr>
          <a:xfrm>
            <a:off x="2743200" y="25908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0B3CDC7F-538A-4C90-B844-2EED5518361A}"/>
              </a:ext>
            </a:extLst>
          </p:cNvPr>
          <p:cNvSpPr/>
          <p:nvPr/>
        </p:nvSpPr>
        <p:spPr>
          <a:xfrm>
            <a:off x="7239000" y="3886200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3AE5CA0D-E3D3-4CCE-8D74-F222173CC65D}"/>
              </a:ext>
            </a:extLst>
          </p:cNvPr>
          <p:cNvSpPr/>
          <p:nvPr/>
        </p:nvSpPr>
        <p:spPr>
          <a:xfrm>
            <a:off x="3581400" y="3886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DE632516-F979-47A5-86AB-7D854277901A}"/>
              </a:ext>
            </a:extLst>
          </p:cNvPr>
          <p:cNvSpPr/>
          <p:nvPr/>
        </p:nvSpPr>
        <p:spPr>
          <a:xfrm>
            <a:off x="2971804" y="3353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D350B48C-17EA-495F-B16D-F946F8DE356F}"/>
              </a:ext>
            </a:extLst>
          </p:cNvPr>
          <p:cNvSpPr/>
          <p:nvPr/>
        </p:nvSpPr>
        <p:spPr>
          <a:xfrm>
            <a:off x="3124200" y="4343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B1E789C4-3C95-4543-865A-1B3F2C443D46}"/>
              </a:ext>
            </a:extLst>
          </p:cNvPr>
          <p:cNvSpPr/>
          <p:nvPr/>
        </p:nvSpPr>
        <p:spPr>
          <a:xfrm>
            <a:off x="7391400" y="4115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8312F251-137E-4C34-B464-9E0CF300DB17}"/>
              </a:ext>
            </a:extLst>
          </p:cNvPr>
          <p:cNvSpPr/>
          <p:nvPr/>
        </p:nvSpPr>
        <p:spPr>
          <a:xfrm>
            <a:off x="3886200" y="3352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F8C8F73F-421E-4978-A8D1-96252D38DD09}"/>
              </a:ext>
            </a:extLst>
          </p:cNvPr>
          <p:cNvSpPr/>
          <p:nvPr/>
        </p:nvSpPr>
        <p:spPr>
          <a:xfrm>
            <a:off x="4038604" y="42672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5079A008-3E7C-4A76-B6EA-1C7C81B85772}"/>
              </a:ext>
            </a:extLst>
          </p:cNvPr>
          <p:cNvSpPr/>
          <p:nvPr/>
        </p:nvSpPr>
        <p:spPr>
          <a:xfrm>
            <a:off x="1905004" y="2971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218CEB28-39FB-4E7F-97D7-5FC48F710ACC}"/>
              </a:ext>
            </a:extLst>
          </p:cNvPr>
          <p:cNvSpPr/>
          <p:nvPr/>
        </p:nvSpPr>
        <p:spPr>
          <a:xfrm>
            <a:off x="4419600" y="2438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owchart: Connector 59">
            <a:extLst>
              <a:ext uri="{FF2B5EF4-FFF2-40B4-BE49-F238E27FC236}">
                <a16:creationId xmlns:a16="http://schemas.microsoft.com/office/drawing/2014/main" id="{589018FA-1118-48D3-9CC2-03E956A08D83}"/>
              </a:ext>
            </a:extLst>
          </p:cNvPr>
          <p:cNvSpPr/>
          <p:nvPr/>
        </p:nvSpPr>
        <p:spPr>
          <a:xfrm>
            <a:off x="5410204" y="44196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094A6CA2-4D4D-4984-ACFC-5AB9AE0DBB93}"/>
              </a:ext>
            </a:extLst>
          </p:cNvPr>
          <p:cNvSpPr/>
          <p:nvPr/>
        </p:nvSpPr>
        <p:spPr>
          <a:xfrm>
            <a:off x="5486404" y="3200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9B432094-5D0D-445E-845D-A9D58D5A77EE}"/>
              </a:ext>
            </a:extLst>
          </p:cNvPr>
          <p:cNvSpPr/>
          <p:nvPr/>
        </p:nvSpPr>
        <p:spPr>
          <a:xfrm>
            <a:off x="6477004" y="25146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81E640E2-8CF1-465E-959D-5EEAE5C0ECF4}"/>
              </a:ext>
            </a:extLst>
          </p:cNvPr>
          <p:cNvSpPr/>
          <p:nvPr/>
        </p:nvSpPr>
        <p:spPr>
          <a:xfrm>
            <a:off x="7696204" y="2819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112F171A-14AE-4D42-9CB1-99D1B33D4F8B}"/>
              </a:ext>
            </a:extLst>
          </p:cNvPr>
          <p:cNvSpPr/>
          <p:nvPr/>
        </p:nvSpPr>
        <p:spPr>
          <a:xfrm>
            <a:off x="7696200" y="3581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lowchart: Connector 69">
            <a:extLst>
              <a:ext uri="{FF2B5EF4-FFF2-40B4-BE49-F238E27FC236}">
                <a16:creationId xmlns:a16="http://schemas.microsoft.com/office/drawing/2014/main" id="{A9FB7943-36DF-4F25-82A1-17C4B00FCA1E}"/>
              </a:ext>
            </a:extLst>
          </p:cNvPr>
          <p:cNvSpPr/>
          <p:nvPr/>
        </p:nvSpPr>
        <p:spPr>
          <a:xfrm>
            <a:off x="8610604" y="3962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lowchart: Connector 71">
            <a:extLst>
              <a:ext uri="{FF2B5EF4-FFF2-40B4-BE49-F238E27FC236}">
                <a16:creationId xmlns:a16="http://schemas.microsoft.com/office/drawing/2014/main" id="{8DDF66C4-1458-4FD0-9F87-13E619D5F4EC}"/>
              </a:ext>
            </a:extLst>
          </p:cNvPr>
          <p:cNvSpPr/>
          <p:nvPr/>
        </p:nvSpPr>
        <p:spPr>
          <a:xfrm>
            <a:off x="8382004" y="45725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lowchart: Connector 73">
            <a:extLst>
              <a:ext uri="{FF2B5EF4-FFF2-40B4-BE49-F238E27FC236}">
                <a16:creationId xmlns:a16="http://schemas.microsoft.com/office/drawing/2014/main" id="{304AB30B-E282-4E0F-883A-6781721426DC}"/>
              </a:ext>
            </a:extLst>
          </p:cNvPr>
          <p:cNvSpPr/>
          <p:nvPr/>
        </p:nvSpPr>
        <p:spPr>
          <a:xfrm>
            <a:off x="62484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lowchart: Connector 75">
            <a:extLst>
              <a:ext uri="{FF2B5EF4-FFF2-40B4-BE49-F238E27FC236}">
                <a16:creationId xmlns:a16="http://schemas.microsoft.com/office/drawing/2014/main" id="{E8898A21-6C01-4133-BAF1-08C982909257}"/>
              </a:ext>
            </a:extLst>
          </p:cNvPr>
          <p:cNvSpPr/>
          <p:nvPr/>
        </p:nvSpPr>
        <p:spPr>
          <a:xfrm>
            <a:off x="4724400" y="3962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lowchart: Connector 77">
            <a:extLst>
              <a:ext uri="{FF2B5EF4-FFF2-40B4-BE49-F238E27FC236}">
                <a16:creationId xmlns:a16="http://schemas.microsoft.com/office/drawing/2014/main" id="{7A9DE4C4-44E4-4C36-9648-9EFEA537D4FE}"/>
              </a:ext>
            </a:extLst>
          </p:cNvPr>
          <p:cNvSpPr/>
          <p:nvPr/>
        </p:nvSpPr>
        <p:spPr>
          <a:xfrm>
            <a:off x="3352804" y="2819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lowchart: Connector 79">
            <a:extLst>
              <a:ext uri="{FF2B5EF4-FFF2-40B4-BE49-F238E27FC236}">
                <a16:creationId xmlns:a16="http://schemas.microsoft.com/office/drawing/2014/main" id="{20C29AD0-5FEE-491B-B244-FD2FE8C9ABFB}"/>
              </a:ext>
            </a:extLst>
          </p:cNvPr>
          <p:cNvSpPr/>
          <p:nvPr/>
        </p:nvSpPr>
        <p:spPr>
          <a:xfrm>
            <a:off x="5181600" y="3962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lowchart: Connector 81">
            <a:extLst>
              <a:ext uri="{FF2B5EF4-FFF2-40B4-BE49-F238E27FC236}">
                <a16:creationId xmlns:a16="http://schemas.microsoft.com/office/drawing/2014/main" id="{ACD86608-F8B2-4270-8A84-9A0D416922B3}"/>
              </a:ext>
            </a:extLst>
          </p:cNvPr>
          <p:cNvSpPr/>
          <p:nvPr/>
        </p:nvSpPr>
        <p:spPr>
          <a:xfrm>
            <a:off x="4953000" y="4724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lowchart: Connector 83">
            <a:extLst>
              <a:ext uri="{FF2B5EF4-FFF2-40B4-BE49-F238E27FC236}">
                <a16:creationId xmlns:a16="http://schemas.microsoft.com/office/drawing/2014/main" id="{3DF10E78-6562-44DF-9B56-7C34B445D707}"/>
              </a:ext>
            </a:extLst>
          </p:cNvPr>
          <p:cNvSpPr/>
          <p:nvPr/>
        </p:nvSpPr>
        <p:spPr>
          <a:xfrm>
            <a:off x="5029200" y="2819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lowchart: Connector 85">
            <a:extLst>
              <a:ext uri="{FF2B5EF4-FFF2-40B4-BE49-F238E27FC236}">
                <a16:creationId xmlns:a16="http://schemas.microsoft.com/office/drawing/2014/main" id="{D11EFFCF-59E6-4F72-8DE3-B2518DD77301}"/>
              </a:ext>
            </a:extLst>
          </p:cNvPr>
          <p:cNvSpPr/>
          <p:nvPr/>
        </p:nvSpPr>
        <p:spPr>
          <a:xfrm>
            <a:off x="5486400" y="23622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lowchart: Connector 87">
            <a:extLst>
              <a:ext uri="{FF2B5EF4-FFF2-40B4-BE49-F238E27FC236}">
                <a16:creationId xmlns:a16="http://schemas.microsoft.com/office/drawing/2014/main" id="{5188CEE1-65B8-45A0-B2DB-0C22A02F0608}"/>
              </a:ext>
            </a:extLst>
          </p:cNvPr>
          <p:cNvSpPr/>
          <p:nvPr/>
        </p:nvSpPr>
        <p:spPr>
          <a:xfrm>
            <a:off x="4038600" y="48011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lowchart: Connector 89">
            <a:extLst>
              <a:ext uri="{FF2B5EF4-FFF2-40B4-BE49-F238E27FC236}">
                <a16:creationId xmlns:a16="http://schemas.microsoft.com/office/drawing/2014/main" id="{188A89E6-BEF5-412D-946A-8637BDD9D5FA}"/>
              </a:ext>
            </a:extLst>
          </p:cNvPr>
          <p:cNvSpPr/>
          <p:nvPr/>
        </p:nvSpPr>
        <p:spPr>
          <a:xfrm>
            <a:off x="5867400" y="2785585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lowchart: Connector 91">
            <a:extLst>
              <a:ext uri="{FF2B5EF4-FFF2-40B4-BE49-F238E27FC236}">
                <a16:creationId xmlns:a16="http://schemas.microsoft.com/office/drawing/2014/main" id="{F9F76E5F-C5A2-481E-BE4E-E06A06C7AD37}"/>
              </a:ext>
            </a:extLst>
          </p:cNvPr>
          <p:cNvSpPr/>
          <p:nvPr/>
        </p:nvSpPr>
        <p:spPr>
          <a:xfrm>
            <a:off x="4419604" y="3581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lowchart: Connector 93">
            <a:extLst>
              <a:ext uri="{FF2B5EF4-FFF2-40B4-BE49-F238E27FC236}">
                <a16:creationId xmlns:a16="http://schemas.microsoft.com/office/drawing/2014/main" id="{ED8C178B-9662-476B-9DA8-7ED7BCB6B9DD}"/>
              </a:ext>
            </a:extLst>
          </p:cNvPr>
          <p:cNvSpPr/>
          <p:nvPr/>
        </p:nvSpPr>
        <p:spPr>
          <a:xfrm>
            <a:off x="7239004" y="4724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lowchart: Connector 95">
            <a:extLst>
              <a:ext uri="{FF2B5EF4-FFF2-40B4-BE49-F238E27FC236}">
                <a16:creationId xmlns:a16="http://schemas.microsoft.com/office/drawing/2014/main" id="{9E3290BB-EE5E-4FBD-9F32-367EBC50D4F4}"/>
              </a:ext>
            </a:extLst>
          </p:cNvPr>
          <p:cNvSpPr/>
          <p:nvPr/>
        </p:nvSpPr>
        <p:spPr>
          <a:xfrm>
            <a:off x="7543804" y="3200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lowchart: Connector 97">
            <a:extLst>
              <a:ext uri="{FF2B5EF4-FFF2-40B4-BE49-F238E27FC236}">
                <a16:creationId xmlns:a16="http://schemas.microsoft.com/office/drawing/2014/main" id="{BF992ABD-3DB6-4D73-A564-0DBDE84BD367}"/>
              </a:ext>
            </a:extLst>
          </p:cNvPr>
          <p:cNvSpPr/>
          <p:nvPr/>
        </p:nvSpPr>
        <p:spPr>
          <a:xfrm>
            <a:off x="9525004" y="3886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Flowchart: Connector 99">
            <a:extLst>
              <a:ext uri="{FF2B5EF4-FFF2-40B4-BE49-F238E27FC236}">
                <a16:creationId xmlns:a16="http://schemas.microsoft.com/office/drawing/2014/main" id="{EB3893FF-BB87-4696-AD1E-0BED2444FCE4}"/>
              </a:ext>
            </a:extLst>
          </p:cNvPr>
          <p:cNvSpPr/>
          <p:nvPr/>
        </p:nvSpPr>
        <p:spPr>
          <a:xfrm>
            <a:off x="6705604" y="29718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Flowchart: Connector 101">
            <a:extLst>
              <a:ext uri="{FF2B5EF4-FFF2-40B4-BE49-F238E27FC236}">
                <a16:creationId xmlns:a16="http://schemas.microsoft.com/office/drawing/2014/main" id="{56F505D8-4D60-455F-AE89-3F11D9157D61}"/>
              </a:ext>
            </a:extLst>
          </p:cNvPr>
          <p:cNvSpPr/>
          <p:nvPr/>
        </p:nvSpPr>
        <p:spPr>
          <a:xfrm>
            <a:off x="8915400" y="2819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Flowchart: Connector 103">
            <a:extLst>
              <a:ext uri="{FF2B5EF4-FFF2-40B4-BE49-F238E27FC236}">
                <a16:creationId xmlns:a16="http://schemas.microsoft.com/office/drawing/2014/main" id="{D6B259C9-CD21-4F32-AFC5-B6021FF24B08}"/>
              </a:ext>
            </a:extLst>
          </p:cNvPr>
          <p:cNvSpPr/>
          <p:nvPr/>
        </p:nvSpPr>
        <p:spPr>
          <a:xfrm>
            <a:off x="8458200" y="3353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lowchart: Connector 105">
            <a:extLst>
              <a:ext uri="{FF2B5EF4-FFF2-40B4-BE49-F238E27FC236}">
                <a16:creationId xmlns:a16="http://schemas.microsoft.com/office/drawing/2014/main" id="{1FCFD1B8-9C4D-4E46-A7AB-3A478C970FF2}"/>
              </a:ext>
            </a:extLst>
          </p:cNvPr>
          <p:cNvSpPr/>
          <p:nvPr/>
        </p:nvSpPr>
        <p:spPr>
          <a:xfrm>
            <a:off x="8001000" y="4115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lowchart: Connector 107">
            <a:extLst>
              <a:ext uri="{FF2B5EF4-FFF2-40B4-BE49-F238E27FC236}">
                <a16:creationId xmlns:a16="http://schemas.microsoft.com/office/drawing/2014/main" id="{A9CF796C-CB25-4D85-80A0-EA22675E733E}"/>
              </a:ext>
            </a:extLst>
          </p:cNvPr>
          <p:cNvSpPr/>
          <p:nvPr/>
        </p:nvSpPr>
        <p:spPr>
          <a:xfrm>
            <a:off x="6553200" y="5105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lowchart: Connector 109">
            <a:extLst>
              <a:ext uri="{FF2B5EF4-FFF2-40B4-BE49-F238E27FC236}">
                <a16:creationId xmlns:a16="http://schemas.microsoft.com/office/drawing/2014/main" id="{FD4B0F38-888C-4883-AFEF-7207BBBCBCB6}"/>
              </a:ext>
            </a:extLst>
          </p:cNvPr>
          <p:cNvSpPr/>
          <p:nvPr/>
        </p:nvSpPr>
        <p:spPr>
          <a:xfrm>
            <a:off x="2514600" y="4267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Flowchart: Connector 111">
            <a:extLst>
              <a:ext uri="{FF2B5EF4-FFF2-40B4-BE49-F238E27FC236}">
                <a16:creationId xmlns:a16="http://schemas.microsoft.com/office/drawing/2014/main" id="{BB169269-82B9-4938-8EB7-2506DC89578C}"/>
              </a:ext>
            </a:extLst>
          </p:cNvPr>
          <p:cNvSpPr/>
          <p:nvPr/>
        </p:nvSpPr>
        <p:spPr>
          <a:xfrm>
            <a:off x="6629400" y="338328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Flowchart: Connector 113">
            <a:extLst>
              <a:ext uri="{FF2B5EF4-FFF2-40B4-BE49-F238E27FC236}">
                <a16:creationId xmlns:a16="http://schemas.microsoft.com/office/drawing/2014/main" id="{D35A4DA1-5DBC-4D22-8F41-96402A98A868}"/>
              </a:ext>
            </a:extLst>
          </p:cNvPr>
          <p:cNvSpPr/>
          <p:nvPr/>
        </p:nvSpPr>
        <p:spPr>
          <a:xfrm>
            <a:off x="5181600" y="35052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Flowchart: Connector 125">
            <a:extLst>
              <a:ext uri="{FF2B5EF4-FFF2-40B4-BE49-F238E27FC236}">
                <a16:creationId xmlns:a16="http://schemas.microsoft.com/office/drawing/2014/main" id="{52799D72-FF17-4F69-B573-DB3278FA813C}"/>
              </a:ext>
            </a:extLst>
          </p:cNvPr>
          <p:cNvSpPr/>
          <p:nvPr/>
        </p:nvSpPr>
        <p:spPr>
          <a:xfrm>
            <a:off x="44958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lowchart: Connector 127">
            <a:extLst>
              <a:ext uri="{FF2B5EF4-FFF2-40B4-BE49-F238E27FC236}">
                <a16:creationId xmlns:a16="http://schemas.microsoft.com/office/drawing/2014/main" id="{96102113-E411-4705-98FB-1B3382816067}"/>
              </a:ext>
            </a:extLst>
          </p:cNvPr>
          <p:cNvSpPr/>
          <p:nvPr/>
        </p:nvSpPr>
        <p:spPr>
          <a:xfrm>
            <a:off x="2514600" y="4648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Flowchart: Connector 129">
            <a:extLst>
              <a:ext uri="{FF2B5EF4-FFF2-40B4-BE49-F238E27FC236}">
                <a16:creationId xmlns:a16="http://schemas.microsoft.com/office/drawing/2014/main" id="{23FBBE30-E9BE-4E28-B210-031F513A6177}"/>
              </a:ext>
            </a:extLst>
          </p:cNvPr>
          <p:cNvSpPr/>
          <p:nvPr/>
        </p:nvSpPr>
        <p:spPr>
          <a:xfrm>
            <a:off x="2209800" y="3886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Flowchart: Connector 131">
            <a:extLst>
              <a:ext uri="{FF2B5EF4-FFF2-40B4-BE49-F238E27FC236}">
                <a16:creationId xmlns:a16="http://schemas.microsoft.com/office/drawing/2014/main" id="{1485C9CF-2C07-4D36-8731-AC82313E380D}"/>
              </a:ext>
            </a:extLst>
          </p:cNvPr>
          <p:cNvSpPr/>
          <p:nvPr/>
        </p:nvSpPr>
        <p:spPr>
          <a:xfrm>
            <a:off x="3733800" y="5029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lowchart: Connector 133">
            <a:extLst>
              <a:ext uri="{FF2B5EF4-FFF2-40B4-BE49-F238E27FC236}">
                <a16:creationId xmlns:a16="http://schemas.microsoft.com/office/drawing/2014/main" id="{FE8E16B0-4C9F-4147-8E61-ED34E95FE57F}"/>
              </a:ext>
            </a:extLst>
          </p:cNvPr>
          <p:cNvSpPr/>
          <p:nvPr/>
        </p:nvSpPr>
        <p:spPr>
          <a:xfrm>
            <a:off x="1905000" y="49535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Flowchart: Connector 135">
            <a:extLst>
              <a:ext uri="{FF2B5EF4-FFF2-40B4-BE49-F238E27FC236}">
                <a16:creationId xmlns:a16="http://schemas.microsoft.com/office/drawing/2014/main" id="{FB410D36-5C13-476E-898F-0D8529A94B6F}"/>
              </a:ext>
            </a:extLst>
          </p:cNvPr>
          <p:cNvSpPr/>
          <p:nvPr/>
        </p:nvSpPr>
        <p:spPr>
          <a:xfrm>
            <a:off x="4018280" y="292608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Flowchart: Connector 139">
            <a:extLst>
              <a:ext uri="{FF2B5EF4-FFF2-40B4-BE49-F238E27FC236}">
                <a16:creationId xmlns:a16="http://schemas.microsoft.com/office/drawing/2014/main" id="{F4A028CE-BC61-45B6-A21F-B59EECEF0FCA}"/>
              </a:ext>
            </a:extLst>
          </p:cNvPr>
          <p:cNvSpPr/>
          <p:nvPr/>
        </p:nvSpPr>
        <p:spPr>
          <a:xfrm>
            <a:off x="5562604" y="49535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lowchart: Connector 141">
            <a:extLst>
              <a:ext uri="{FF2B5EF4-FFF2-40B4-BE49-F238E27FC236}">
                <a16:creationId xmlns:a16="http://schemas.microsoft.com/office/drawing/2014/main" id="{A73E63DF-8F7F-4EAB-8B2F-68E066BCE239}"/>
              </a:ext>
            </a:extLst>
          </p:cNvPr>
          <p:cNvSpPr/>
          <p:nvPr/>
        </p:nvSpPr>
        <p:spPr>
          <a:xfrm>
            <a:off x="6172204" y="30480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lowchart: Connector 143">
            <a:extLst>
              <a:ext uri="{FF2B5EF4-FFF2-40B4-BE49-F238E27FC236}">
                <a16:creationId xmlns:a16="http://schemas.microsoft.com/office/drawing/2014/main" id="{CFDC4481-8B2A-4127-AF3F-F11B78884017}"/>
              </a:ext>
            </a:extLst>
          </p:cNvPr>
          <p:cNvSpPr/>
          <p:nvPr/>
        </p:nvSpPr>
        <p:spPr>
          <a:xfrm>
            <a:off x="5943600" y="3505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Flowchart: Connector 145">
            <a:extLst>
              <a:ext uri="{FF2B5EF4-FFF2-40B4-BE49-F238E27FC236}">
                <a16:creationId xmlns:a16="http://schemas.microsoft.com/office/drawing/2014/main" id="{90AAF485-FA37-472B-A7D4-FFE417C86167}"/>
              </a:ext>
            </a:extLst>
          </p:cNvPr>
          <p:cNvSpPr/>
          <p:nvPr/>
        </p:nvSpPr>
        <p:spPr>
          <a:xfrm>
            <a:off x="5867400" y="4495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Flowchart: Connector 147">
            <a:extLst>
              <a:ext uri="{FF2B5EF4-FFF2-40B4-BE49-F238E27FC236}">
                <a16:creationId xmlns:a16="http://schemas.microsoft.com/office/drawing/2014/main" id="{51EBF7CF-FE72-451B-957F-DE609A0F5A28}"/>
              </a:ext>
            </a:extLst>
          </p:cNvPr>
          <p:cNvSpPr/>
          <p:nvPr/>
        </p:nvSpPr>
        <p:spPr>
          <a:xfrm>
            <a:off x="7086604" y="5105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Flowchart: Connector 149">
            <a:extLst>
              <a:ext uri="{FF2B5EF4-FFF2-40B4-BE49-F238E27FC236}">
                <a16:creationId xmlns:a16="http://schemas.microsoft.com/office/drawing/2014/main" id="{BB3493A4-AC3C-45EE-887F-633EE223F664}"/>
              </a:ext>
            </a:extLst>
          </p:cNvPr>
          <p:cNvSpPr/>
          <p:nvPr/>
        </p:nvSpPr>
        <p:spPr>
          <a:xfrm>
            <a:off x="8915404" y="3200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Flowchart: Connector 151">
            <a:extLst>
              <a:ext uri="{FF2B5EF4-FFF2-40B4-BE49-F238E27FC236}">
                <a16:creationId xmlns:a16="http://schemas.microsoft.com/office/drawing/2014/main" id="{D7E051E8-3C75-4159-8E89-A1F634199975}"/>
              </a:ext>
            </a:extLst>
          </p:cNvPr>
          <p:cNvSpPr/>
          <p:nvPr/>
        </p:nvSpPr>
        <p:spPr>
          <a:xfrm>
            <a:off x="9067804" y="3734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Flowchart: Connector 153">
            <a:extLst>
              <a:ext uri="{FF2B5EF4-FFF2-40B4-BE49-F238E27FC236}">
                <a16:creationId xmlns:a16="http://schemas.microsoft.com/office/drawing/2014/main" id="{585AED10-672E-45AA-9FDE-5E12A35F427F}"/>
              </a:ext>
            </a:extLst>
          </p:cNvPr>
          <p:cNvSpPr/>
          <p:nvPr/>
        </p:nvSpPr>
        <p:spPr>
          <a:xfrm>
            <a:off x="9220204" y="4724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Flowchart: Connector 155">
            <a:extLst>
              <a:ext uri="{FF2B5EF4-FFF2-40B4-BE49-F238E27FC236}">
                <a16:creationId xmlns:a16="http://schemas.microsoft.com/office/drawing/2014/main" id="{0EED7D77-78CE-4500-9FBC-16638A7B8049}"/>
              </a:ext>
            </a:extLst>
          </p:cNvPr>
          <p:cNvSpPr/>
          <p:nvPr/>
        </p:nvSpPr>
        <p:spPr>
          <a:xfrm>
            <a:off x="9448804" y="35052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Flowchart: Connector 157">
            <a:extLst>
              <a:ext uri="{FF2B5EF4-FFF2-40B4-BE49-F238E27FC236}">
                <a16:creationId xmlns:a16="http://schemas.microsoft.com/office/drawing/2014/main" id="{1E210A83-0DEA-477E-A13E-66B736B22BDE}"/>
              </a:ext>
            </a:extLst>
          </p:cNvPr>
          <p:cNvSpPr/>
          <p:nvPr/>
        </p:nvSpPr>
        <p:spPr>
          <a:xfrm>
            <a:off x="9601204" y="44201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Flowchart: Connector 159">
            <a:extLst>
              <a:ext uri="{FF2B5EF4-FFF2-40B4-BE49-F238E27FC236}">
                <a16:creationId xmlns:a16="http://schemas.microsoft.com/office/drawing/2014/main" id="{015B9D06-C2D3-446B-85AA-EE769C6D5670}"/>
              </a:ext>
            </a:extLst>
          </p:cNvPr>
          <p:cNvSpPr/>
          <p:nvPr/>
        </p:nvSpPr>
        <p:spPr>
          <a:xfrm>
            <a:off x="9144004" y="44196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C41BFC3F-2BE4-42CD-803E-F8F47615EF38}"/>
              </a:ext>
            </a:extLst>
          </p:cNvPr>
          <p:cNvSpPr/>
          <p:nvPr/>
        </p:nvSpPr>
        <p:spPr>
          <a:xfrm>
            <a:off x="11346534" y="1606219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1569CACA-5ED2-4C5B-A08A-8B77DC5B06E5}"/>
              </a:ext>
            </a:extLst>
          </p:cNvPr>
          <p:cNvSpPr/>
          <p:nvPr/>
        </p:nvSpPr>
        <p:spPr>
          <a:xfrm>
            <a:off x="11353804" y="20116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FC4850-0D36-4775-840F-452658F8F84F}"/>
              </a:ext>
            </a:extLst>
          </p:cNvPr>
          <p:cNvSpPr txBox="1"/>
          <p:nvPr/>
        </p:nvSpPr>
        <p:spPr>
          <a:xfrm>
            <a:off x="9677400" y="144780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0066FF"/>
                </a:solidFill>
              </a:rPr>
              <a:t>Class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0CE5B-AEFB-44AB-BB16-DC44CCBB2214}"/>
              </a:ext>
            </a:extLst>
          </p:cNvPr>
          <p:cNvSpPr txBox="1"/>
          <p:nvPr/>
        </p:nvSpPr>
        <p:spPr>
          <a:xfrm>
            <a:off x="9700550" y="183898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C000"/>
                </a:solidFill>
              </a:rPr>
              <a:t>Class B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9C2B21C8-17B9-4368-9460-C430D791E49D}"/>
              </a:ext>
            </a:extLst>
          </p:cNvPr>
          <p:cNvSpPr/>
          <p:nvPr/>
        </p:nvSpPr>
        <p:spPr>
          <a:xfrm>
            <a:off x="11347050" y="2438904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5AEEA3-D4C9-4000-8BE8-0F2A665F7626}"/>
              </a:ext>
            </a:extLst>
          </p:cNvPr>
          <p:cNvSpPr txBox="1"/>
          <p:nvPr/>
        </p:nvSpPr>
        <p:spPr>
          <a:xfrm>
            <a:off x="9707300" y="227303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No Label</a:t>
            </a:r>
          </a:p>
        </p:txBody>
      </p:sp>
    </p:spTree>
    <p:extLst>
      <p:ext uri="{BB962C8B-B14F-4D97-AF65-F5344CB8AC3E}">
        <p14:creationId xmlns:p14="http://schemas.microsoft.com/office/powerpoint/2010/main" val="333467480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68B26-0457-45AF-AC18-32B9B4C0F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3 – Nearest neighbor</a:t>
            </a:r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6903DD9-67E4-423B-90CE-222E646BB68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523999" y="1748473"/>
            <a:ext cx="1" cy="3875089"/>
          </a:xfrm>
          <a:prstGeom prst="straightConnector1">
            <a:avLst/>
          </a:prstGeom>
          <a:ln w="508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D1A88D-BC7C-48BD-B00E-4ED26A0ECE42}"/>
              </a:ext>
            </a:extLst>
          </p:cNvPr>
          <p:cNvCxnSpPr>
            <a:cxnSpLocks/>
          </p:cNvCxnSpPr>
          <p:nvPr/>
        </p:nvCxnSpPr>
        <p:spPr bwMode="auto">
          <a:xfrm>
            <a:off x="1506955" y="5609910"/>
            <a:ext cx="9430601" cy="0"/>
          </a:xfrm>
          <a:prstGeom prst="straightConnector1">
            <a:avLst/>
          </a:prstGeom>
          <a:ln w="508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D3B9DDE-8F3E-4827-973A-8774EE6DA56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083850" y="3211748"/>
            <a:ext cx="592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x</a:t>
            </a:r>
            <a:r>
              <a:rPr lang="en-US" altLang="en-US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936A7B-7B5C-4920-B407-41D33F9B9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3062" y="5549334"/>
            <a:ext cx="4972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x</a:t>
            </a:r>
            <a:r>
              <a:rPr lang="en-US" altLang="en-US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35E7819E-0159-4BEA-A3D1-66BA508DEEE3}"/>
              </a:ext>
            </a:extLst>
          </p:cNvPr>
          <p:cNvSpPr/>
          <p:nvPr/>
        </p:nvSpPr>
        <p:spPr>
          <a:xfrm>
            <a:off x="1981200" y="3505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D9A6A1CB-1DB1-419E-A831-3838F900496F}"/>
              </a:ext>
            </a:extLst>
          </p:cNvPr>
          <p:cNvSpPr/>
          <p:nvPr/>
        </p:nvSpPr>
        <p:spPr>
          <a:xfrm>
            <a:off x="19812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9A7466ED-E15F-4666-9AC5-1A2826E04D07}"/>
              </a:ext>
            </a:extLst>
          </p:cNvPr>
          <p:cNvSpPr/>
          <p:nvPr/>
        </p:nvSpPr>
        <p:spPr>
          <a:xfrm>
            <a:off x="3505200" y="3581400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A2C40DEA-056E-4CE1-958E-4AFDBB616AAF}"/>
              </a:ext>
            </a:extLst>
          </p:cNvPr>
          <p:cNvSpPr/>
          <p:nvPr/>
        </p:nvSpPr>
        <p:spPr>
          <a:xfrm>
            <a:off x="3276604" y="4877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7C64C728-AE68-4ECD-8B86-3190FA8E5C8C}"/>
              </a:ext>
            </a:extLst>
          </p:cNvPr>
          <p:cNvSpPr/>
          <p:nvPr/>
        </p:nvSpPr>
        <p:spPr>
          <a:xfrm>
            <a:off x="6781804" y="4115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5A3C291B-5BFB-493D-9E0C-92095640B1EB}"/>
              </a:ext>
            </a:extLst>
          </p:cNvPr>
          <p:cNvSpPr/>
          <p:nvPr/>
        </p:nvSpPr>
        <p:spPr>
          <a:xfrm>
            <a:off x="5867404" y="3962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8FAD5FC5-5D60-4BBD-BE94-66C54DC420DB}"/>
              </a:ext>
            </a:extLst>
          </p:cNvPr>
          <p:cNvSpPr/>
          <p:nvPr/>
        </p:nvSpPr>
        <p:spPr>
          <a:xfrm>
            <a:off x="2590800" y="3581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00B18DBF-4217-4135-A88A-1E27635814DE}"/>
              </a:ext>
            </a:extLst>
          </p:cNvPr>
          <p:cNvSpPr/>
          <p:nvPr/>
        </p:nvSpPr>
        <p:spPr>
          <a:xfrm>
            <a:off x="2743200" y="25908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0B3CDC7F-538A-4C90-B844-2EED5518361A}"/>
              </a:ext>
            </a:extLst>
          </p:cNvPr>
          <p:cNvSpPr/>
          <p:nvPr/>
        </p:nvSpPr>
        <p:spPr>
          <a:xfrm>
            <a:off x="7239000" y="3886200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3AE5CA0D-E3D3-4CCE-8D74-F222173CC65D}"/>
              </a:ext>
            </a:extLst>
          </p:cNvPr>
          <p:cNvSpPr/>
          <p:nvPr/>
        </p:nvSpPr>
        <p:spPr>
          <a:xfrm>
            <a:off x="3581400" y="3886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DE632516-F979-47A5-86AB-7D854277901A}"/>
              </a:ext>
            </a:extLst>
          </p:cNvPr>
          <p:cNvSpPr/>
          <p:nvPr/>
        </p:nvSpPr>
        <p:spPr>
          <a:xfrm>
            <a:off x="2971804" y="3353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D350B48C-17EA-495F-B16D-F946F8DE356F}"/>
              </a:ext>
            </a:extLst>
          </p:cNvPr>
          <p:cNvSpPr/>
          <p:nvPr/>
        </p:nvSpPr>
        <p:spPr>
          <a:xfrm>
            <a:off x="3124200" y="4343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B1E789C4-3C95-4543-865A-1B3F2C443D46}"/>
              </a:ext>
            </a:extLst>
          </p:cNvPr>
          <p:cNvSpPr/>
          <p:nvPr/>
        </p:nvSpPr>
        <p:spPr>
          <a:xfrm>
            <a:off x="7391400" y="4115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8312F251-137E-4C34-B464-9E0CF300DB17}"/>
              </a:ext>
            </a:extLst>
          </p:cNvPr>
          <p:cNvSpPr/>
          <p:nvPr/>
        </p:nvSpPr>
        <p:spPr>
          <a:xfrm>
            <a:off x="3886200" y="3352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F8C8F73F-421E-4978-A8D1-96252D38DD09}"/>
              </a:ext>
            </a:extLst>
          </p:cNvPr>
          <p:cNvSpPr/>
          <p:nvPr/>
        </p:nvSpPr>
        <p:spPr>
          <a:xfrm>
            <a:off x="4038604" y="42672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5079A008-3E7C-4A76-B6EA-1C7C81B85772}"/>
              </a:ext>
            </a:extLst>
          </p:cNvPr>
          <p:cNvSpPr/>
          <p:nvPr/>
        </p:nvSpPr>
        <p:spPr>
          <a:xfrm>
            <a:off x="1905004" y="2971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218CEB28-39FB-4E7F-97D7-5FC48F710ACC}"/>
              </a:ext>
            </a:extLst>
          </p:cNvPr>
          <p:cNvSpPr/>
          <p:nvPr/>
        </p:nvSpPr>
        <p:spPr>
          <a:xfrm>
            <a:off x="4419600" y="2438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owchart: Connector 59">
            <a:extLst>
              <a:ext uri="{FF2B5EF4-FFF2-40B4-BE49-F238E27FC236}">
                <a16:creationId xmlns:a16="http://schemas.microsoft.com/office/drawing/2014/main" id="{589018FA-1118-48D3-9CC2-03E956A08D83}"/>
              </a:ext>
            </a:extLst>
          </p:cNvPr>
          <p:cNvSpPr/>
          <p:nvPr/>
        </p:nvSpPr>
        <p:spPr>
          <a:xfrm>
            <a:off x="5410204" y="44196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094A6CA2-4D4D-4984-ACFC-5AB9AE0DBB93}"/>
              </a:ext>
            </a:extLst>
          </p:cNvPr>
          <p:cNvSpPr/>
          <p:nvPr/>
        </p:nvSpPr>
        <p:spPr>
          <a:xfrm>
            <a:off x="5486404" y="3200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9B432094-5D0D-445E-845D-A9D58D5A77EE}"/>
              </a:ext>
            </a:extLst>
          </p:cNvPr>
          <p:cNvSpPr/>
          <p:nvPr/>
        </p:nvSpPr>
        <p:spPr>
          <a:xfrm>
            <a:off x="6477004" y="25146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81E640E2-8CF1-465E-959D-5EEAE5C0ECF4}"/>
              </a:ext>
            </a:extLst>
          </p:cNvPr>
          <p:cNvSpPr/>
          <p:nvPr/>
        </p:nvSpPr>
        <p:spPr>
          <a:xfrm>
            <a:off x="7696204" y="2819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112F171A-14AE-4D42-9CB1-99D1B33D4F8B}"/>
              </a:ext>
            </a:extLst>
          </p:cNvPr>
          <p:cNvSpPr/>
          <p:nvPr/>
        </p:nvSpPr>
        <p:spPr>
          <a:xfrm>
            <a:off x="7696200" y="3581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lowchart: Connector 69">
            <a:extLst>
              <a:ext uri="{FF2B5EF4-FFF2-40B4-BE49-F238E27FC236}">
                <a16:creationId xmlns:a16="http://schemas.microsoft.com/office/drawing/2014/main" id="{A9FB7943-36DF-4F25-82A1-17C4B00FCA1E}"/>
              </a:ext>
            </a:extLst>
          </p:cNvPr>
          <p:cNvSpPr/>
          <p:nvPr/>
        </p:nvSpPr>
        <p:spPr>
          <a:xfrm>
            <a:off x="8610604" y="3962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lowchart: Connector 71">
            <a:extLst>
              <a:ext uri="{FF2B5EF4-FFF2-40B4-BE49-F238E27FC236}">
                <a16:creationId xmlns:a16="http://schemas.microsoft.com/office/drawing/2014/main" id="{8DDF66C4-1458-4FD0-9F87-13E619D5F4EC}"/>
              </a:ext>
            </a:extLst>
          </p:cNvPr>
          <p:cNvSpPr/>
          <p:nvPr/>
        </p:nvSpPr>
        <p:spPr>
          <a:xfrm>
            <a:off x="8382004" y="45725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lowchart: Connector 73">
            <a:extLst>
              <a:ext uri="{FF2B5EF4-FFF2-40B4-BE49-F238E27FC236}">
                <a16:creationId xmlns:a16="http://schemas.microsoft.com/office/drawing/2014/main" id="{304AB30B-E282-4E0F-883A-6781721426DC}"/>
              </a:ext>
            </a:extLst>
          </p:cNvPr>
          <p:cNvSpPr/>
          <p:nvPr/>
        </p:nvSpPr>
        <p:spPr>
          <a:xfrm>
            <a:off x="62484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lowchart: Connector 75">
            <a:extLst>
              <a:ext uri="{FF2B5EF4-FFF2-40B4-BE49-F238E27FC236}">
                <a16:creationId xmlns:a16="http://schemas.microsoft.com/office/drawing/2014/main" id="{E8898A21-6C01-4133-BAF1-08C982909257}"/>
              </a:ext>
            </a:extLst>
          </p:cNvPr>
          <p:cNvSpPr/>
          <p:nvPr/>
        </p:nvSpPr>
        <p:spPr>
          <a:xfrm>
            <a:off x="4724400" y="3962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lowchart: Connector 77">
            <a:extLst>
              <a:ext uri="{FF2B5EF4-FFF2-40B4-BE49-F238E27FC236}">
                <a16:creationId xmlns:a16="http://schemas.microsoft.com/office/drawing/2014/main" id="{7A9DE4C4-44E4-4C36-9648-9EFEA537D4FE}"/>
              </a:ext>
            </a:extLst>
          </p:cNvPr>
          <p:cNvSpPr/>
          <p:nvPr/>
        </p:nvSpPr>
        <p:spPr>
          <a:xfrm>
            <a:off x="3352804" y="2819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lowchart: Connector 79">
            <a:extLst>
              <a:ext uri="{FF2B5EF4-FFF2-40B4-BE49-F238E27FC236}">
                <a16:creationId xmlns:a16="http://schemas.microsoft.com/office/drawing/2014/main" id="{20C29AD0-5FEE-491B-B244-FD2FE8C9ABFB}"/>
              </a:ext>
            </a:extLst>
          </p:cNvPr>
          <p:cNvSpPr/>
          <p:nvPr/>
        </p:nvSpPr>
        <p:spPr>
          <a:xfrm>
            <a:off x="5181600" y="3962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lowchart: Connector 81">
            <a:extLst>
              <a:ext uri="{FF2B5EF4-FFF2-40B4-BE49-F238E27FC236}">
                <a16:creationId xmlns:a16="http://schemas.microsoft.com/office/drawing/2014/main" id="{ACD86608-F8B2-4270-8A84-9A0D416922B3}"/>
              </a:ext>
            </a:extLst>
          </p:cNvPr>
          <p:cNvSpPr/>
          <p:nvPr/>
        </p:nvSpPr>
        <p:spPr>
          <a:xfrm>
            <a:off x="4953000" y="4724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lowchart: Connector 83">
            <a:extLst>
              <a:ext uri="{FF2B5EF4-FFF2-40B4-BE49-F238E27FC236}">
                <a16:creationId xmlns:a16="http://schemas.microsoft.com/office/drawing/2014/main" id="{3DF10E78-6562-44DF-9B56-7C34B445D707}"/>
              </a:ext>
            </a:extLst>
          </p:cNvPr>
          <p:cNvSpPr/>
          <p:nvPr/>
        </p:nvSpPr>
        <p:spPr>
          <a:xfrm>
            <a:off x="5029200" y="2819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lowchart: Connector 85">
            <a:extLst>
              <a:ext uri="{FF2B5EF4-FFF2-40B4-BE49-F238E27FC236}">
                <a16:creationId xmlns:a16="http://schemas.microsoft.com/office/drawing/2014/main" id="{D11EFFCF-59E6-4F72-8DE3-B2518DD77301}"/>
              </a:ext>
            </a:extLst>
          </p:cNvPr>
          <p:cNvSpPr/>
          <p:nvPr/>
        </p:nvSpPr>
        <p:spPr>
          <a:xfrm>
            <a:off x="5486400" y="23622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lowchart: Connector 87">
            <a:extLst>
              <a:ext uri="{FF2B5EF4-FFF2-40B4-BE49-F238E27FC236}">
                <a16:creationId xmlns:a16="http://schemas.microsoft.com/office/drawing/2014/main" id="{5188CEE1-65B8-45A0-B2DB-0C22A02F0608}"/>
              </a:ext>
            </a:extLst>
          </p:cNvPr>
          <p:cNvSpPr/>
          <p:nvPr/>
        </p:nvSpPr>
        <p:spPr>
          <a:xfrm>
            <a:off x="4038600" y="48011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lowchart: Connector 89">
            <a:extLst>
              <a:ext uri="{FF2B5EF4-FFF2-40B4-BE49-F238E27FC236}">
                <a16:creationId xmlns:a16="http://schemas.microsoft.com/office/drawing/2014/main" id="{188A89E6-BEF5-412D-946A-8637BDD9D5FA}"/>
              </a:ext>
            </a:extLst>
          </p:cNvPr>
          <p:cNvSpPr/>
          <p:nvPr/>
        </p:nvSpPr>
        <p:spPr>
          <a:xfrm>
            <a:off x="5867400" y="2785585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lowchart: Connector 91">
            <a:extLst>
              <a:ext uri="{FF2B5EF4-FFF2-40B4-BE49-F238E27FC236}">
                <a16:creationId xmlns:a16="http://schemas.microsoft.com/office/drawing/2014/main" id="{F9F76E5F-C5A2-481E-BE4E-E06A06C7AD37}"/>
              </a:ext>
            </a:extLst>
          </p:cNvPr>
          <p:cNvSpPr/>
          <p:nvPr/>
        </p:nvSpPr>
        <p:spPr>
          <a:xfrm>
            <a:off x="4419604" y="3581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lowchart: Connector 93">
            <a:extLst>
              <a:ext uri="{FF2B5EF4-FFF2-40B4-BE49-F238E27FC236}">
                <a16:creationId xmlns:a16="http://schemas.microsoft.com/office/drawing/2014/main" id="{ED8C178B-9662-476B-9DA8-7ED7BCB6B9DD}"/>
              </a:ext>
            </a:extLst>
          </p:cNvPr>
          <p:cNvSpPr/>
          <p:nvPr/>
        </p:nvSpPr>
        <p:spPr>
          <a:xfrm>
            <a:off x="7239004" y="4724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lowchart: Connector 95">
            <a:extLst>
              <a:ext uri="{FF2B5EF4-FFF2-40B4-BE49-F238E27FC236}">
                <a16:creationId xmlns:a16="http://schemas.microsoft.com/office/drawing/2014/main" id="{9E3290BB-EE5E-4FBD-9F32-367EBC50D4F4}"/>
              </a:ext>
            </a:extLst>
          </p:cNvPr>
          <p:cNvSpPr/>
          <p:nvPr/>
        </p:nvSpPr>
        <p:spPr>
          <a:xfrm>
            <a:off x="7543804" y="3200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lowchart: Connector 97">
            <a:extLst>
              <a:ext uri="{FF2B5EF4-FFF2-40B4-BE49-F238E27FC236}">
                <a16:creationId xmlns:a16="http://schemas.microsoft.com/office/drawing/2014/main" id="{BF992ABD-3DB6-4D73-A564-0DBDE84BD367}"/>
              </a:ext>
            </a:extLst>
          </p:cNvPr>
          <p:cNvSpPr/>
          <p:nvPr/>
        </p:nvSpPr>
        <p:spPr>
          <a:xfrm>
            <a:off x="9525004" y="3886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Flowchart: Connector 99">
            <a:extLst>
              <a:ext uri="{FF2B5EF4-FFF2-40B4-BE49-F238E27FC236}">
                <a16:creationId xmlns:a16="http://schemas.microsoft.com/office/drawing/2014/main" id="{EB3893FF-BB87-4696-AD1E-0BED2444FCE4}"/>
              </a:ext>
            </a:extLst>
          </p:cNvPr>
          <p:cNvSpPr/>
          <p:nvPr/>
        </p:nvSpPr>
        <p:spPr>
          <a:xfrm>
            <a:off x="6705604" y="29718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Flowchart: Connector 101">
            <a:extLst>
              <a:ext uri="{FF2B5EF4-FFF2-40B4-BE49-F238E27FC236}">
                <a16:creationId xmlns:a16="http://schemas.microsoft.com/office/drawing/2014/main" id="{56F505D8-4D60-455F-AE89-3F11D9157D61}"/>
              </a:ext>
            </a:extLst>
          </p:cNvPr>
          <p:cNvSpPr/>
          <p:nvPr/>
        </p:nvSpPr>
        <p:spPr>
          <a:xfrm>
            <a:off x="8915400" y="2819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Flowchart: Connector 103">
            <a:extLst>
              <a:ext uri="{FF2B5EF4-FFF2-40B4-BE49-F238E27FC236}">
                <a16:creationId xmlns:a16="http://schemas.microsoft.com/office/drawing/2014/main" id="{D6B259C9-CD21-4F32-AFC5-B6021FF24B08}"/>
              </a:ext>
            </a:extLst>
          </p:cNvPr>
          <p:cNvSpPr/>
          <p:nvPr/>
        </p:nvSpPr>
        <p:spPr>
          <a:xfrm>
            <a:off x="8458200" y="3353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lowchart: Connector 105">
            <a:extLst>
              <a:ext uri="{FF2B5EF4-FFF2-40B4-BE49-F238E27FC236}">
                <a16:creationId xmlns:a16="http://schemas.microsoft.com/office/drawing/2014/main" id="{1FCFD1B8-9C4D-4E46-A7AB-3A478C970FF2}"/>
              </a:ext>
            </a:extLst>
          </p:cNvPr>
          <p:cNvSpPr/>
          <p:nvPr/>
        </p:nvSpPr>
        <p:spPr>
          <a:xfrm>
            <a:off x="8001000" y="4115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lowchart: Connector 107">
            <a:extLst>
              <a:ext uri="{FF2B5EF4-FFF2-40B4-BE49-F238E27FC236}">
                <a16:creationId xmlns:a16="http://schemas.microsoft.com/office/drawing/2014/main" id="{A9CF796C-CB25-4D85-80A0-EA22675E733E}"/>
              </a:ext>
            </a:extLst>
          </p:cNvPr>
          <p:cNvSpPr/>
          <p:nvPr/>
        </p:nvSpPr>
        <p:spPr>
          <a:xfrm>
            <a:off x="6553200" y="5105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lowchart: Connector 109">
            <a:extLst>
              <a:ext uri="{FF2B5EF4-FFF2-40B4-BE49-F238E27FC236}">
                <a16:creationId xmlns:a16="http://schemas.microsoft.com/office/drawing/2014/main" id="{FD4B0F38-888C-4883-AFEF-7207BBBCBCB6}"/>
              </a:ext>
            </a:extLst>
          </p:cNvPr>
          <p:cNvSpPr/>
          <p:nvPr/>
        </p:nvSpPr>
        <p:spPr>
          <a:xfrm>
            <a:off x="2514600" y="4267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Flowchart: Connector 111">
            <a:extLst>
              <a:ext uri="{FF2B5EF4-FFF2-40B4-BE49-F238E27FC236}">
                <a16:creationId xmlns:a16="http://schemas.microsoft.com/office/drawing/2014/main" id="{BB169269-82B9-4938-8EB7-2506DC89578C}"/>
              </a:ext>
            </a:extLst>
          </p:cNvPr>
          <p:cNvSpPr/>
          <p:nvPr/>
        </p:nvSpPr>
        <p:spPr>
          <a:xfrm>
            <a:off x="6629400" y="338328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Flowchart: Connector 113">
            <a:extLst>
              <a:ext uri="{FF2B5EF4-FFF2-40B4-BE49-F238E27FC236}">
                <a16:creationId xmlns:a16="http://schemas.microsoft.com/office/drawing/2014/main" id="{D35A4DA1-5DBC-4D22-8F41-96402A98A868}"/>
              </a:ext>
            </a:extLst>
          </p:cNvPr>
          <p:cNvSpPr/>
          <p:nvPr/>
        </p:nvSpPr>
        <p:spPr>
          <a:xfrm>
            <a:off x="5181600" y="35052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Flowchart: Connector 121">
            <a:extLst>
              <a:ext uri="{FF2B5EF4-FFF2-40B4-BE49-F238E27FC236}">
                <a16:creationId xmlns:a16="http://schemas.microsoft.com/office/drawing/2014/main" id="{B1C0FB88-FA09-451A-8F9C-7E2031302418}"/>
              </a:ext>
            </a:extLst>
          </p:cNvPr>
          <p:cNvSpPr/>
          <p:nvPr/>
        </p:nvSpPr>
        <p:spPr>
          <a:xfrm>
            <a:off x="2954242" y="3048000"/>
            <a:ext cx="1383067" cy="1309587"/>
          </a:xfrm>
          <a:prstGeom prst="flowChartConnector">
            <a:avLst/>
          </a:prstGeom>
          <a:noFill/>
          <a:ln>
            <a:solidFill>
              <a:srgbClr val="000099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Flowchart: Connector 125">
            <a:extLst>
              <a:ext uri="{FF2B5EF4-FFF2-40B4-BE49-F238E27FC236}">
                <a16:creationId xmlns:a16="http://schemas.microsoft.com/office/drawing/2014/main" id="{52799D72-FF17-4F69-B573-DB3278FA813C}"/>
              </a:ext>
            </a:extLst>
          </p:cNvPr>
          <p:cNvSpPr/>
          <p:nvPr/>
        </p:nvSpPr>
        <p:spPr>
          <a:xfrm>
            <a:off x="44958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lowchart: Connector 127">
            <a:extLst>
              <a:ext uri="{FF2B5EF4-FFF2-40B4-BE49-F238E27FC236}">
                <a16:creationId xmlns:a16="http://schemas.microsoft.com/office/drawing/2014/main" id="{96102113-E411-4705-98FB-1B3382816067}"/>
              </a:ext>
            </a:extLst>
          </p:cNvPr>
          <p:cNvSpPr/>
          <p:nvPr/>
        </p:nvSpPr>
        <p:spPr>
          <a:xfrm>
            <a:off x="2514600" y="4648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Flowchart: Connector 129">
            <a:extLst>
              <a:ext uri="{FF2B5EF4-FFF2-40B4-BE49-F238E27FC236}">
                <a16:creationId xmlns:a16="http://schemas.microsoft.com/office/drawing/2014/main" id="{23FBBE30-E9BE-4E28-B210-031F513A6177}"/>
              </a:ext>
            </a:extLst>
          </p:cNvPr>
          <p:cNvSpPr/>
          <p:nvPr/>
        </p:nvSpPr>
        <p:spPr>
          <a:xfrm>
            <a:off x="2209800" y="3886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Flowchart: Connector 131">
            <a:extLst>
              <a:ext uri="{FF2B5EF4-FFF2-40B4-BE49-F238E27FC236}">
                <a16:creationId xmlns:a16="http://schemas.microsoft.com/office/drawing/2014/main" id="{1485C9CF-2C07-4D36-8731-AC82313E380D}"/>
              </a:ext>
            </a:extLst>
          </p:cNvPr>
          <p:cNvSpPr/>
          <p:nvPr/>
        </p:nvSpPr>
        <p:spPr>
          <a:xfrm>
            <a:off x="3733800" y="5029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lowchart: Connector 133">
            <a:extLst>
              <a:ext uri="{FF2B5EF4-FFF2-40B4-BE49-F238E27FC236}">
                <a16:creationId xmlns:a16="http://schemas.microsoft.com/office/drawing/2014/main" id="{FE8E16B0-4C9F-4147-8E61-ED34E95FE57F}"/>
              </a:ext>
            </a:extLst>
          </p:cNvPr>
          <p:cNvSpPr/>
          <p:nvPr/>
        </p:nvSpPr>
        <p:spPr>
          <a:xfrm>
            <a:off x="1905000" y="49535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Flowchart: Connector 135">
            <a:extLst>
              <a:ext uri="{FF2B5EF4-FFF2-40B4-BE49-F238E27FC236}">
                <a16:creationId xmlns:a16="http://schemas.microsoft.com/office/drawing/2014/main" id="{FB410D36-5C13-476E-898F-0D8529A94B6F}"/>
              </a:ext>
            </a:extLst>
          </p:cNvPr>
          <p:cNvSpPr/>
          <p:nvPr/>
        </p:nvSpPr>
        <p:spPr>
          <a:xfrm>
            <a:off x="4018280" y="292608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Flowchart: Connector 139">
            <a:extLst>
              <a:ext uri="{FF2B5EF4-FFF2-40B4-BE49-F238E27FC236}">
                <a16:creationId xmlns:a16="http://schemas.microsoft.com/office/drawing/2014/main" id="{F4A028CE-BC61-45B6-A21F-B59EECEF0FCA}"/>
              </a:ext>
            </a:extLst>
          </p:cNvPr>
          <p:cNvSpPr/>
          <p:nvPr/>
        </p:nvSpPr>
        <p:spPr>
          <a:xfrm>
            <a:off x="5562604" y="49535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lowchart: Connector 141">
            <a:extLst>
              <a:ext uri="{FF2B5EF4-FFF2-40B4-BE49-F238E27FC236}">
                <a16:creationId xmlns:a16="http://schemas.microsoft.com/office/drawing/2014/main" id="{A73E63DF-8F7F-4EAB-8B2F-68E066BCE239}"/>
              </a:ext>
            </a:extLst>
          </p:cNvPr>
          <p:cNvSpPr/>
          <p:nvPr/>
        </p:nvSpPr>
        <p:spPr>
          <a:xfrm>
            <a:off x="6172204" y="30480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lowchart: Connector 143">
            <a:extLst>
              <a:ext uri="{FF2B5EF4-FFF2-40B4-BE49-F238E27FC236}">
                <a16:creationId xmlns:a16="http://schemas.microsoft.com/office/drawing/2014/main" id="{CFDC4481-8B2A-4127-AF3F-F11B78884017}"/>
              </a:ext>
            </a:extLst>
          </p:cNvPr>
          <p:cNvSpPr/>
          <p:nvPr/>
        </p:nvSpPr>
        <p:spPr>
          <a:xfrm>
            <a:off x="5943600" y="3505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Flowchart: Connector 145">
            <a:extLst>
              <a:ext uri="{FF2B5EF4-FFF2-40B4-BE49-F238E27FC236}">
                <a16:creationId xmlns:a16="http://schemas.microsoft.com/office/drawing/2014/main" id="{90AAF485-FA37-472B-A7D4-FFE417C86167}"/>
              </a:ext>
            </a:extLst>
          </p:cNvPr>
          <p:cNvSpPr/>
          <p:nvPr/>
        </p:nvSpPr>
        <p:spPr>
          <a:xfrm>
            <a:off x="5867400" y="4495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Flowchart: Connector 147">
            <a:extLst>
              <a:ext uri="{FF2B5EF4-FFF2-40B4-BE49-F238E27FC236}">
                <a16:creationId xmlns:a16="http://schemas.microsoft.com/office/drawing/2014/main" id="{51EBF7CF-FE72-451B-957F-DE609A0F5A28}"/>
              </a:ext>
            </a:extLst>
          </p:cNvPr>
          <p:cNvSpPr/>
          <p:nvPr/>
        </p:nvSpPr>
        <p:spPr>
          <a:xfrm>
            <a:off x="7086604" y="5105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Flowchart: Connector 149">
            <a:extLst>
              <a:ext uri="{FF2B5EF4-FFF2-40B4-BE49-F238E27FC236}">
                <a16:creationId xmlns:a16="http://schemas.microsoft.com/office/drawing/2014/main" id="{BB3493A4-AC3C-45EE-887F-633EE223F664}"/>
              </a:ext>
            </a:extLst>
          </p:cNvPr>
          <p:cNvSpPr/>
          <p:nvPr/>
        </p:nvSpPr>
        <p:spPr>
          <a:xfrm>
            <a:off x="8915404" y="3200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Flowchart: Connector 151">
            <a:extLst>
              <a:ext uri="{FF2B5EF4-FFF2-40B4-BE49-F238E27FC236}">
                <a16:creationId xmlns:a16="http://schemas.microsoft.com/office/drawing/2014/main" id="{D7E051E8-3C75-4159-8E89-A1F634199975}"/>
              </a:ext>
            </a:extLst>
          </p:cNvPr>
          <p:cNvSpPr/>
          <p:nvPr/>
        </p:nvSpPr>
        <p:spPr>
          <a:xfrm>
            <a:off x="9067804" y="3734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Flowchart: Connector 153">
            <a:extLst>
              <a:ext uri="{FF2B5EF4-FFF2-40B4-BE49-F238E27FC236}">
                <a16:creationId xmlns:a16="http://schemas.microsoft.com/office/drawing/2014/main" id="{585AED10-672E-45AA-9FDE-5E12A35F427F}"/>
              </a:ext>
            </a:extLst>
          </p:cNvPr>
          <p:cNvSpPr/>
          <p:nvPr/>
        </p:nvSpPr>
        <p:spPr>
          <a:xfrm>
            <a:off x="9220204" y="4724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Flowchart: Connector 155">
            <a:extLst>
              <a:ext uri="{FF2B5EF4-FFF2-40B4-BE49-F238E27FC236}">
                <a16:creationId xmlns:a16="http://schemas.microsoft.com/office/drawing/2014/main" id="{0EED7D77-78CE-4500-9FBC-16638A7B8049}"/>
              </a:ext>
            </a:extLst>
          </p:cNvPr>
          <p:cNvSpPr/>
          <p:nvPr/>
        </p:nvSpPr>
        <p:spPr>
          <a:xfrm>
            <a:off x="9448804" y="35052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Flowchart: Connector 157">
            <a:extLst>
              <a:ext uri="{FF2B5EF4-FFF2-40B4-BE49-F238E27FC236}">
                <a16:creationId xmlns:a16="http://schemas.microsoft.com/office/drawing/2014/main" id="{1E210A83-0DEA-477E-A13E-66B736B22BDE}"/>
              </a:ext>
            </a:extLst>
          </p:cNvPr>
          <p:cNvSpPr/>
          <p:nvPr/>
        </p:nvSpPr>
        <p:spPr>
          <a:xfrm>
            <a:off x="9601204" y="44201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Flowchart: Connector 159">
            <a:extLst>
              <a:ext uri="{FF2B5EF4-FFF2-40B4-BE49-F238E27FC236}">
                <a16:creationId xmlns:a16="http://schemas.microsoft.com/office/drawing/2014/main" id="{015B9D06-C2D3-446B-85AA-EE769C6D5670}"/>
              </a:ext>
            </a:extLst>
          </p:cNvPr>
          <p:cNvSpPr/>
          <p:nvPr/>
        </p:nvSpPr>
        <p:spPr>
          <a:xfrm>
            <a:off x="9144004" y="44196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C41BFC3F-2BE4-42CD-803E-F8F47615EF38}"/>
              </a:ext>
            </a:extLst>
          </p:cNvPr>
          <p:cNvSpPr/>
          <p:nvPr/>
        </p:nvSpPr>
        <p:spPr>
          <a:xfrm>
            <a:off x="11346534" y="1606219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1569CACA-5ED2-4C5B-A08A-8B77DC5B06E5}"/>
              </a:ext>
            </a:extLst>
          </p:cNvPr>
          <p:cNvSpPr/>
          <p:nvPr/>
        </p:nvSpPr>
        <p:spPr>
          <a:xfrm>
            <a:off x="11353804" y="20116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FC4850-0D36-4775-840F-452658F8F84F}"/>
              </a:ext>
            </a:extLst>
          </p:cNvPr>
          <p:cNvSpPr txBox="1"/>
          <p:nvPr/>
        </p:nvSpPr>
        <p:spPr>
          <a:xfrm>
            <a:off x="9677400" y="144780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0066FF"/>
                </a:solidFill>
              </a:rPr>
              <a:t>Class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0CE5B-AEFB-44AB-BB16-DC44CCBB2214}"/>
              </a:ext>
            </a:extLst>
          </p:cNvPr>
          <p:cNvSpPr txBox="1"/>
          <p:nvPr/>
        </p:nvSpPr>
        <p:spPr>
          <a:xfrm>
            <a:off x="9700550" y="183898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C000"/>
                </a:solidFill>
              </a:rPr>
              <a:t>Class B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9C2B21C8-17B9-4368-9460-C430D791E49D}"/>
              </a:ext>
            </a:extLst>
          </p:cNvPr>
          <p:cNvSpPr/>
          <p:nvPr/>
        </p:nvSpPr>
        <p:spPr>
          <a:xfrm>
            <a:off x="11347050" y="2438904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5AEEA3-D4C9-4000-8BE8-0F2A665F7626}"/>
              </a:ext>
            </a:extLst>
          </p:cNvPr>
          <p:cNvSpPr txBox="1"/>
          <p:nvPr/>
        </p:nvSpPr>
        <p:spPr>
          <a:xfrm>
            <a:off x="9707300" y="227303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No Label</a:t>
            </a:r>
          </a:p>
        </p:txBody>
      </p:sp>
    </p:spTree>
    <p:extLst>
      <p:ext uri="{BB962C8B-B14F-4D97-AF65-F5344CB8AC3E}">
        <p14:creationId xmlns:p14="http://schemas.microsoft.com/office/powerpoint/2010/main" val="415600857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68B26-0457-45AF-AC18-32B9B4C0F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3 – Nearest neighbor</a:t>
            </a:r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6903DD9-67E4-423B-90CE-222E646BB68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523999" y="1748473"/>
            <a:ext cx="1" cy="3875089"/>
          </a:xfrm>
          <a:prstGeom prst="straightConnector1">
            <a:avLst/>
          </a:prstGeom>
          <a:ln w="508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D1A88D-BC7C-48BD-B00E-4ED26A0ECE42}"/>
              </a:ext>
            </a:extLst>
          </p:cNvPr>
          <p:cNvCxnSpPr>
            <a:cxnSpLocks/>
          </p:cNvCxnSpPr>
          <p:nvPr/>
        </p:nvCxnSpPr>
        <p:spPr bwMode="auto">
          <a:xfrm>
            <a:off x="1506955" y="5609910"/>
            <a:ext cx="9430601" cy="0"/>
          </a:xfrm>
          <a:prstGeom prst="straightConnector1">
            <a:avLst/>
          </a:prstGeom>
          <a:ln w="508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D3B9DDE-8F3E-4827-973A-8774EE6DA56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083850" y="3211748"/>
            <a:ext cx="592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x</a:t>
            </a:r>
            <a:r>
              <a:rPr lang="en-US" altLang="en-US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936A7B-7B5C-4920-B407-41D33F9B9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3062" y="5549334"/>
            <a:ext cx="4972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x</a:t>
            </a:r>
            <a:r>
              <a:rPr lang="en-US" altLang="en-US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35E7819E-0159-4BEA-A3D1-66BA508DEEE3}"/>
              </a:ext>
            </a:extLst>
          </p:cNvPr>
          <p:cNvSpPr/>
          <p:nvPr/>
        </p:nvSpPr>
        <p:spPr>
          <a:xfrm>
            <a:off x="1981200" y="3505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D9A6A1CB-1DB1-419E-A831-3838F900496F}"/>
              </a:ext>
            </a:extLst>
          </p:cNvPr>
          <p:cNvSpPr/>
          <p:nvPr/>
        </p:nvSpPr>
        <p:spPr>
          <a:xfrm>
            <a:off x="19812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9A7466ED-E15F-4666-9AC5-1A2826E04D07}"/>
              </a:ext>
            </a:extLst>
          </p:cNvPr>
          <p:cNvSpPr/>
          <p:nvPr/>
        </p:nvSpPr>
        <p:spPr>
          <a:xfrm>
            <a:off x="3505200" y="3581400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A2C40DEA-056E-4CE1-958E-4AFDBB616AAF}"/>
              </a:ext>
            </a:extLst>
          </p:cNvPr>
          <p:cNvSpPr/>
          <p:nvPr/>
        </p:nvSpPr>
        <p:spPr>
          <a:xfrm>
            <a:off x="3276604" y="4877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7C64C728-AE68-4ECD-8B86-3190FA8E5C8C}"/>
              </a:ext>
            </a:extLst>
          </p:cNvPr>
          <p:cNvSpPr/>
          <p:nvPr/>
        </p:nvSpPr>
        <p:spPr>
          <a:xfrm>
            <a:off x="6781804" y="4115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5A3C291B-5BFB-493D-9E0C-92095640B1EB}"/>
              </a:ext>
            </a:extLst>
          </p:cNvPr>
          <p:cNvSpPr/>
          <p:nvPr/>
        </p:nvSpPr>
        <p:spPr>
          <a:xfrm>
            <a:off x="5867404" y="3962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8FAD5FC5-5D60-4BBD-BE94-66C54DC420DB}"/>
              </a:ext>
            </a:extLst>
          </p:cNvPr>
          <p:cNvSpPr/>
          <p:nvPr/>
        </p:nvSpPr>
        <p:spPr>
          <a:xfrm>
            <a:off x="2590800" y="3581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00B18DBF-4217-4135-A88A-1E27635814DE}"/>
              </a:ext>
            </a:extLst>
          </p:cNvPr>
          <p:cNvSpPr/>
          <p:nvPr/>
        </p:nvSpPr>
        <p:spPr>
          <a:xfrm>
            <a:off x="2743200" y="25908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0B3CDC7F-538A-4C90-B844-2EED5518361A}"/>
              </a:ext>
            </a:extLst>
          </p:cNvPr>
          <p:cNvSpPr/>
          <p:nvPr/>
        </p:nvSpPr>
        <p:spPr>
          <a:xfrm>
            <a:off x="7239000" y="3886200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3AE5CA0D-E3D3-4CCE-8D74-F222173CC65D}"/>
              </a:ext>
            </a:extLst>
          </p:cNvPr>
          <p:cNvSpPr/>
          <p:nvPr/>
        </p:nvSpPr>
        <p:spPr>
          <a:xfrm>
            <a:off x="3581400" y="3886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DE632516-F979-47A5-86AB-7D854277901A}"/>
              </a:ext>
            </a:extLst>
          </p:cNvPr>
          <p:cNvSpPr/>
          <p:nvPr/>
        </p:nvSpPr>
        <p:spPr>
          <a:xfrm>
            <a:off x="2971804" y="3353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D350B48C-17EA-495F-B16D-F946F8DE356F}"/>
              </a:ext>
            </a:extLst>
          </p:cNvPr>
          <p:cNvSpPr/>
          <p:nvPr/>
        </p:nvSpPr>
        <p:spPr>
          <a:xfrm>
            <a:off x="3124200" y="4343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B1E789C4-3C95-4543-865A-1B3F2C443D46}"/>
              </a:ext>
            </a:extLst>
          </p:cNvPr>
          <p:cNvSpPr/>
          <p:nvPr/>
        </p:nvSpPr>
        <p:spPr>
          <a:xfrm>
            <a:off x="7391400" y="4115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8312F251-137E-4C34-B464-9E0CF300DB17}"/>
              </a:ext>
            </a:extLst>
          </p:cNvPr>
          <p:cNvSpPr/>
          <p:nvPr/>
        </p:nvSpPr>
        <p:spPr>
          <a:xfrm>
            <a:off x="3886200" y="3352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F8C8F73F-421E-4978-A8D1-96252D38DD09}"/>
              </a:ext>
            </a:extLst>
          </p:cNvPr>
          <p:cNvSpPr/>
          <p:nvPr/>
        </p:nvSpPr>
        <p:spPr>
          <a:xfrm>
            <a:off x="4038604" y="42672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5079A008-3E7C-4A76-B6EA-1C7C81B85772}"/>
              </a:ext>
            </a:extLst>
          </p:cNvPr>
          <p:cNvSpPr/>
          <p:nvPr/>
        </p:nvSpPr>
        <p:spPr>
          <a:xfrm>
            <a:off x="1905004" y="2971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218CEB28-39FB-4E7F-97D7-5FC48F710ACC}"/>
              </a:ext>
            </a:extLst>
          </p:cNvPr>
          <p:cNvSpPr/>
          <p:nvPr/>
        </p:nvSpPr>
        <p:spPr>
          <a:xfrm>
            <a:off x="4419600" y="2438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owchart: Connector 59">
            <a:extLst>
              <a:ext uri="{FF2B5EF4-FFF2-40B4-BE49-F238E27FC236}">
                <a16:creationId xmlns:a16="http://schemas.microsoft.com/office/drawing/2014/main" id="{589018FA-1118-48D3-9CC2-03E956A08D83}"/>
              </a:ext>
            </a:extLst>
          </p:cNvPr>
          <p:cNvSpPr/>
          <p:nvPr/>
        </p:nvSpPr>
        <p:spPr>
          <a:xfrm>
            <a:off x="5410204" y="44196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094A6CA2-4D4D-4984-ACFC-5AB9AE0DBB93}"/>
              </a:ext>
            </a:extLst>
          </p:cNvPr>
          <p:cNvSpPr/>
          <p:nvPr/>
        </p:nvSpPr>
        <p:spPr>
          <a:xfrm>
            <a:off x="5486404" y="3200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9B432094-5D0D-445E-845D-A9D58D5A77EE}"/>
              </a:ext>
            </a:extLst>
          </p:cNvPr>
          <p:cNvSpPr/>
          <p:nvPr/>
        </p:nvSpPr>
        <p:spPr>
          <a:xfrm>
            <a:off x="6477004" y="25146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81E640E2-8CF1-465E-959D-5EEAE5C0ECF4}"/>
              </a:ext>
            </a:extLst>
          </p:cNvPr>
          <p:cNvSpPr/>
          <p:nvPr/>
        </p:nvSpPr>
        <p:spPr>
          <a:xfrm>
            <a:off x="7696204" y="2819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112F171A-14AE-4D42-9CB1-99D1B33D4F8B}"/>
              </a:ext>
            </a:extLst>
          </p:cNvPr>
          <p:cNvSpPr/>
          <p:nvPr/>
        </p:nvSpPr>
        <p:spPr>
          <a:xfrm>
            <a:off x="7696200" y="3581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lowchart: Connector 69">
            <a:extLst>
              <a:ext uri="{FF2B5EF4-FFF2-40B4-BE49-F238E27FC236}">
                <a16:creationId xmlns:a16="http://schemas.microsoft.com/office/drawing/2014/main" id="{A9FB7943-36DF-4F25-82A1-17C4B00FCA1E}"/>
              </a:ext>
            </a:extLst>
          </p:cNvPr>
          <p:cNvSpPr/>
          <p:nvPr/>
        </p:nvSpPr>
        <p:spPr>
          <a:xfrm>
            <a:off x="8610604" y="3962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lowchart: Connector 71">
            <a:extLst>
              <a:ext uri="{FF2B5EF4-FFF2-40B4-BE49-F238E27FC236}">
                <a16:creationId xmlns:a16="http://schemas.microsoft.com/office/drawing/2014/main" id="{8DDF66C4-1458-4FD0-9F87-13E619D5F4EC}"/>
              </a:ext>
            </a:extLst>
          </p:cNvPr>
          <p:cNvSpPr/>
          <p:nvPr/>
        </p:nvSpPr>
        <p:spPr>
          <a:xfrm>
            <a:off x="8382004" y="45725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lowchart: Connector 73">
            <a:extLst>
              <a:ext uri="{FF2B5EF4-FFF2-40B4-BE49-F238E27FC236}">
                <a16:creationId xmlns:a16="http://schemas.microsoft.com/office/drawing/2014/main" id="{304AB30B-E282-4E0F-883A-6781721426DC}"/>
              </a:ext>
            </a:extLst>
          </p:cNvPr>
          <p:cNvSpPr/>
          <p:nvPr/>
        </p:nvSpPr>
        <p:spPr>
          <a:xfrm>
            <a:off x="62484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lowchart: Connector 75">
            <a:extLst>
              <a:ext uri="{FF2B5EF4-FFF2-40B4-BE49-F238E27FC236}">
                <a16:creationId xmlns:a16="http://schemas.microsoft.com/office/drawing/2014/main" id="{E8898A21-6C01-4133-BAF1-08C982909257}"/>
              </a:ext>
            </a:extLst>
          </p:cNvPr>
          <p:cNvSpPr/>
          <p:nvPr/>
        </p:nvSpPr>
        <p:spPr>
          <a:xfrm>
            <a:off x="4724400" y="3962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lowchart: Connector 77">
            <a:extLst>
              <a:ext uri="{FF2B5EF4-FFF2-40B4-BE49-F238E27FC236}">
                <a16:creationId xmlns:a16="http://schemas.microsoft.com/office/drawing/2014/main" id="{7A9DE4C4-44E4-4C36-9648-9EFEA537D4FE}"/>
              </a:ext>
            </a:extLst>
          </p:cNvPr>
          <p:cNvSpPr/>
          <p:nvPr/>
        </p:nvSpPr>
        <p:spPr>
          <a:xfrm>
            <a:off x="3352804" y="2819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lowchart: Connector 79">
            <a:extLst>
              <a:ext uri="{FF2B5EF4-FFF2-40B4-BE49-F238E27FC236}">
                <a16:creationId xmlns:a16="http://schemas.microsoft.com/office/drawing/2014/main" id="{20C29AD0-5FEE-491B-B244-FD2FE8C9ABFB}"/>
              </a:ext>
            </a:extLst>
          </p:cNvPr>
          <p:cNvSpPr/>
          <p:nvPr/>
        </p:nvSpPr>
        <p:spPr>
          <a:xfrm>
            <a:off x="5181600" y="3962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lowchart: Connector 81">
            <a:extLst>
              <a:ext uri="{FF2B5EF4-FFF2-40B4-BE49-F238E27FC236}">
                <a16:creationId xmlns:a16="http://schemas.microsoft.com/office/drawing/2014/main" id="{ACD86608-F8B2-4270-8A84-9A0D416922B3}"/>
              </a:ext>
            </a:extLst>
          </p:cNvPr>
          <p:cNvSpPr/>
          <p:nvPr/>
        </p:nvSpPr>
        <p:spPr>
          <a:xfrm>
            <a:off x="4953000" y="4724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lowchart: Connector 83">
            <a:extLst>
              <a:ext uri="{FF2B5EF4-FFF2-40B4-BE49-F238E27FC236}">
                <a16:creationId xmlns:a16="http://schemas.microsoft.com/office/drawing/2014/main" id="{3DF10E78-6562-44DF-9B56-7C34B445D707}"/>
              </a:ext>
            </a:extLst>
          </p:cNvPr>
          <p:cNvSpPr/>
          <p:nvPr/>
        </p:nvSpPr>
        <p:spPr>
          <a:xfrm>
            <a:off x="5029200" y="2819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lowchart: Connector 85">
            <a:extLst>
              <a:ext uri="{FF2B5EF4-FFF2-40B4-BE49-F238E27FC236}">
                <a16:creationId xmlns:a16="http://schemas.microsoft.com/office/drawing/2014/main" id="{D11EFFCF-59E6-4F72-8DE3-B2518DD77301}"/>
              </a:ext>
            </a:extLst>
          </p:cNvPr>
          <p:cNvSpPr/>
          <p:nvPr/>
        </p:nvSpPr>
        <p:spPr>
          <a:xfrm>
            <a:off x="5486400" y="23622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lowchart: Connector 87">
            <a:extLst>
              <a:ext uri="{FF2B5EF4-FFF2-40B4-BE49-F238E27FC236}">
                <a16:creationId xmlns:a16="http://schemas.microsoft.com/office/drawing/2014/main" id="{5188CEE1-65B8-45A0-B2DB-0C22A02F0608}"/>
              </a:ext>
            </a:extLst>
          </p:cNvPr>
          <p:cNvSpPr/>
          <p:nvPr/>
        </p:nvSpPr>
        <p:spPr>
          <a:xfrm>
            <a:off x="4038600" y="48011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lowchart: Connector 89">
            <a:extLst>
              <a:ext uri="{FF2B5EF4-FFF2-40B4-BE49-F238E27FC236}">
                <a16:creationId xmlns:a16="http://schemas.microsoft.com/office/drawing/2014/main" id="{188A89E6-BEF5-412D-946A-8637BDD9D5FA}"/>
              </a:ext>
            </a:extLst>
          </p:cNvPr>
          <p:cNvSpPr/>
          <p:nvPr/>
        </p:nvSpPr>
        <p:spPr>
          <a:xfrm>
            <a:off x="5867400" y="2785585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lowchart: Connector 91">
            <a:extLst>
              <a:ext uri="{FF2B5EF4-FFF2-40B4-BE49-F238E27FC236}">
                <a16:creationId xmlns:a16="http://schemas.microsoft.com/office/drawing/2014/main" id="{F9F76E5F-C5A2-481E-BE4E-E06A06C7AD37}"/>
              </a:ext>
            </a:extLst>
          </p:cNvPr>
          <p:cNvSpPr/>
          <p:nvPr/>
        </p:nvSpPr>
        <p:spPr>
          <a:xfrm>
            <a:off x="4419604" y="3581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lowchart: Connector 93">
            <a:extLst>
              <a:ext uri="{FF2B5EF4-FFF2-40B4-BE49-F238E27FC236}">
                <a16:creationId xmlns:a16="http://schemas.microsoft.com/office/drawing/2014/main" id="{ED8C178B-9662-476B-9DA8-7ED7BCB6B9DD}"/>
              </a:ext>
            </a:extLst>
          </p:cNvPr>
          <p:cNvSpPr/>
          <p:nvPr/>
        </p:nvSpPr>
        <p:spPr>
          <a:xfrm>
            <a:off x="7239004" y="4724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lowchart: Connector 95">
            <a:extLst>
              <a:ext uri="{FF2B5EF4-FFF2-40B4-BE49-F238E27FC236}">
                <a16:creationId xmlns:a16="http://schemas.microsoft.com/office/drawing/2014/main" id="{9E3290BB-EE5E-4FBD-9F32-367EBC50D4F4}"/>
              </a:ext>
            </a:extLst>
          </p:cNvPr>
          <p:cNvSpPr/>
          <p:nvPr/>
        </p:nvSpPr>
        <p:spPr>
          <a:xfrm>
            <a:off x="7543804" y="3200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lowchart: Connector 97">
            <a:extLst>
              <a:ext uri="{FF2B5EF4-FFF2-40B4-BE49-F238E27FC236}">
                <a16:creationId xmlns:a16="http://schemas.microsoft.com/office/drawing/2014/main" id="{BF992ABD-3DB6-4D73-A564-0DBDE84BD367}"/>
              </a:ext>
            </a:extLst>
          </p:cNvPr>
          <p:cNvSpPr/>
          <p:nvPr/>
        </p:nvSpPr>
        <p:spPr>
          <a:xfrm>
            <a:off x="9525004" y="3886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Flowchart: Connector 99">
            <a:extLst>
              <a:ext uri="{FF2B5EF4-FFF2-40B4-BE49-F238E27FC236}">
                <a16:creationId xmlns:a16="http://schemas.microsoft.com/office/drawing/2014/main" id="{EB3893FF-BB87-4696-AD1E-0BED2444FCE4}"/>
              </a:ext>
            </a:extLst>
          </p:cNvPr>
          <p:cNvSpPr/>
          <p:nvPr/>
        </p:nvSpPr>
        <p:spPr>
          <a:xfrm>
            <a:off x="6705604" y="29718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Flowchart: Connector 101">
            <a:extLst>
              <a:ext uri="{FF2B5EF4-FFF2-40B4-BE49-F238E27FC236}">
                <a16:creationId xmlns:a16="http://schemas.microsoft.com/office/drawing/2014/main" id="{56F505D8-4D60-455F-AE89-3F11D9157D61}"/>
              </a:ext>
            </a:extLst>
          </p:cNvPr>
          <p:cNvSpPr/>
          <p:nvPr/>
        </p:nvSpPr>
        <p:spPr>
          <a:xfrm>
            <a:off x="8915400" y="2819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Flowchart: Connector 103">
            <a:extLst>
              <a:ext uri="{FF2B5EF4-FFF2-40B4-BE49-F238E27FC236}">
                <a16:creationId xmlns:a16="http://schemas.microsoft.com/office/drawing/2014/main" id="{D6B259C9-CD21-4F32-AFC5-B6021FF24B08}"/>
              </a:ext>
            </a:extLst>
          </p:cNvPr>
          <p:cNvSpPr/>
          <p:nvPr/>
        </p:nvSpPr>
        <p:spPr>
          <a:xfrm>
            <a:off x="8458200" y="3353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lowchart: Connector 105">
            <a:extLst>
              <a:ext uri="{FF2B5EF4-FFF2-40B4-BE49-F238E27FC236}">
                <a16:creationId xmlns:a16="http://schemas.microsoft.com/office/drawing/2014/main" id="{1FCFD1B8-9C4D-4E46-A7AB-3A478C970FF2}"/>
              </a:ext>
            </a:extLst>
          </p:cNvPr>
          <p:cNvSpPr/>
          <p:nvPr/>
        </p:nvSpPr>
        <p:spPr>
          <a:xfrm>
            <a:off x="8001000" y="4115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lowchart: Connector 107">
            <a:extLst>
              <a:ext uri="{FF2B5EF4-FFF2-40B4-BE49-F238E27FC236}">
                <a16:creationId xmlns:a16="http://schemas.microsoft.com/office/drawing/2014/main" id="{A9CF796C-CB25-4D85-80A0-EA22675E733E}"/>
              </a:ext>
            </a:extLst>
          </p:cNvPr>
          <p:cNvSpPr/>
          <p:nvPr/>
        </p:nvSpPr>
        <p:spPr>
          <a:xfrm>
            <a:off x="6553200" y="5105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lowchart: Connector 109">
            <a:extLst>
              <a:ext uri="{FF2B5EF4-FFF2-40B4-BE49-F238E27FC236}">
                <a16:creationId xmlns:a16="http://schemas.microsoft.com/office/drawing/2014/main" id="{FD4B0F38-888C-4883-AFEF-7207BBBCBCB6}"/>
              </a:ext>
            </a:extLst>
          </p:cNvPr>
          <p:cNvSpPr/>
          <p:nvPr/>
        </p:nvSpPr>
        <p:spPr>
          <a:xfrm>
            <a:off x="2514600" y="4267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Flowchart: Connector 111">
            <a:extLst>
              <a:ext uri="{FF2B5EF4-FFF2-40B4-BE49-F238E27FC236}">
                <a16:creationId xmlns:a16="http://schemas.microsoft.com/office/drawing/2014/main" id="{BB169269-82B9-4938-8EB7-2506DC89578C}"/>
              </a:ext>
            </a:extLst>
          </p:cNvPr>
          <p:cNvSpPr/>
          <p:nvPr/>
        </p:nvSpPr>
        <p:spPr>
          <a:xfrm>
            <a:off x="6629400" y="338328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Flowchart: Connector 113">
            <a:extLst>
              <a:ext uri="{FF2B5EF4-FFF2-40B4-BE49-F238E27FC236}">
                <a16:creationId xmlns:a16="http://schemas.microsoft.com/office/drawing/2014/main" id="{D35A4DA1-5DBC-4D22-8F41-96402A98A868}"/>
              </a:ext>
            </a:extLst>
          </p:cNvPr>
          <p:cNvSpPr/>
          <p:nvPr/>
        </p:nvSpPr>
        <p:spPr>
          <a:xfrm>
            <a:off x="5181600" y="35052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Flowchart: Connector 119">
            <a:extLst>
              <a:ext uri="{FF2B5EF4-FFF2-40B4-BE49-F238E27FC236}">
                <a16:creationId xmlns:a16="http://schemas.microsoft.com/office/drawing/2014/main" id="{7DA79635-0865-42E4-97B1-B2DF3C6DA94B}"/>
              </a:ext>
            </a:extLst>
          </p:cNvPr>
          <p:cNvSpPr/>
          <p:nvPr/>
        </p:nvSpPr>
        <p:spPr>
          <a:xfrm>
            <a:off x="6748272" y="3425064"/>
            <a:ext cx="1213344" cy="1174840"/>
          </a:xfrm>
          <a:prstGeom prst="flowChartConnector">
            <a:avLst/>
          </a:prstGeom>
          <a:noFill/>
          <a:ln>
            <a:solidFill>
              <a:srgbClr val="000099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Flowchart: Connector 121">
            <a:extLst>
              <a:ext uri="{FF2B5EF4-FFF2-40B4-BE49-F238E27FC236}">
                <a16:creationId xmlns:a16="http://schemas.microsoft.com/office/drawing/2014/main" id="{B1C0FB88-FA09-451A-8F9C-7E2031302418}"/>
              </a:ext>
            </a:extLst>
          </p:cNvPr>
          <p:cNvSpPr/>
          <p:nvPr/>
        </p:nvSpPr>
        <p:spPr>
          <a:xfrm>
            <a:off x="2954242" y="3048000"/>
            <a:ext cx="1383067" cy="1309587"/>
          </a:xfrm>
          <a:prstGeom prst="flowChartConnector">
            <a:avLst/>
          </a:prstGeom>
          <a:noFill/>
          <a:ln>
            <a:solidFill>
              <a:srgbClr val="000099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Flowchart: Connector 125">
            <a:extLst>
              <a:ext uri="{FF2B5EF4-FFF2-40B4-BE49-F238E27FC236}">
                <a16:creationId xmlns:a16="http://schemas.microsoft.com/office/drawing/2014/main" id="{52799D72-FF17-4F69-B573-DB3278FA813C}"/>
              </a:ext>
            </a:extLst>
          </p:cNvPr>
          <p:cNvSpPr/>
          <p:nvPr/>
        </p:nvSpPr>
        <p:spPr>
          <a:xfrm>
            <a:off x="44958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lowchart: Connector 127">
            <a:extLst>
              <a:ext uri="{FF2B5EF4-FFF2-40B4-BE49-F238E27FC236}">
                <a16:creationId xmlns:a16="http://schemas.microsoft.com/office/drawing/2014/main" id="{96102113-E411-4705-98FB-1B3382816067}"/>
              </a:ext>
            </a:extLst>
          </p:cNvPr>
          <p:cNvSpPr/>
          <p:nvPr/>
        </p:nvSpPr>
        <p:spPr>
          <a:xfrm>
            <a:off x="2514600" y="4648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Flowchart: Connector 129">
            <a:extLst>
              <a:ext uri="{FF2B5EF4-FFF2-40B4-BE49-F238E27FC236}">
                <a16:creationId xmlns:a16="http://schemas.microsoft.com/office/drawing/2014/main" id="{23FBBE30-E9BE-4E28-B210-031F513A6177}"/>
              </a:ext>
            </a:extLst>
          </p:cNvPr>
          <p:cNvSpPr/>
          <p:nvPr/>
        </p:nvSpPr>
        <p:spPr>
          <a:xfrm>
            <a:off x="2209800" y="3886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Flowchart: Connector 131">
            <a:extLst>
              <a:ext uri="{FF2B5EF4-FFF2-40B4-BE49-F238E27FC236}">
                <a16:creationId xmlns:a16="http://schemas.microsoft.com/office/drawing/2014/main" id="{1485C9CF-2C07-4D36-8731-AC82313E380D}"/>
              </a:ext>
            </a:extLst>
          </p:cNvPr>
          <p:cNvSpPr/>
          <p:nvPr/>
        </p:nvSpPr>
        <p:spPr>
          <a:xfrm>
            <a:off x="3733800" y="5029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lowchart: Connector 133">
            <a:extLst>
              <a:ext uri="{FF2B5EF4-FFF2-40B4-BE49-F238E27FC236}">
                <a16:creationId xmlns:a16="http://schemas.microsoft.com/office/drawing/2014/main" id="{FE8E16B0-4C9F-4147-8E61-ED34E95FE57F}"/>
              </a:ext>
            </a:extLst>
          </p:cNvPr>
          <p:cNvSpPr/>
          <p:nvPr/>
        </p:nvSpPr>
        <p:spPr>
          <a:xfrm>
            <a:off x="1905000" y="49535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Flowchart: Connector 135">
            <a:extLst>
              <a:ext uri="{FF2B5EF4-FFF2-40B4-BE49-F238E27FC236}">
                <a16:creationId xmlns:a16="http://schemas.microsoft.com/office/drawing/2014/main" id="{FB410D36-5C13-476E-898F-0D8529A94B6F}"/>
              </a:ext>
            </a:extLst>
          </p:cNvPr>
          <p:cNvSpPr/>
          <p:nvPr/>
        </p:nvSpPr>
        <p:spPr>
          <a:xfrm>
            <a:off x="4018280" y="292608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Flowchart: Connector 139">
            <a:extLst>
              <a:ext uri="{FF2B5EF4-FFF2-40B4-BE49-F238E27FC236}">
                <a16:creationId xmlns:a16="http://schemas.microsoft.com/office/drawing/2014/main" id="{F4A028CE-BC61-45B6-A21F-B59EECEF0FCA}"/>
              </a:ext>
            </a:extLst>
          </p:cNvPr>
          <p:cNvSpPr/>
          <p:nvPr/>
        </p:nvSpPr>
        <p:spPr>
          <a:xfrm>
            <a:off x="5562604" y="49535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lowchart: Connector 141">
            <a:extLst>
              <a:ext uri="{FF2B5EF4-FFF2-40B4-BE49-F238E27FC236}">
                <a16:creationId xmlns:a16="http://schemas.microsoft.com/office/drawing/2014/main" id="{A73E63DF-8F7F-4EAB-8B2F-68E066BCE239}"/>
              </a:ext>
            </a:extLst>
          </p:cNvPr>
          <p:cNvSpPr/>
          <p:nvPr/>
        </p:nvSpPr>
        <p:spPr>
          <a:xfrm>
            <a:off x="6172204" y="30480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lowchart: Connector 143">
            <a:extLst>
              <a:ext uri="{FF2B5EF4-FFF2-40B4-BE49-F238E27FC236}">
                <a16:creationId xmlns:a16="http://schemas.microsoft.com/office/drawing/2014/main" id="{CFDC4481-8B2A-4127-AF3F-F11B78884017}"/>
              </a:ext>
            </a:extLst>
          </p:cNvPr>
          <p:cNvSpPr/>
          <p:nvPr/>
        </p:nvSpPr>
        <p:spPr>
          <a:xfrm>
            <a:off x="5943600" y="3505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Flowchart: Connector 145">
            <a:extLst>
              <a:ext uri="{FF2B5EF4-FFF2-40B4-BE49-F238E27FC236}">
                <a16:creationId xmlns:a16="http://schemas.microsoft.com/office/drawing/2014/main" id="{90AAF485-FA37-472B-A7D4-FFE417C86167}"/>
              </a:ext>
            </a:extLst>
          </p:cNvPr>
          <p:cNvSpPr/>
          <p:nvPr/>
        </p:nvSpPr>
        <p:spPr>
          <a:xfrm>
            <a:off x="5867400" y="4495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Flowchart: Connector 147">
            <a:extLst>
              <a:ext uri="{FF2B5EF4-FFF2-40B4-BE49-F238E27FC236}">
                <a16:creationId xmlns:a16="http://schemas.microsoft.com/office/drawing/2014/main" id="{51EBF7CF-FE72-451B-957F-DE609A0F5A28}"/>
              </a:ext>
            </a:extLst>
          </p:cNvPr>
          <p:cNvSpPr/>
          <p:nvPr/>
        </p:nvSpPr>
        <p:spPr>
          <a:xfrm>
            <a:off x="7086604" y="5105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Flowchart: Connector 149">
            <a:extLst>
              <a:ext uri="{FF2B5EF4-FFF2-40B4-BE49-F238E27FC236}">
                <a16:creationId xmlns:a16="http://schemas.microsoft.com/office/drawing/2014/main" id="{BB3493A4-AC3C-45EE-887F-633EE223F664}"/>
              </a:ext>
            </a:extLst>
          </p:cNvPr>
          <p:cNvSpPr/>
          <p:nvPr/>
        </p:nvSpPr>
        <p:spPr>
          <a:xfrm>
            <a:off x="8915404" y="3200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Flowchart: Connector 151">
            <a:extLst>
              <a:ext uri="{FF2B5EF4-FFF2-40B4-BE49-F238E27FC236}">
                <a16:creationId xmlns:a16="http://schemas.microsoft.com/office/drawing/2014/main" id="{D7E051E8-3C75-4159-8E89-A1F634199975}"/>
              </a:ext>
            </a:extLst>
          </p:cNvPr>
          <p:cNvSpPr/>
          <p:nvPr/>
        </p:nvSpPr>
        <p:spPr>
          <a:xfrm>
            <a:off x="9067804" y="3734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Flowchart: Connector 153">
            <a:extLst>
              <a:ext uri="{FF2B5EF4-FFF2-40B4-BE49-F238E27FC236}">
                <a16:creationId xmlns:a16="http://schemas.microsoft.com/office/drawing/2014/main" id="{585AED10-672E-45AA-9FDE-5E12A35F427F}"/>
              </a:ext>
            </a:extLst>
          </p:cNvPr>
          <p:cNvSpPr/>
          <p:nvPr/>
        </p:nvSpPr>
        <p:spPr>
          <a:xfrm>
            <a:off x="9220204" y="4724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Flowchart: Connector 155">
            <a:extLst>
              <a:ext uri="{FF2B5EF4-FFF2-40B4-BE49-F238E27FC236}">
                <a16:creationId xmlns:a16="http://schemas.microsoft.com/office/drawing/2014/main" id="{0EED7D77-78CE-4500-9FBC-16638A7B8049}"/>
              </a:ext>
            </a:extLst>
          </p:cNvPr>
          <p:cNvSpPr/>
          <p:nvPr/>
        </p:nvSpPr>
        <p:spPr>
          <a:xfrm>
            <a:off x="9448804" y="35052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Flowchart: Connector 157">
            <a:extLst>
              <a:ext uri="{FF2B5EF4-FFF2-40B4-BE49-F238E27FC236}">
                <a16:creationId xmlns:a16="http://schemas.microsoft.com/office/drawing/2014/main" id="{1E210A83-0DEA-477E-A13E-66B736B22BDE}"/>
              </a:ext>
            </a:extLst>
          </p:cNvPr>
          <p:cNvSpPr/>
          <p:nvPr/>
        </p:nvSpPr>
        <p:spPr>
          <a:xfrm>
            <a:off x="9601204" y="44201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Flowchart: Connector 159">
            <a:extLst>
              <a:ext uri="{FF2B5EF4-FFF2-40B4-BE49-F238E27FC236}">
                <a16:creationId xmlns:a16="http://schemas.microsoft.com/office/drawing/2014/main" id="{015B9D06-C2D3-446B-85AA-EE769C6D5670}"/>
              </a:ext>
            </a:extLst>
          </p:cNvPr>
          <p:cNvSpPr/>
          <p:nvPr/>
        </p:nvSpPr>
        <p:spPr>
          <a:xfrm>
            <a:off x="9144004" y="44196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C41BFC3F-2BE4-42CD-803E-F8F47615EF38}"/>
              </a:ext>
            </a:extLst>
          </p:cNvPr>
          <p:cNvSpPr/>
          <p:nvPr/>
        </p:nvSpPr>
        <p:spPr>
          <a:xfrm>
            <a:off x="11346534" y="1606219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1569CACA-5ED2-4C5B-A08A-8B77DC5B06E5}"/>
              </a:ext>
            </a:extLst>
          </p:cNvPr>
          <p:cNvSpPr/>
          <p:nvPr/>
        </p:nvSpPr>
        <p:spPr>
          <a:xfrm>
            <a:off x="11353804" y="20116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FC4850-0D36-4775-840F-452658F8F84F}"/>
              </a:ext>
            </a:extLst>
          </p:cNvPr>
          <p:cNvSpPr txBox="1"/>
          <p:nvPr/>
        </p:nvSpPr>
        <p:spPr>
          <a:xfrm>
            <a:off x="9677400" y="144780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0066FF"/>
                </a:solidFill>
              </a:rPr>
              <a:t>Class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0CE5B-AEFB-44AB-BB16-DC44CCBB2214}"/>
              </a:ext>
            </a:extLst>
          </p:cNvPr>
          <p:cNvSpPr txBox="1"/>
          <p:nvPr/>
        </p:nvSpPr>
        <p:spPr>
          <a:xfrm>
            <a:off x="9700550" y="183898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C000"/>
                </a:solidFill>
              </a:rPr>
              <a:t>Class B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9C2B21C8-17B9-4368-9460-C430D791E49D}"/>
              </a:ext>
            </a:extLst>
          </p:cNvPr>
          <p:cNvSpPr/>
          <p:nvPr/>
        </p:nvSpPr>
        <p:spPr>
          <a:xfrm>
            <a:off x="11347050" y="2438904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5AEEA3-D4C9-4000-8BE8-0F2A665F7626}"/>
              </a:ext>
            </a:extLst>
          </p:cNvPr>
          <p:cNvSpPr txBox="1"/>
          <p:nvPr/>
        </p:nvSpPr>
        <p:spPr>
          <a:xfrm>
            <a:off x="9707300" y="227303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No Label</a:t>
            </a:r>
          </a:p>
        </p:txBody>
      </p:sp>
    </p:spTree>
    <p:extLst>
      <p:ext uri="{BB962C8B-B14F-4D97-AF65-F5344CB8AC3E}">
        <p14:creationId xmlns:p14="http://schemas.microsoft.com/office/powerpoint/2010/main" val="14412084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AC38F1-05FE-4947-B6CF-EFF29175E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7 – Nearest neighbor</a:t>
            </a:r>
            <a:endParaRPr lang="en-US" sz="360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61CAA6-74BD-4E06-B103-4E900CC4D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4717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68B26-0457-45AF-AC18-32B9B4C0F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7 – Nearest neighbor</a:t>
            </a:r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6903DD9-67E4-423B-90CE-222E646BB68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523999" y="1748473"/>
            <a:ext cx="1" cy="3875089"/>
          </a:xfrm>
          <a:prstGeom prst="straightConnector1">
            <a:avLst/>
          </a:prstGeom>
          <a:ln w="508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D1A88D-BC7C-48BD-B00E-4ED26A0ECE42}"/>
              </a:ext>
            </a:extLst>
          </p:cNvPr>
          <p:cNvCxnSpPr>
            <a:cxnSpLocks/>
          </p:cNvCxnSpPr>
          <p:nvPr/>
        </p:nvCxnSpPr>
        <p:spPr bwMode="auto">
          <a:xfrm>
            <a:off x="1506955" y="5609910"/>
            <a:ext cx="9430601" cy="0"/>
          </a:xfrm>
          <a:prstGeom prst="straightConnector1">
            <a:avLst/>
          </a:prstGeom>
          <a:ln w="508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D3B9DDE-8F3E-4827-973A-8774EE6DA56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083850" y="3211748"/>
            <a:ext cx="592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x</a:t>
            </a:r>
            <a:r>
              <a:rPr lang="en-US" altLang="en-US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936A7B-7B5C-4920-B407-41D33F9B9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3062" y="5549334"/>
            <a:ext cx="4972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x</a:t>
            </a:r>
            <a:r>
              <a:rPr lang="en-US" altLang="en-US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35E7819E-0159-4BEA-A3D1-66BA508DEEE3}"/>
              </a:ext>
            </a:extLst>
          </p:cNvPr>
          <p:cNvSpPr/>
          <p:nvPr/>
        </p:nvSpPr>
        <p:spPr>
          <a:xfrm>
            <a:off x="1981200" y="3505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D9A6A1CB-1DB1-419E-A831-3838F900496F}"/>
              </a:ext>
            </a:extLst>
          </p:cNvPr>
          <p:cNvSpPr/>
          <p:nvPr/>
        </p:nvSpPr>
        <p:spPr>
          <a:xfrm>
            <a:off x="19812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9A7466ED-E15F-4666-9AC5-1A2826E04D07}"/>
              </a:ext>
            </a:extLst>
          </p:cNvPr>
          <p:cNvSpPr/>
          <p:nvPr/>
        </p:nvSpPr>
        <p:spPr>
          <a:xfrm>
            <a:off x="3505200" y="3581400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A2C40DEA-056E-4CE1-958E-4AFDBB616AAF}"/>
              </a:ext>
            </a:extLst>
          </p:cNvPr>
          <p:cNvSpPr/>
          <p:nvPr/>
        </p:nvSpPr>
        <p:spPr>
          <a:xfrm>
            <a:off x="3276604" y="4877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7C64C728-AE68-4ECD-8B86-3190FA8E5C8C}"/>
              </a:ext>
            </a:extLst>
          </p:cNvPr>
          <p:cNvSpPr/>
          <p:nvPr/>
        </p:nvSpPr>
        <p:spPr>
          <a:xfrm>
            <a:off x="6781804" y="4115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5A3C291B-5BFB-493D-9E0C-92095640B1EB}"/>
              </a:ext>
            </a:extLst>
          </p:cNvPr>
          <p:cNvSpPr/>
          <p:nvPr/>
        </p:nvSpPr>
        <p:spPr>
          <a:xfrm>
            <a:off x="5867404" y="3962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8FAD5FC5-5D60-4BBD-BE94-66C54DC420DB}"/>
              </a:ext>
            </a:extLst>
          </p:cNvPr>
          <p:cNvSpPr/>
          <p:nvPr/>
        </p:nvSpPr>
        <p:spPr>
          <a:xfrm>
            <a:off x="2590800" y="3581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00B18DBF-4217-4135-A88A-1E27635814DE}"/>
              </a:ext>
            </a:extLst>
          </p:cNvPr>
          <p:cNvSpPr/>
          <p:nvPr/>
        </p:nvSpPr>
        <p:spPr>
          <a:xfrm>
            <a:off x="2743200" y="25908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0B3CDC7F-538A-4C90-B844-2EED5518361A}"/>
              </a:ext>
            </a:extLst>
          </p:cNvPr>
          <p:cNvSpPr/>
          <p:nvPr/>
        </p:nvSpPr>
        <p:spPr>
          <a:xfrm>
            <a:off x="7239000" y="3886200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3AE5CA0D-E3D3-4CCE-8D74-F222173CC65D}"/>
              </a:ext>
            </a:extLst>
          </p:cNvPr>
          <p:cNvSpPr/>
          <p:nvPr/>
        </p:nvSpPr>
        <p:spPr>
          <a:xfrm>
            <a:off x="3581400" y="3886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DE632516-F979-47A5-86AB-7D854277901A}"/>
              </a:ext>
            </a:extLst>
          </p:cNvPr>
          <p:cNvSpPr/>
          <p:nvPr/>
        </p:nvSpPr>
        <p:spPr>
          <a:xfrm>
            <a:off x="2971804" y="3353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D350B48C-17EA-495F-B16D-F946F8DE356F}"/>
              </a:ext>
            </a:extLst>
          </p:cNvPr>
          <p:cNvSpPr/>
          <p:nvPr/>
        </p:nvSpPr>
        <p:spPr>
          <a:xfrm>
            <a:off x="3124200" y="4343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B1E789C4-3C95-4543-865A-1B3F2C443D46}"/>
              </a:ext>
            </a:extLst>
          </p:cNvPr>
          <p:cNvSpPr/>
          <p:nvPr/>
        </p:nvSpPr>
        <p:spPr>
          <a:xfrm>
            <a:off x="7391400" y="4115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8312F251-137E-4C34-B464-9E0CF300DB17}"/>
              </a:ext>
            </a:extLst>
          </p:cNvPr>
          <p:cNvSpPr/>
          <p:nvPr/>
        </p:nvSpPr>
        <p:spPr>
          <a:xfrm>
            <a:off x="3886200" y="3352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F8C8F73F-421E-4978-A8D1-96252D38DD09}"/>
              </a:ext>
            </a:extLst>
          </p:cNvPr>
          <p:cNvSpPr/>
          <p:nvPr/>
        </p:nvSpPr>
        <p:spPr>
          <a:xfrm>
            <a:off x="4038604" y="42672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5079A008-3E7C-4A76-B6EA-1C7C81B85772}"/>
              </a:ext>
            </a:extLst>
          </p:cNvPr>
          <p:cNvSpPr/>
          <p:nvPr/>
        </p:nvSpPr>
        <p:spPr>
          <a:xfrm>
            <a:off x="1905004" y="2971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218CEB28-39FB-4E7F-97D7-5FC48F710ACC}"/>
              </a:ext>
            </a:extLst>
          </p:cNvPr>
          <p:cNvSpPr/>
          <p:nvPr/>
        </p:nvSpPr>
        <p:spPr>
          <a:xfrm>
            <a:off x="4419600" y="2438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owchart: Connector 59">
            <a:extLst>
              <a:ext uri="{FF2B5EF4-FFF2-40B4-BE49-F238E27FC236}">
                <a16:creationId xmlns:a16="http://schemas.microsoft.com/office/drawing/2014/main" id="{589018FA-1118-48D3-9CC2-03E956A08D83}"/>
              </a:ext>
            </a:extLst>
          </p:cNvPr>
          <p:cNvSpPr/>
          <p:nvPr/>
        </p:nvSpPr>
        <p:spPr>
          <a:xfrm>
            <a:off x="5410204" y="44196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094A6CA2-4D4D-4984-ACFC-5AB9AE0DBB93}"/>
              </a:ext>
            </a:extLst>
          </p:cNvPr>
          <p:cNvSpPr/>
          <p:nvPr/>
        </p:nvSpPr>
        <p:spPr>
          <a:xfrm>
            <a:off x="5486404" y="3200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9B432094-5D0D-445E-845D-A9D58D5A77EE}"/>
              </a:ext>
            </a:extLst>
          </p:cNvPr>
          <p:cNvSpPr/>
          <p:nvPr/>
        </p:nvSpPr>
        <p:spPr>
          <a:xfrm>
            <a:off x="6477004" y="25146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81E640E2-8CF1-465E-959D-5EEAE5C0ECF4}"/>
              </a:ext>
            </a:extLst>
          </p:cNvPr>
          <p:cNvSpPr/>
          <p:nvPr/>
        </p:nvSpPr>
        <p:spPr>
          <a:xfrm>
            <a:off x="7696204" y="2819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112F171A-14AE-4D42-9CB1-99D1B33D4F8B}"/>
              </a:ext>
            </a:extLst>
          </p:cNvPr>
          <p:cNvSpPr/>
          <p:nvPr/>
        </p:nvSpPr>
        <p:spPr>
          <a:xfrm>
            <a:off x="7696200" y="3581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lowchart: Connector 69">
            <a:extLst>
              <a:ext uri="{FF2B5EF4-FFF2-40B4-BE49-F238E27FC236}">
                <a16:creationId xmlns:a16="http://schemas.microsoft.com/office/drawing/2014/main" id="{A9FB7943-36DF-4F25-82A1-17C4B00FCA1E}"/>
              </a:ext>
            </a:extLst>
          </p:cNvPr>
          <p:cNvSpPr/>
          <p:nvPr/>
        </p:nvSpPr>
        <p:spPr>
          <a:xfrm>
            <a:off x="8610604" y="3962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lowchart: Connector 71">
            <a:extLst>
              <a:ext uri="{FF2B5EF4-FFF2-40B4-BE49-F238E27FC236}">
                <a16:creationId xmlns:a16="http://schemas.microsoft.com/office/drawing/2014/main" id="{8DDF66C4-1458-4FD0-9F87-13E619D5F4EC}"/>
              </a:ext>
            </a:extLst>
          </p:cNvPr>
          <p:cNvSpPr/>
          <p:nvPr/>
        </p:nvSpPr>
        <p:spPr>
          <a:xfrm>
            <a:off x="8382004" y="45725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lowchart: Connector 73">
            <a:extLst>
              <a:ext uri="{FF2B5EF4-FFF2-40B4-BE49-F238E27FC236}">
                <a16:creationId xmlns:a16="http://schemas.microsoft.com/office/drawing/2014/main" id="{304AB30B-E282-4E0F-883A-6781721426DC}"/>
              </a:ext>
            </a:extLst>
          </p:cNvPr>
          <p:cNvSpPr/>
          <p:nvPr/>
        </p:nvSpPr>
        <p:spPr>
          <a:xfrm>
            <a:off x="62484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lowchart: Connector 75">
            <a:extLst>
              <a:ext uri="{FF2B5EF4-FFF2-40B4-BE49-F238E27FC236}">
                <a16:creationId xmlns:a16="http://schemas.microsoft.com/office/drawing/2014/main" id="{E8898A21-6C01-4133-BAF1-08C982909257}"/>
              </a:ext>
            </a:extLst>
          </p:cNvPr>
          <p:cNvSpPr/>
          <p:nvPr/>
        </p:nvSpPr>
        <p:spPr>
          <a:xfrm>
            <a:off x="4724400" y="3962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lowchart: Connector 77">
            <a:extLst>
              <a:ext uri="{FF2B5EF4-FFF2-40B4-BE49-F238E27FC236}">
                <a16:creationId xmlns:a16="http://schemas.microsoft.com/office/drawing/2014/main" id="{7A9DE4C4-44E4-4C36-9648-9EFEA537D4FE}"/>
              </a:ext>
            </a:extLst>
          </p:cNvPr>
          <p:cNvSpPr/>
          <p:nvPr/>
        </p:nvSpPr>
        <p:spPr>
          <a:xfrm>
            <a:off x="3352804" y="2819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lowchart: Connector 79">
            <a:extLst>
              <a:ext uri="{FF2B5EF4-FFF2-40B4-BE49-F238E27FC236}">
                <a16:creationId xmlns:a16="http://schemas.microsoft.com/office/drawing/2014/main" id="{20C29AD0-5FEE-491B-B244-FD2FE8C9ABFB}"/>
              </a:ext>
            </a:extLst>
          </p:cNvPr>
          <p:cNvSpPr/>
          <p:nvPr/>
        </p:nvSpPr>
        <p:spPr>
          <a:xfrm>
            <a:off x="5181600" y="3962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lowchart: Connector 81">
            <a:extLst>
              <a:ext uri="{FF2B5EF4-FFF2-40B4-BE49-F238E27FC236}">
                <a16:creationId xmlns:a16="http://schemas.microsoft.com/office/drawing/2014/main" id="{ACD86608-F8B2-4270-8A84-9A0D416922B3}"/>
              </a:ext>
            </a:extLst>
          </p:cNvPr>
          <p:cNvSpPr/>
          <p:nvPr/>
        </p:nvSpPr>
        <p:spPr>
          <a:xfrm>
            <a:off x="4953000" y="4724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lowchart: Connector 83">
            <a:extLst>
              <a:ext uri="{FF2B5EF4-FFF2-40B4-BE49-F238E27FC236}">
                <a16:creationId xmlns:a16="http://schemas.microsoft.com/office/drawing/2014/main" id="{3DF10E78-6562-44DF-9B56-7C34B445D707}"/>
              </a:ext>
            </a:extLst>
          </p:cNvPr>
          <p:cNvSpPr/>
          <p:nvPr/>
        </p:nvSpPr>
        <p:spPr>
          <a:xfrm>
            <a:off x="5029200" y="2819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lowchart: Connector 85">
            <a:extLst>
              <a:ext uri="{FF2B5EF4-FFF2-40B4-BE49-F238E27FC236}">
                <a16:creationId xmlns:a16="http://schemas.microsoft.com/office/drawing/2014/main" id="{D11EFFCF-59E6-4F72-8DE3-B2518DD77301}"/>
              </a:ext>
            </a:extLst>
          </p:cNvPr>
          <p:cNvSpPr/>
          <p:nvPr/>
        </p:nvSpPr>
        <p:spPr>
          <a:xfrm>
            <a:off x="5486400" y="23622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lowchart: Connector 87">
            <a:extLst>
              <a:ext uri="{FF2B5EF4-FFF2-40B4-BE49-F238E27FC236}">
                <a16:creationId xmlns:a16="http://schemas.microsoft.com/office/drawing/2014/main" id="{5188CEE1-65B8-45A0-B2DB-0C22A02F0608}"/>
              </a:ext>
            </a:extLst>
          </p:cNvPr>
          <p:cNvSpPr/>
          <p:nvPr/>
        </p:nvSpPr>
        <p:spPr>
          <a:xfrm>
            <a:off x="4038600" y="48011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lowchart: Connector 89">
            <a:extLst>
              <a:ext uri="{FF2B5EF4-FFF2-40B4-BE49-F238E27FC236}">
                <a16:creationId xmlns:a16="http://schemas.microsoft.com/office/drawing/2014/main" id="{188A89E6-BEF5-412D-946A-8637BDD9D5FA}"/>
              </a:ext>
            </a:extLst>
          </p:cNvPr>
          <p:cNvSpPr/>
          <p:nvPr/>
        </p:nvSpPr>
        <p:spPr>
          <a:xfrm>
            <a:off x="5867400" y="2785585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lowchart: Connector 91">
            <a:extLst>
              <a:ext uri="{FF2B5EF4-FFF2-40B4-BE49-F238E27FC236}">
                <a16:creationId xmlns:a16="http://schemas.microsoft.com/office/drawing/2014/main" id="{F9F76E5F-C5A2-481E-BE4E-E06A06C7AD37}"/>
              </a:ext>
            </a:extLst>
          </p:cNvPr>
          <p:cNvSpPr/>
          <p:nvPr/>
        </p:nvSpPr>
        <p:spPr>
          <a:xfrm>
            <a:off x="4419604" y="3581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lowchart: Connector 93">
            <a:extLst>
              <a:ext uri="{FF2B5EF4-FFF2-40B4-BE49-F238E27FC236}">
                <a16:creationId xmlns:a16="http://schemas.microsoft.com/office/drawing/2014/main" id="{ED8C178B-9662-476B-9DA8-7ED7BCB6B9DD}"/>
              </a:ext>
            </a:extLst>
          </p:cNvPr>
          <p:cNvSpPr/>
          <p:nvPr/>
        </p:nvSpPr>
        <p:spPr>
          <a:xfrm>
            <a:off x="7239004" y="4724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lowchart: Connector 95">
            <a:extLst>
              <a:ext uri="{FF2B5EF4-FFF2-40B4-BE49-F238E27FC236}">
                <a16:creationId xmlns:a16="http://schemas.microsoft.com/office/drawing/2014/main" id="{9E3290BB-EE5E-4FBD-9F32-367EBC50D4F4}"/>
              </a:ext>
            </a:extLst>
          </p:cNvPr>
          <p:cNvSpPr/>
          <p:nvPr/>
        </p:nvSpPr>
        <p:spPr>
          <a:xfrm>
            <a:off x="7543804" y="3200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lowchart: Connector 97">
            <a:extLst>
              <a:ext uri="{FF2B5EF4-FFF2-40B4-BE49-F238E27FC236}">
                <a16:creationId xmlns:a16="http://schemas.microsoft.com/office/drawing/2014/main" id="{BF992ABD-3DB6-4D73-A564-0DBDE84BD367}"/>
              </a:ext>
            </a:extLst>
          </p:cNvPr>
          <p:cNvSpPr/>
          <p:nvPr/>
        </p:nvSpPr>
        <p:spPr>
          <a:xfrm>
            <a:off x="9525004" y="3886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Flowchart: Connector 99">
            <a:extLst>
              <a:ext uri="{FF2B5EF4-FFF2-40B4-BE49-F238E27FC236}">
                <a16:creationId xmlns:a16="http://schemas.microsoft.com/office/drawing/2014/main" id="{EB3893FF-BB87-4696-AD1E-0BED2444FCE4}"/>
              </a:ext>
            </a:extLst>
          </p:cNvPr>
          <p:cNvSpPr/>
          <p:nvPr/>
        </p:nvSpPr>
        <p:spPr>
          <a:xfrm>
            <a:off x="6705604" y="29718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Flowchart: Connector 101">
            <a:extLst>
              <a:ext uri="{FF2B5EF4-FFF2-40B4-BE49-F238E27FC236}">
                <a16:creationId xmlns:a16="http://schemas.microsoft.com/office/drawing/2014/main" id="{56F505D8-4D60-455F-AE89-3F11D9157D61}"/>
              </a:ext>
            </a:extLst>
          </p:cNvPr>
          <p:cNvSpPr/>
          <p:nvPr/>
        </p:nvSpPr>
        <p:spPr>
          <a:xfrm>
            <a:off x="8915400" y="2819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Flowchart: Connector 103">
            <a:extLst>
              <a:ext uri="{FF2B5EF4-FFF2-40B4-BE49-F238E27FC236}">
                <a16:creationId xmlns:a16="http://schemas.microsoft.com/office/drawing/2014/main" id="{D6B259C9-CD21-4F32-AFC5-B6021FF24B08}"/>
              </a:ext>
            </a:extLst>
          </p:cNvPr>
          <p:cNvSpPr/>
          <p:nvPr/>
        </p:nvSpPr>
        <p:spPr>
          <a:xfrm>
            <a:off x="8458200" y="3353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lowchart: Connector 105">
            <a:extLst>
              <a:ext uri="{FF2B5EF4-FFF2-40B4-BE49-F238E27FC236}">
                <a16:creationId xmlns:a16="http://schemas.microsoft.com/office/drawing/2014/main" id="{1FCFD1B8-9C4D-4E46-A7AB-3A478C970FF2}"/>
              </a:ext>
            </a:extLst>
          </p:cNvPr>
          <p:cNvSpPr/>
          <p:nvPr/>
        </p:nvSpPr>
        <p:spPr>
          <a:xfrm>
            <a:off x="8001000" y="4115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lowchart: Connector 107">
            <a:extLst>
              <a:ext uri="{FF2B5EF4-FFF2-40B4-BE49-F238E27FC236}">
                <a16:creationId xmlns:a16="http://schemas.microsoft.com/office/drawing/2014/main" id="{A9CF796C-CB25-4D85-80A0-EA22675E733E}"/>
              </a:ext>
            </a:extLst>
          </p:cNvPr>
          <p:cNvSpPr/>
          <p:nvPr/>
        </p:nvSpPr>
        <p:spPr>
          <a:xfrm>
            <a:off x="6553200" y="5105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lowchart: Connector 109">
            <a:extLst>
              <a:ext uri="{FF2B5EF4-FFF2-40B4-BE49-F238E27FC236}">
                <a16:creationId xmlns:a16="http://schemas.microsoft.com/office/drawing/2014/main" id="{FD4B0F38-888C-4883-AFEF-7207BBBCBCB6}"/>
              </a:ext>
            </a:extLst>
          </p:cNvPr>
          <p:cNvSpPr/>
          <p:nvPr/>
        </p:nvSpPr>
        <p:spPr>
          <a:xfrm>
            <a:off x="2514600" y="4267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Flowchart: Connector 111">
            <a:extLst>
              <a:ext uri="{FF2B5EF4-FFF2-40B4-BE49-F238E27FC236}">
                <a16:creationId xmlns:a16="http://schemas.microsoft.com/office/drawing/2014/main" id="{BB169269-82B9-4938-8EB7-2506DC89578C}"/>
              </a:ext>
            </a:extLst>
          </p:cNvPr>
          <p:cNvSpPr/>
          <p:nvPr/>
        </p:nvSpPr>
        <p:spPr>
          <a:xfrm>
            <a:off x="6629400" y="338328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Flowchart: Connector 113">
            <a:extLst>
              <a:ext uri="{FF2B5EF4-FFF2-40B4-BE49-F238E27FC236}">
                <a16:creationId xmlns:a16="http://schemas.microsoft.com/office/drawing/2014/main" id="{D35A4DA1-5DBC-4D22-8F41-96402A98A868}"/>
              </a:ext>
            </a:extLst>
          </p:cNvPr>
          <p:cNvSpPr/>
          <p:nvPr/>
        </p:nvSpPr>
        <p:spPr>
          <a:xfrm>
            <a:off x="5181600" y="35052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Flowchart: Connector 125">
            <a:extLst>
              <a:ext uri="{FF2B5EF4-FFF2-40B4-BE49-F238E27FC236}">
                <a16:creationId xmlns:a16="http://schemas.microsoft.com/office/drawing/2014/main" id="{52799D72-FF17-4F69-B573-DB3278FA813C}"/>
              </a:ext>
            </a:extLst>
          </p:cNvPr>
          <p:cNvSpPr/>
          <p:nvPr/>
        </p:nvSpPr>
        <p:spPr>
          <a:xfrm>
            <a:off x="44958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lowchart: Connector 127">
            <a:extLst>
              <a:ext uri="{FF2B5EF4-FFF2-40B4-BE49-F238E27FC236}">
                <a16:creationId xmlns:a16="http://schemas.microsoft.com/office/drawing/2014/main" id="{96102113-E411-4705-98FB-1B3382816067}"/>
              </a:ext>
            </a:extLst>
          </p:cNvPr>
          <p:cNvSpPr/>
          <p:nvPr/>
        </p:nvSpPr>
        <p:spPr>
          <a:xfrm>
            <a:off x="2514600" y="4648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Flowchart: Connector 129">
            <a:extLst>
              <a:ext uri="{FF2B5EF4-FFF2-40B4-BE49-F238E27FC236}">
                <a16:creationId xmlns:a16="http://schemas.microsoft.com/office/drawing/2014/main" id="{23FBBE30-E9BE-4E28-B210-031F513A6177}"/>
              </a:ext>
            </a:extLst>
          </p:cNvPr>
          <p:cNvSpPr/>
          <p:nvPr/>
        </p:nvSpPr>
        <p:spPr>
          <a:xfrm>
            <a:off x="2209800" y="3886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Flowchart: Connector 131">
            <a:extLst>
              <a:ext uri="{FF2B5EF4-FFF2-40B4-BE49-F238E27FC236}">
                <a16:creationId xmlns:a16="http://schemas.microsoft.com/office/drawing/2014/main" id="{1485C9CF-2C07-4D36-8731-AC82313E380D}"/>
              </a:ext>
            </a:extLst>
          </p:cNvPr>
          <p:cNvSpPr/>
          <p:nvPr/>
        </p:nvSpPr>
        <p:spPr>
          <a:xfrm>
            <a:off x="3733800" y="5029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lowchart: Connector 133">
            <a:extLst>
              <a:ext uri="{FF2B5EF4-FFF2-40B4-BE49-F238E27FC236}">
                <a16:creationId xmlns:a16="http://schemas.microsoft.com/office/drawing/2014/main" id="{FE8E16B0-4C9F-4147-8E61-ED34E95FE57F}"/>
              </a:ext>
            </a:extLst>
          </p:cNvPr>
          <p:cNvSpPr/>
          <p:nvPr/>
        </p:nvSpPr>
        <p:spPr>
          <a:xfrm>
            <a:off x="1905000" y="49535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Flowchart: Connector 135">
            <a:extLst>
              <a:ext uri="{FF2B5EF4-FFF2-40B4-BE49-F238E27FC236}">
                <a16:creationId xmlns:a16="http://schemas.microsoft.com/office/drawing/2014/main" id="{FB410D36-5C13-476E-898F-0D8529A94B6F}"/>
              </a:ext>
            </a:extLst>
          </p:cNvPr>
          <p:cNvSpPr/>
          <p:nvPr/>
        </p:nvSpPr>
        <p:spPr>
          <a:xfrm>
            <a:off x="4018280" y="292608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Flowchart: Connector 139">
            <a:extLst>
              <a:ext uri="{FF2B5EF4-FFF2-40B4-BE49-F238E27FC236}">
                <a16:creationId xmlns:a16="http://schemas.microsoft.com/office/drawing/2014/main" id="{F4A028CE-BC61-45B6-A21F-B59EECEF0FCA}"/>
              </a:ext>
            </a:extLst>
          </p:cNvPr>
          <p:cNvSpPr/>
          <p:nvPr/>
        </p:nvSpPr>
        <p:spPr>
          <a:xfrm>
            <a:off x="5562604" y="49535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lowchart: Connector 141">
            <a:extLst>
              <a:ext uri="{FF2B5EF4-FFF2-40B4-BE49-F238E27FC236}">
                <a16:creationId xmlns:a16="http://schemas.microsoft.com/office/drawing/2014/main" id="{A73E63DF-8F7F-4EAB-8B2F-68E066BCE239}"/>
              </a:ext>
            </a:extLst>
          </p:cNvPr>
          <p:cNvSpPr/>
          <p:nvPr/>
        </p:nvSpPr>
        <p:spPr>
          <a:xfrm>
            <a:off x="6172204" y="30480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lowchart: Connector 143">
            <a:extLst>
              <a:ext uri="{FF2B5EF4-FFF2-40B4-BE49-F238E27FC236}">
                <a16:creationId xmlns:a16="http://schemas.microsoft.com/office/drawing/2014/main" id="{CFDC4481-8B2A-4127-AF3F-F11B78884017}"/>
              </a:ext>
            </a:extLst>
          </p:cNvPr>
          <p:cNvSpPr/>
          <p:nvPr/>
        </p:nvSpPr>
        <p:spPr>
          <a:xfrm>
            <a:off x="5943600" y="3505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Flowchart: Connector 145">
            <a:extLst>
              <a:ext uri="{FF2B5EF4-FFF2-40B4-BE49-F238E27FC236}">
                <a16:creationId xmlns:a16="http://schemas.microsoft.com/office/drawing/2014/main" id="{90AAF485-FA37-472B-A7D4-FFE417C86167}"/>
              </a:ext>
            </a:extLst>
          </p:cNvPr>
          <p:cNvSpPr/>
          <p:nvPr/>
        </p:nvSpPr>
        <p:spPr>
          <a:xfrm>
            <a:off x="5867400" y="4495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Flowchart: Connector 147">
            <a:extLst>
              <a:ext uri="{FF2B5EF4-FFF2-40B4-BE49-F238E27FC236}">
                <a16:creationId xmlns:a16="http://schemas.microsoft.com/office/drawing/2014/main" id="{51EBF7CF-FE72-451B-957F-DE609A0F5A28}"/>
              </a:ext>
            </a:extLst>
          </p:cNvPr>
          <p:cNvSpPr/>
          <p:nvPr/>
        </p:nvSpPr>
        <p:spPr>
          <a:xfrm>
            <a:off x="7086604" y="5105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Flowchart: Connector 149">
            <a:extLst>
              <a:ext uri="{FF2B5EF4-FFF2-40B4-BE49-F238E27FC236}">
                <a16:creationId xmlns:a16="http://schemas.microsoft.com/office/drawing/2014/main" id="{BB3493A4-AC3C-45EE-887F-633EE223F664}"/>
              </a:ext>
            </a:extLst>
          </p:cNvPr>
          <p:cNvSpPr/>
          <p:nvPr/>
        </p:nvSpPr>
        <p:spPr>
          <a:xfrm>
            <a:off x="8915404" y="3200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Flowchart: Connector 151">
            <a:extLst>
              <a:ext uri="{FF2B5EF4-FFF2-40B4-BE49-F238E27FC236}">
                <a16:creationId xmlns:a16="http://schemas.microsoft.com/office/drawing/2014/main" id="{D7E051E8-3C75-4159-8E89-A1F634199975}"/>
              </a:ext>
            </a:extLst>
          </p:cNvPr>
          <p:cNvSpPr/>
          <p:nvPr/>
        </p:nvSpPr>
        <p:spPr>
          <a:xfrm>
            <a:off x="9067804" y="3734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Flowchart: Connector 153">
            <a:extLst>
              <a:ext uri="{FF2B5EF4-FFF2-40B4-BE49-F238E27FC236}">
                <a16:creationId xmlns:a16="http://schemas.microsoft.com/office/drawing/2014/main" id="{585AED10-672E-45AA-9FDE-5E12A35F427F}"/>
              </a:ext>
            </a:extLst>
          </p:cNvPr>
          <p:cNvSpPr/>
          <p:nvPr/>
        </p:nvSpPr>
        <p:spPr>
          <a:xfrm>
            <a:off x="9220204" y="4724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Flowchart: Connector 155">
            <a:extLst>
              <a:ext uri="{FF2B5EF4-FFF2-40B4-BE49-F238E27FC236}">
                <a16:creationId xmlns:a16="http://schemas.microsoft.com/office/drawing/2014/main" id="{0EED7D77-78CE-4500-9FBC-16638A7B8049}"/>
              </a:ext>
            </a:extLst>
          </p:cNvPr>
          <p:cNvSpPr/>
          <p:nvPr/>
        </p:nvSpPr>
        <p:spPr>
          <a:xfrm>
            <a:off x="9448804" y="35052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Flowchart: Connector 157">
            <a:extLst>
              <a:ext uri="{FF2B5EF4-FFF2-40B4-BE49-F238E27FC236}">
                <a16:creationId xmlns:a16="http://schemas.microsoft.com/office/drawing/2014/main" id="{1E210A83-0DEA-477E-A13E-66B736B22BDE}"/>
              </a:ext>
            </a:extLst>
          </p:cNvPr>
          <p:cNvSpPr/>
          <p:nvPr/>
        </p:nvSpPr>
        <p:spPr>
          <a:xfrm>
            <a:off x="9601204" y="44201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Flowchart: Connector 159">
            <a:extLst>
              <a:ext uri="{FF2B5EF4-FFF2-40B4-BE49-F238E27FC236}">
                <a16:creationId xmlns:a16="http://schemas.microsoft.com/office/drawing/2014/main" id="{015B9D06-C2D3-446B-85AA-EE769C6D5670}"/>
              </a:ext>
            </a:extLst>
          </p:cNvPr>
          <p:cNvSpPr/>
          <p:nvPr/>
        </p:nvSpPr>
        <p:spPr>
          <a:xfrm>
            <a:off x="9144004" y="44196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C41BFC3F-2BE4-42CD-803E-F8F47615EF38}"/>
              </a:ext>
            </a:extLst>
          </p:cNvPr>
          <p:cNvSpPr/>
          <p:nvPr/>
        </p:nvSpPr>
        <p:spPr>
          <a:xfrm>
            <a:off x="11346534" y="1606219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1569CACA-5ED2-4C5B-A08A-8B77DC5B06E5}"/>
              </a:ext>
            </a:extLst>
          </p:cNvPr>
          <p:cNvSpPr/>
          <p:nvPr/>
        </p:nvSpPr>
        <p:spPr>
          <a:xfrm>
            <a:off x="11353804" y="20116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FC4850-0D36-4775-840F-452658F8F84F}"/>
              </a:ext>
            </a:extLst>
          </p:cNvPr>
          <p:cNvSpPr txBox="1"/>
          <p:nvPr/>
        </p:nvSpPr>
        <p:spPr>
          <a:xfrm>
            <a:off x="9677400" y="144780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0066FF"/>
                </a:solidFill>
              </a:rPr>
              <a:t>Class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0CE5B-AEFB-44AB-BB16-DC44CCBB2214}"/>
              </a:ext>
            </a:extLst>
          </p:cNvPr>
          <p:cNvSpPr txBox="1"/>
          <p:nvPr/>
        </p:nvSpPr>
        <p:spPr>
          <a:xfrm>
            <a:off x="9700550" y="183898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C000"/>
                </a:solidFill>
              </a:rPr>
              <a:t>Class B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9C2B21C8-17B9-4368-9460-C430D791E49D}"/>
              </a:ext>
            </a:extLst>
          </p:cNvPr>
          <p:cNvSpPr/>
          <p:nvPr/>
        </p:nvSpPr>
        <p:spPr>
          <a:xfrm>
            <a:off x="11347050" y="2438904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5AEEA3-D4C9-4000-8BE8-0F2A665F7626}"/>
              </a:ext>
            </a:extLst>
          </p:cNvPr>
          <p:cNvSpPr txBox="1"/>
          <p:nvPr/>
        </p:nvSpPr>
        <p:spPr>
          <a:xfrm>
            <a:off x="9707300" y="227303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No Label</a:t>
            </a:r>
          </a:p>
        </p:txBody>
      </p:sp>
    </p:spTree>
    <p:extLst>
      <p:ext uri="{BB962C8B-B14F-4D97-AF65-F5344CB8AC3E}">
        <p14:creationId xmlns:p14="http://schemas.microsoft.com/office/powerpoint/2010/main" val="216727242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68B26-0457-45AF-AC18-32B9B4C0F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7 – Nearest neighbor</a:t>
            </a:r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6903DD9-67E4-423B-90CE-222E646BB68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523999" y="1748473"/>
            <a:ext cx="1" cy="3875089"/>
          </a:xfrm>
          <a:prstGeom prst="straightConnector1">
            <a:avLst/>
          </a:prstGeom>
          <a:ln w="508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D1A88D-BC7C-48BD-B00E-4ED26A0ECE42}"/>
              </a:ext>
            </a:extLst>
          </p:cNvPr>
          <p:cNvCxnSpPr>
            <a:cxnSpLocks/>
          </p:cNvCxnSpPr>
          <p:nvPr/>
        </p:nvCxnSpPr>
        <p:spPr bwMode="auto">
          <a:xfrm>
            <a:off x="1506955" y="5609910"/>
            <a:ext cx="9430601" cy="0"/>
          </a:xfrm>
          <a:prstGeom prst="straightConnector1">
            <a:avLst/>
          </a:prstGeom>
          <a:ln w="508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D3B9DDE-8F3E-4827-973A-8774EE6DA56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083850" y="3211748"/>
            <a:ext cx="592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x</a:t>
            </a:r>
            <a:r>
              <a:rPr lang="en-US" altLang="en-US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936A7B-7B5C-4920-B407-41D33F9B9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3062" y="5549334"/>
            <a:ext cx="4972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x</a:t>
            </a:r>
            <a:r>
              <a:rPr lang="en-US" altLang="en-US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35E7819E-0159-4BEA-A3D1-66BA508DEEE3}"/>
              </a:ext>
            </a:extLst>
          </p:cNvPr>
          <p:cNvSpPr/>
          <p:nvPr/>
        </p:nvSpPr>
        <p:spPr>
          <a:xfrm>
            <a:off x="1981200" y="3505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D9A6A1CB-1DB1-419E-A831-3838F900496F}"/>
              </a:ext>
            </a:extLst>
          </p:cNvPr>
          <p:cNvSpPr/>
          <p:nvPr/>
        </p:nvSpPr>
        <p:spPr>
          <a:xfrm>
            <a:off x="19812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9A7466ED-E15F-4666-9AC5-1A2826E04D07}"/>
              </a:ext>
            </a:extLst>
          </p:cNvPr>
          <p:cNvSpPr/>
          <p:nvPr/>
        </p:nvSpPr>
        <p:spPr>
          <a:xfrm>
            <a:off x="3505200" y="3581400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A2C40DEA-056E-4CE1-958E-4AFDBB616AAF}"/>
              </a:ext>
            </a:extLst>
          </p:cNvPr>
          <p:cNvSpPr/>
          <p:nvPr/>
        </p:nvSpPr>
        <p:spPr>
          <a:xfrm>
            <a:off x="3276604" y="4877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7C64C728-AE68-4ECD-8B86-3190FA8E5C8C}"/>
              </a:ext>
            </a:extLst>
          </p:cNvPr>
          <p:cNvSpPr/>
          <p:nvPr/>
        </p:nvSpPr>
        <p:spPr>
          <a:xfrm>
            <a:off x="6781804" y="4115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5A3C291B-5BFB-493D-9E0C-92095640B1EB}"/>
              </a:ext>
            </a:extLst>
          </p:cNvPr>
          <p:cNvSpPr/>
          <p:nvPr/>
        </p:nvSpPr>
        <p:spPr>
          <a:xfrm>
            <a:off x="5867404" y="3962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8FAD5FC5-5D60-4BBD-BE94-66C54DC420DB}"/>
              </a:ext>
            </a:extLst>
          </p:cNvPr>
          <p:cNvSpPr/>
          <p:nvPr/>
        </p:nvSpPr>
        <p:spPr>
          <a:xfrm>
            <a:off x="2590800" y="3581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00B18DBF-4217-4135-A88A-1E27635814DE}"/>
              </a:ext>
            </a:extLst>
          </p:cNvPr>
          <p:cNvSpPr/>
          <p:nvPr/>
        </p:nvSpPr>
        <p:spPr>
          <a:xfrm>
            <a:off x="2743200" y="25908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0B3CDC7F-538A-4C90-B844-2EED5518361A}"/>
              </a:ext>
            </a:extLst>
          </p:cNvPr>
          <p:cNvSpPr/>
          <p:nvPr/>
        </p:nvSpPr>
        <p:spPr>
          <a:xfrm>
            <a:off x="7239000" y="3886200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3AE5CA0D-E3D3-4CCE-8D74-F222173CC65D}"/>
              </a:ext>
            </a:extLst>
          </p:cNvPr>
          <p:cNvSpPr/>
          <p:nvPr/>
        </p:nvSpPr>
        <p:spPr>
          <a:xfrm>
            <a:off x="3581400" y="3886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DE632516-F979-47A5-86AB-7D854277901A}"/>
              </a:ext>
            </a:extLst>
          </p:cNvPr>
          <p:cNvSpPr/>
          <p:nvPr/>
        </p:nvSpPr>
        <p:spPr>
          <a:xfrm>
            <a:off x="2971804" y="3353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D350B48C-17EA-495F-B16D-F946F8DE356F}"/>
              </a:ext>
            </a:extLst>
          </p:cNvPr>
          <p:cNvSpPr/>
          <p:nvPr/>
        </p:nvSpPr>
        <p:spPr>
          <a:xfrm>
            <a:off x="3124200" y="4343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B1E789C4-3C95-4543-865A-1B3F2C443D46}"/>
              </a:ext>
            </a:extLst>
          </p:cNvPr>
          <p:cNvSpPr/>
          <p:nvPr/>
        </p:nvSpPr>
        <p:spPr>
          <a:xfrm>
            <a:off x="7391400" y="4115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8312F251-137E-4C34-B464-9E0CF300DB17}"/>
              </a:ext>
            </a:extLst>
          </p:cNvPr>
          <p:cNvSpPr/>
          <p:nvPr/>
        </p:nvSpPr>
        <p:spPr>
          <a:xfrm>
            <a:off x="3886200" y="3352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F8C8F73F-421E-4978-A8D1-96252D38DD09}"/>
              </a:ext>
            </a:extLst>
          </p:cNvPr>
          <p:cNvSpPr/>
          <p:nvPr/>
        </p:nvSpPr>
        <p:spPr>
          <a:xfrm>
            <a:off x="4038604" y="42672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5079A008-3E7C-4A76-B6EA-1C7C81B85772}"/>
              </a:ext>
            </a:extLst>
          </p:cNvPr>
          <p:cNvSpPr/>
          <p:nvPr/>
        </p:nvSpPr>
        <p:spPr>
          <a:xfrm>
            <a:off x="1905004" y="2971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218CEB28-39FB-4E7F-97D7-5FC48F710ACC}"/>
              </a:ext>
            </a:extLst>
          </p:cNvPr>
          <p:cNvSpPr/>
          <p:nvPr/>
        </p:nvSpPr>
        <p:spPr>
          <a:xfrm>
            <a:off x="4419600" y="2438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owchart: Connector 59">
            <a:extLst>
              <a:ext uri="{FF2B5EF4-FFF2-40B4-BE49-F238E27FC236}">
                <a16:creationId xmlns:a16="http://schemas.microsoft.com/office/drawing/2014/main" id="{589018FA-1118-48D3-9CC2-03E956A08D83}"/>
              </a:ext>
            </a:extLst>
          </p:cNvPr>
          <p:cNvSpPr/>
          <p:nvPr/>
        </p:nvSpPr>
        <p:spPr>
          <a:xfrm>
            <a:off x="5410204" y="44196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094A6CA2-4D4D-4984-ACFC-5AB9AE0DBB93}"/>
              </a:ext>
            </a:extLst>
          </p:cNvPr>
          <p:cNvSpPr/>
          <p:nvPr/>
        </p:nvSpPr>
        <p:spPr>
          <a:xfrm>
            <a:off x="5486404" y="3200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9B432094-5D0D-445E-845D-A9D58D5A77EE}"/>
              </a:ext>
            </a:extLst>
          </p:cNvPr>
          <p:cNvSpPr/>
          <p:nvPr/>
        </p:nvSpPr>
        <p:spPr>
          <a:xfrm>
            <a:off x="6477004" y="25146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81E640E2-8CF1-465E-959D-5EEAE5C0ECF4}"/>
              </a:ext>
            </a:extLst>
          </p:cNvPr>
          <p:cNvSpPr/>
          <p:nvPr/>
        </p:nvSpPr>
        <p:spPr>
          <a:xfrm>
            <a:off x="7696204" y="2819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112F171A-14AE-4D42-9CB1-99D1B33D4F8B}"/>
              </a:ext>
            </a:extLst>
          </p:cNvPr>
          <p:cNvSpPr/>
          <p:nvPr/>
        </p:nvSpPr>
        <p:spPr>
          <a:xfrm>
            <a:off x="7696200" y="3581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lowchart: Connector 69">
            <a:extLst>
              <a:ext uri="{FF2B5EF4-FFF2-40B4-BE49-F238E27FC236}">
                <a16:creationId xmlns:a16="http://schemas.microsoft.com/office/drawing/2014/main" id="{A9FB7943-36DF-4F25-82A1-17C4B00FCA1E}"/>
              </a:ext>
            </a:extLst>
          </p:cNvPr>
          <p:cNvSpPr/>
          <p:nvPr/>
        </p:nvSpPr>
        <p:spPr>
          <a:xfrm>
            <a:off x="8610604" y="3962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lowchart: Connector 71">
            <a:extLst>
              <a:ext uri="{FF2B5EF4-FFF2-40B4-BE49-F238E27FC236}">
                <a16:creationId xmlns:a16="http://schemas.microsoft.com/office/drawing/2014/main" id="{8DDF66C4-1458-4FD0-9F87-13E619D5F4EC}"/>
              </a:ext>
            </a:extLst>
          </p:cNvPr>
          <p:cNvSpPr/>
          <p:nvPr/>
        </p:nvSpPr>
        <p:spPr>
          <a:xfrm>
            <a:off x="8382004" y="45725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lowchart: Connector 73">
            <a:extLst>
              <a:ext uri="{FF2B5EF4-FFF2-40B4-BE49-F238E27FC236}">
                <a16:creationId xmlns:a16="http://schemas.microsoft.com/office/drawing/2014/main" id="{304AB30B-E282-4E0F-883A-6781721426DC}"/>
              </a:ext>
            </a:extLst>
          </p:cNvPr>
          <p:cNvSpPr/>
          <p:nvPr/>
        </p:nvSpPr>
        <p:spPr>
          <a:xfrm>
            <a:off x="62484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lowchart: Connector 75">
            <a:extLst>
              <a:ext uri="{FF2B5EF4-FFF2-40B4-BE49-F238E27FC236}">
                <a16:creationId xmlns:a16="http://schemas.microsoft.com/office/drawing/2014/main" id="{E8898A21-6C01-4133-BAF1-08C982909257}"/>
              </a:ext>
            </a:extLst>
          </p:cNvPr>
          <p:cNvSpPr/>
          <p:nvPr/>
        </p:nvSpPr>
        <p:spPr>
          <a:xfrm>
            <a:off x="4724400" y="3962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lowchart: Connector 77">
            <a:extLst>
              <a:ext uri="{FF2B5EF4-FFF2-40B4-BE49-F238E27FC236}">
                <a16:creationId xmlns:a16="http://schemas.microsoft.com/office/drawing/2014/main" id="{7A9DE4C4-44E4-4C36-9648-9EFEA537D4FE}"/>
              </a:ext>
            </a:extLst>
          </p:cNvPr>
          <p:cNvSpPr/>
          <p:nvPr/>
        </p:nvSpPr>
        <p:spPr>
          <a:xfrm>
            <a:off x="3352804" y="2819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lowchart: Connector 79">
            <a:extLst>
              <a:ext uri="{FF2B5EF4-FFF2-40B4-BE49-F238E27FC236}">
                <a16:creationId xmlns:a16="http://schemas.microsoft.com/office/drawing/2014/main" id="{20C29AD0-5FEE-491B-B244-FD2FE8C9ABFB}"/>
              </a:ext>
            </a:extLst>
          </p:cNvPr>
          <p:cNvSpPr/>
          <p:nvPr/>
        </p:nvSpPr>
        <p:spPr>
          <a:xfrm>
            <a:off x="5181600" y="3962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lowchart: Connector 81">
            <a:extLst>
              <a:ext uri="{FF2B5EF4-FFF2-40B4-BE49-F238E27FC236}">
                <a16:creationId xmlns:a16="http://schemas.microsoft.com/office/drawing/2014/main" id="{ACD86608-F8B2-4270-8A84-9A0D416922B3}"/>
              </a:ext>
            </a:extLst>
          </p:cNvPr>
          <p:cNvSpPr/>
          <p:nvPr/>
        </p:nvSpPr>
        <p:spPr>
          <a:xfrm>
            <a:off x="4953000" y="4724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lowchart: Connector 83">
            <a:extLst>
              <a:ext uri="{FF2B5EF4-FFF2-40B4-BE49-F238E27FC236}">
                <a16:creationId xmlns:a16="http://schemas.microsoft.com/office/drawing/2014/main" id="{3DF10E78-6562-44DF-9B56-7C34B445D707}"/>
              </a:ext>
            </a:extLst>
          </p:cNvPr>
          <p:cNvSpPr/>
          <p:nvPr/>
        </p:nvSpPr>
        <p:spPr>
          <a:xfrm>
            <a:off x="5029200" y="2819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lowchart: Connector 85">
            <a:extLst>
              <a:ext uri="{FF2B5EF4-FFF2-40B4-BE49-F238E27FC236}">
                <a16:creationId xmlns:a16="http://schemas.microsoft.com/office/drawing/2014/main" id="{D11EFFCF-59E6-4F72-8DE3-B2518DD77301}"/>
              </a:ext>
            </a:extLst>
          </p:cNvPr>
          <p:cNvSpPr/>
          <p:nvPr/>
        </p:nvSpPr>
        <p:spPr>
          <a:xfrm>
            <a:off x="5486400" y="23622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lowchart: Connector 87">
            <a:extLst>
              <a:ext uri="{FF2B5EF4-FFF2-40B4-BE49-F238E27FC236}">
                <a16:creationId xmlns:a16="http://schemas.microsoft.com/office/drawing/2014/main" id="{5188CEE1-65B8-45A0-B2DB-0C22A02F0608}"/>
              </a:ext>
            </a:extLst>
          </p:cNvPr>
          <p:cNvSpPr/>
          <p:nvPr/>
        </p:nvSpPr>
        <p:spPr>
          <a:xfrm>
            <a:off x="4038600" y="48011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lowchart: Connector 89">
            <a:extLst>
              <a:ext uri="{FF2B5EF4-FFF2-40B4-BE49-F238E27FC236}">
                <a16:creationId xmlns:a16="http://schemas.microsoft.com/office/drawing/2014/main" id="{188A89E6-BEF5-412D-946A-8637BDD9D5FA}"/>
              </a:ext>
            </a:extLst>
          </p:cNvPr>
          <p:cNvSpPr/>
          <p:nvPr/>
        </p:nvSpPr>
        <p:spPr>
          <a:xfrm>
            <a:off x="5867400" y="2785585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lowchart: Connector 91">
            <a:extLst>
              <a:ext uri="{FF2B5EF4-FFF2-40B4-BE49-F238E27FC236}">
                <a16:creationId xmlns:a16="http://schemas.microsoft.com/office/drawing/2014/main" id="{F9F76E5F-C5A2-481E-BE4E-E06A06C7AD37}"/>
              </a:ext>
            </a:extLst>
          </p:cNvPr>
          <p:cNvSpPr/>
          <p:nvPr/>
        </p:nvSpPr>
        <p:spPr>
          <a:xfrm>
            <a:off x="4419604" y="3581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lowchart: Connector 93">
            <a:extLst>
              <a:ext uri="{FF2B5EF4-FFF2-40B4-BE49-F238E27FC236}">
                <a16:creationId xmlns:a16="http://schemas.microsoft.com/office/drawing/2014/main" id="{ED8C178B-9662-476B-9DA8-7ED7BCB6B9DD}"/>
              </a:ext>
            </a:extLst>
          </p:cNvPr>
          <p:cNvSpPr/>
          <p:nvPr/>
        </p:nvSpPr>
        <p:spPr>
          <a:xfrm>
            <a:off x="7239004" y="4724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lowchart: Connector 95">
            <a:extLst>
              <a:ext uri="{FF2B5EF4-FFF2-40B4-BE49-F238E27FC236}">
                <a16:creationId xmlns:a16="http://schemas.microsoft.com/office/drawing/2014/main" id="{9E3290BB-EE5E-4FBD-9F32-367EBC50D4F4}"/>
              </a:ext>
            </a:extLst>
          </p:cNvPr>
          <p:cNvSpPr/>
          <p:nvPr/>
        </p:nvSpPr>
        <p:spPr>
          <a:xfrm>
            <a:off x="7543804" y="3200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lowchart: Connector 97">
            <a:extLst>
              <a:ext uri="{FF2B5EF4-FFF2-40B4-BE49-F238E27FC236}">
                <a16:creationId xmlns:a16="http://schemas.microsoft.com/office/drawing/2014/main" id="{BF992ABD-3DB6-4D73-A564-0DBDE84BD367}"/>
              </a:ext>
            </a:extLst>
          </p:cNvPr>
          <p:cNvSpPr/>
          <p:nvPr/>
        </p:nvSpPr>
        <p:spPr>
          <a:xfrm>
            <a:off x="9525004" y="3886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Flowchart: Connector 99">
            <a:extLst>
              <a:ext uri="{FF2B5EF4-FFF2-40B4-BE49-F238E27FC236}">
                <a16:creationId xmlns:a16="http://schemas.microsoft.com/office/drawing/2014/main" id="{EB3893FF-BB87-4696-AD1E-0BED2444FCE4}"/>
              </a:ext>
            </a:extLst>
          </p:cNvPr>
          <p:cNvSpPr/>
          <p:nvPr/>
        </p:nvSpPr>
        <p:spPr>
          <a:xfrm>
            <a:off x="6705604" y="29718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Flowchart: Connector 101">
            <a:extLst>
              <a:ext uri="{FF2B5EF4-FFF2-40B4-BE49-F238E27FC236}">
                <a16:creationId xmlns:a16="http://schemas.microsoft.com/office/drawing/2014/main" id="{56F505D8-4D60-455F-AE89-3F11D9157D61}"/>
              </a:ext>
            </a:extLst>
          </p:cNvPr>
          <p:cNvSpPr/>
          <p:nvPr/>
        </p:nvSpPr>
        <p:spPr>
          <a:xfrm>
            <a:off x="8915400" y="2819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Flowchart: Connector 103">
            <a:extLst>
              <a:ext uri="{FF2B5EF4-FFF2-40B4-BE49-F238E27FC236}">
                <a16:creationId xmlns:a16="http://schemas.microsoft.com/office/drawing/2014/main" id="{D6B259C9-CD21-4F32-AFC5-B6021FF24B08}"/>
              </a:ext>
            </a:extLst>
          </p:cNvPr>
          <p:cNvSpPr/>
          <p:nvPr/>
        </p:nvSpPr>
        <p:spPr>
          <a:xfrm>
            <a:off x="8458200" y="3353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lowchart: Connector 105">
            <a:extLst>
              <a:ext uri="{FF2B5EF4-FFF2-40B4-BE49-F238E27FC236}">
                <a16:creationId xmlns:a16="http://schemas.microsoft.com/office/drawing/2014/main" id="{1FCFD1B8-9C4D-4E46-A7AB-3A478C970FF2}"/>
              </a:ext>
            </a:extLst>
          </p:cNvPr>
          <p:cNvSpPr/>
          <p:nvPr/>
        </p:nvSpPr>
        <p:spPr>
          <a:xfrm>
            <a:off x="8001000" y="4115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lowchart: Connector 107">
            <a:extLst>
              <a:ext uri="{FF2B5EF4-FFF2-40B4-BE49-F238E27FC236}">
                <a16:creationId xmlns:a16="http://schemas.microsoft.com/office/drawing/2014/main" id="{A9CF796C-CB25-4D85-80A0-EA22675E733E}"/>
              </a:ext>
            </a:extLst>
          </p:cNvPr>
          <p:cNvSpPr/>
          <p:nvPr/>
        </p:nvSpPr>
        <p:spPr>
          <a:xfrm>
            <a:off x="6553200" y="5105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lowchart: Connector 109">
            <a:extLst>
              <a:ext uri="{FF2B5EF4-FFF2-40B4-BE49-F238E27FC236}">
                <a16:creationId xmlns:a16="http://schemas.microsoft.com/office/drawing/2014/main" id="{FD4B0F38-888C-4883-AFEF-7207BBBCBCB6}"/>
              </a:ext>
            </a:extLst>
          </p:cNvPr>
          <p:cNvSpPr/>
          <p:nvPr/>
        </p:nvSpPr>
        <p:spPr>
          <a:xfrm>
            <a:off x="2514600" y="4267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Flowchart: Connector 111">
            <a:extLst>
              <a:ext uri="{FF2B5EF4-FFF2-40B4-BE49-F238E27FC236}">
                <a16:creationId xmlns:a16="http://schemas.microsoft.com/office/drawing/2014/main" id="{BB169269-82B9-4938-8EB7-2506DC89578C}"/>
              </a:ext>
            </a:extLst>
          </p:cNvPr>
          <p:cNvSpPr/>
          <p:nvPr/>
        </p:nvSpPr>
        <p:spPr>
          <a:xfrm>
            <a:off x="6629400" y="338328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Flowchart: Connector 113">
            <a:extLst>
              <a:ext uri="{FF2B5EF4-FFF2-40B4-BE49-F238E27FC236}">
                <a16:creationId xmlns:a16="http://schemas.microsoft.com/office/drawing/2014/main" id="{D35A4DA1-5DBC-4D22-8F41-96402A98A868}"/>
              </a:ext>
            </a:extLst>
          </p:cNvPr>
          <p:cNvSpPr/>
          <p:nvPr/>
        </p:nvSpPr>
        <p:spPr>
          <a:xfrm>
            <a:off x="5181600" y="35052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Flowchart: Connector 125">
            <a:extLst>
              <a:ext uri="{FF2B5EF4-FFF2-40B4-BE49-F238E27FC236}">
                <a16:creationId xmlns:a16="http://schemas.microsoft.com/office/drawing/2014/main" id="{52799D72-FF17-4F69-B573-DB3278FA813C}"/>
              </a:ext>
            </a:extLst>
          </p:cNvPr>
          <p:cNvSpPr/>
          <p:nvPr/>
        </p:nvSpPr>
        <p:spPr>
          <a:xfrm>
            <a:off x="44958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lowchart: Connector 127">
            <a:extLst>
              <a:ext uri="{FF2B5EF4-FFF2-40B4-BE49-F238E27FC236}">
                <a16:creationId xmlns:a16="http://schemas.microsoft.com/office/drawing/2014/main" id="{96102113-E411-4705-98FB-1B3382816067}"/>
              </a:ext>
            </a:extLst>
          </p:cNvPr>
          <p:cNvSpPr/>
          <p:nvPr/>
        </p:nvSpPr>
        <p:spPr>
          <a:xfrm>
            <a:off x="2514600" y="4648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Flowchart: Connector 129">
            <a:extLst>
              <a:ext uri="{FF2B5EF4-FFF2-40B4-BE49-F238E27FC236}">
                <a16:creationId xmlns:a16="http://schemas.microsoft.com/office/drawing/2014/main" id="{23FBBE30-E9BE-4E28-B210-031F513A6177}"/>
              </a:ext>
            </a:extLst>
          </p:cNvPr>
          <p:cNvSpPr/>
          <p:nvPr/>
        </p:nvSpPr>
        <p:spPr>
          <a:xfrm>
            <a:off x="2209800" y="3886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Flowchart: Connector 131">
            <a:extLst>
              <a:ext uri="{FF2B5EF4-FFF2-40B4-BE49-F238E27FC236}">
                <a16:creationId xmlns:a16="http://schemas.microsoft.com/office/drawing/2014/main" id="{1485C9CF-2C07-4D36-8731-AC82313E380D}"/>
              </a:ext>
            </a:extLst>
          </p:cNvPr>
          <p:cNvSpPr/>
          <p:nvPr/>
        </p:nvSpPr>
        <p:spPr>
          <a:xfrm>
            <a:off x="3733800" y="5029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lowchart: Connector 133">
            <a:extLst>
              <a:ext uri="{FF2B5EF4-FFF2-40B4-BE49-F238E27FC236}">
                <a16:creationId xmlns:a16="http://schemas.microsoft.com/office/drawing/2014/main" id="{FE8E16B0-4C9F-4147-8E61-ED34E95FE57F}"/>
              </a:ext>
            </a:extLst>
          </p:cNvPr>
          <p:cNvSpPr/>
          <p:nvPr/>
        </p:nvSpPr>
        <p:spPr>
          <a:xfrm>
            <a:off x="1905000" y="49535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Flowchart: Connector 135">
            <a:extLst>
              <a:ext uri="{FF2B5EF4-FFF2-40B4-BE49-F238E27FC236}">
                <a16:creationId xmlns:a16="http://schemas.microsoft.com/office/drawing/2014/main" id="{FB410D36-5C13-476E-898F-0D8529A94B6F}"/>
              </a:ext>
            </a:extLst>
          </p:cNvPr>
          <p:cNvSpPr/>
          <p:nvPr/>
        </p:nvSpPr>
        <p:spPr>
          <a:xfrm>
            <a:off x="4018280" y="292608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Flowchart: Connector 137">
            <a:extLst>
              <a:ext uri="{FF2B5EF4-FFF2-40B4-BE49-F238E27FC236}">
                <a16:creationId xmlns:a16="http://schemas.microsoft.com/office/drawing/2014/main" id="{E1F4A685-4A13-44FF-AAA4-50096B3AB664}"/>
              </a:ext>
            </a:extLst>
          </p:cNvPr>
          <p:cNvSpPr/>
          <p:nvPr/>
        </p:nvSpPr>
        <p:spPr>
          <a:xfrm>
            <a:off x="6334760" y="3070924"/>
            <a:ext cx="2079021" cy="1892236"/>
          </a:xfrm>
          <a:prstGeom prst="flowChartConnector">
            <a:avLst/>
          </a:prstGeom>
          <a:noFill/>
          <a:ln>
            <a:solidFill>
              <a:srgbClr val="000099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Flowchart: Connector 139">
            <a:extLst>
              <a:ext uri="{FF2B5EF4-FFF2-40B4-BE49-F238E27FC236}">
                <a16:creationId xmlns:a16="http://schemas.microsoft.com/office/drawing/2014/main" id="{F4A028CE-BC61-45B6-A21F-B59EECEF0FCA}"/>
              </a:ext>
            </a:extLst>
          </p:cNvPr>
          <p:cNvSpPr/>
          <p:nvPr/>
        </p:nvSpPr>
        <p:spPr>
          <a:xfrm>
            <a:off x="5562604" y="49535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lowchart: Connector 141">
            <a:extLst>
              <a:ext uri="{FF2B5EF4-FFF2-40B4-BE49-F238E27FC236}">
                <a16:creationId xmlns:a16="http://schemas.microsoft.com/office/drawing/2014/main" id="{A73E63DF-8F7F-4EAB-8B2F-68E066BCE239}"/>
              </a:ext>
            </a:extLst>
          </p:cNvPr>
          <p:cNvSpPr/>
          <p:nvPr/>
        </p:nvSpPr>
        <p:spPr>
          <a:xfrm>
            <a:off x="6172204" y="30480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lowchart: Connector 143">
            <a:extLst>
              <a:ext uri="{FF2B5EF4-FFF2-40B4-BE49-F238E27FC236}">
                <a16:creationId xmlns:a16="http://schemas.microsoft.com/office/drawing/2014/main" id="{CFDC4481-8B2A-4127-AF3F-F11B78884017}"/>
              </a:ext>
            </a:extLst>
          </p:cNvPr>
          <p:cNvSpPr/>
          <p:nvPr/>
        </p:nvSpPr>
        <p:spPr>
          <a:xfrm>
            <a:off x="5943600" y="3505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Flowchart: Connector 145">
            <a:extLst>
              <a:ext uri="{FF2B5EF4-FFF2-40B4-BE49-F238E27FC236}">
                <a16:creationId xmlns:a16="http://schemas.microsoft.com/office/drawing/2014/main" id="{90AAF485-FA37-472B-A7D4-FFE417C86167}"/>
              </a:ext>
            </a:extLst>
          </p:cNvPr>
          <p:cNvSpPr/>
          <p:nvPr/>
        </p:nvSpPr>
        <p:spPr>
          <a:xfrm>
            <a:off x="5867400" y="4495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Flowchart: Connector 147">
            <a:extLst>
              <a:ext uri="{FF2B5EF4-FFF2-40B4-BE49-F238E27FC236}">
                <a16:creationId xmlns:a16="http://schemas.microsoft.com/office/drawing/2014/main" id="{51EBF7CF-FE72-451B-957F-DE609A0F5A28}"/>
              </a:ext>
            </a:extLst>
          </p:cNvPr>
          <p:cNvSpPr/>
          <p:nvPr/>
        </p:nvSpPr>
        <p:spPr>
          <a:xfrm>
            <a:off x="7086604" y="5105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Flowchart: Connector 149">
            <a:extLst>
              <a:ext uri="{FF2B5EF4-FFF2-40B4-BE49-F238E27FC236}">
                <a16:creationId xmlns:a16="http://schemas.microsoft.com/office/drawing/2014/main" id="{BB3493A4-AC3C-45EE-887F-633EE223F664}"/>
              </a:ext>
            </a:extLst>
          </p:cNvPr>
          <p:cNvSpPr/>
          <p:nvPr/>
        </p:nvSpPr>
        <p:spPr>
          <a:xfrm>
            <a:off x="8915404" y="3200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Flowchart: Connector 151">
            <a:extLst>
              <a:ext uri="{FF2B5EF4-FFF2-40B4-BE49-F238E27FC236}">
                <a16:creationId xmlns:a16="http://schemas.microsoft.com/office/drawing/2014/main" id="{D7E051E8-3C75-4159-8E89-A1F634199975}"/>
              </a:ext>
            </a:extLst>
          </p:cNvPr>
          <p:cNvSpPr/>
          <p:nvPr/>
        </p:nvSpPr>
        <p:spPr>
          <a:xfrm>
            <a:off x="9067804" y="3734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Flowchart: Connector 153">
            <a:extLst>
              <a:ext uri="{FF2B5EF4-FFF2-40B4-BE49-F238E27FC236}">
                <a16:creationId xmlns:a16="http://schemas.microsoft.com/office/drawing/2014/main" id="{585AED10-672E-45AA-9FDE-5E12A35F427F}"/>
              </a:ext>
            </a:extLst>
          </p:cNvPr>
          <p:cNvSpPr/>
          <p:nvPr/>
        </p:nvSpPr>
        <p:spPr>
          <a:xfrm>
            <a:off x="9220204" y="4724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Flowchart: Connector 155">
            <a:extLst>
              <a:ext uri="{FF2B5EF4-FFF2-40B4-BE49-F238E27FC236}">
                <a16:creationId xmlns:a16="http://schemas.microsoft.com/office/drawing/2014/main" id="{0EED7D77-78CE-4500-9FBC-16638A7B8049}"/>
              </a:ext>
            </a:extLst>
          </p:cNvPr>
          <p:cNvSpPr/>
          <p:nvPr/>
        </p:nvSpPr>
        <p:spPr>
          <a:xfrm>
            <a:off x="9448804" y="35052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Flowchart: Connector 157">
            <a:extLst>
              <a:ext uri="{FF2B5EF4-FFF2-40B4-BE49-F238E27FC236}">
                <a16:creationId xmlns:a16="http://schemas.microsoft.com/office/drawing/2014/main" id="{1E210A83-0DEA-477E-A13E-66B736B22BDE}"/>
              </a:ext>
            </a:extLst>
          </p:cNvPr>
          <p:cNvSpPr/>
          <p:nvPr/>
        </p:nvSpPr>
        <p:spPr>
          <a:xfrm>
            <a:off x="9601204" y="44201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Flowchart: Connector 159">
            <a:extLst>
              <a:ext uri="{FF2B5EF4-FFF2-40B4-BE49-F238E27FC236}">
                <a16:creationId xmlns:a16="http://schemas.microsoft.com/office/drawing/2014/main" id="{015B9D06-C2D3-446B-85AA-EE769C6D5670}"/>
              </a:ext>
            </a:extLst>
          </p:cNvPr>
          <p:cNvSpPr/>
          <p:nvPr/>
        </p:nvSpPr>
        <p:spPr>
          <a:xfrm>
            <a:off x="9144004" y="44196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C41BFC3F-2BE4-42CD-803E-F8F47615EF38}"/>
              </a:ext>
            </a:extLst>
          </p:cNvPr>
          <p:cNvSpPr/>
          <p:nvPr/>
        </p:nvSpPr>
        <p:spPr>
          <a:xfrm>
            <a:off x="11346534" y="1606219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1569CACA-5ED2-4C5B-A08A-8B77DC5B06E5}"/>
              </a:ext>
            </a:extLst>
          </p:cNvPr>
          <p:cNvSpPr/>
          <p:nvPr/>
        </p:nvSpPr>
        <p:spPr>
          <a:xfrm>
            <a:off x="11353804" y="20116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FC4850-0D36-4775-840F-452658F8F84F}"/>
              </a:ext>
            </a:extLst>
          </p:cNvPr>
          <p:cNvSpPr txBox="1"/>
          <p:nvPr/>
        </p:nvSpPr>
        <p:spPr>
          <a:xfrm>
            <a:off x="9677400" y="144780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0066FF"/>
                </a:solidFill>
              </a:rPr>
              <a:t>Class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0CE5B-AEFB-44AB-BB16-DC44CCBB2214}"/>
              </a:ext>
            </a:extLst>
          </p:cNvPr>
          <p:cNvSpPr txBox="1"/>
          <p:nvPr/>
        </p:nvSpPr>
        <p:spPr>
          <a:xfrm>
            <a:off x="9700550" y="183898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C000"/>
                </a:solidFill>
              </a:rPr>
              <a:t>Class B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9C2B21C8-17B9-4368-9460-C430D791E49D}"/>
              </a:ext>
            </a:extLst>
          </p:cNvPr>
          <p:cNvSpPr/>
          <p:nvPr/>
        </p:nvSpPr>
        <p:spPr>
          <a:xfrm>
            <a:off x="11347050" y="2438904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5AEEA3-D4C9-4000-8BE8-0F2A665F7626}"/>
              </a:ext>
            </a:extLst>
          </p:cNvPr>
          <p:cNvSpPr txBox="1"/>
          <p:nvPr/>
        </p:nvSpPr>
        <p:spPr>
          <a:xfrm>
            <a:off x="9707300" y="227303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No Label</a:t>
            </a:r>
          </a:p>
        </p:txBody>
      </p:sp>
    </p:spTree>
    <p:extLst>
      <p:ext uri="{BB962C8B-B14F-4D97-AF65-F5344CB8AC3E}">
        <p14:creationId xmlns:p14="http://schemas.microsoft.com/office/powerpoint/2010/main" val="112409319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AC38F1-05FE-4947-B6CF-EFF29175E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9 – Nearest neighbor</a:t>
            </a:r>
            <a:endParaRPr lang="en-US" sz="360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61CAA6-74BD-4E06-B103-4E900CC4D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599531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68B26-0457-45AF-AC18-32B9B4C0F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9 – Nearest neighbor</a:t>
            </a:r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6903DD9-67E4-423B-90CE-222E646BB68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523999" y="1748473"/>
            <a:ext cx="1" cy="3875089"/>
          </a:xfrm>
          <a:prstGeom prst="straightConnector1">
            <a:avLst/>
          </a:prstGeom>
          <a:ln w="508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D1A88D-BC7C-48BD-B00E-4ED26A0ECE42}"/>
              </a:ext>
            </a:extLst>
          </p:cNvPr>
          <p:cNvCxnSpPr>
            <a:cxnSpLocks/>
          </p:cNvCxnSpPr>
          <p:nvPr/>
        </p:nvCxnSpPr>
        <p:spPr bwMode="auto">
          <a:xfrm>
            <a:off x="1506955" y="5609910"/>
            <a:ext cx="9430601" cy="0"/>
          </a:xfrm>
          <a:prstGeom prst="straightConnector1">
            <a:avLst/>
          </a:prstGeom>
          <a:ln w="508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D3B9DDE-8F3E-4827-973A-8774EE6DA56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083850" y="3211748"/>
            <a:ext cx="592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x</a:t>
            </a:r>
            <a:r>
              <a:rPr lang="en-US" altLang="en-US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936A7B-7B5C-4920-B407-41D33F9B9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3062" y="5549334"/>
            <a:ext cx="4972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x</a:t>
            </a:r>
            <a:r>
              <a:rPr lang="en-US" altLang="en-US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35E7819E-0159-4BEA-A3D1-66BA508DEEE3}"/>
              </a:ext>
            </a:extLst>
          </p:cNvPr>
          <p:cNvSpPr/>
          <p:nvPr/>
        </p:nvSpPr>
        <p:spPr>
          <a:xfrm>
            <a:off x="1981200" y="3505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D9A6A1CB-1DB1-419E-A831-3838F900496F}"/>
              </a:ext>
            </a:extLst>
          </p:cNvPr>
          <p:cNvSpPr/>
          <p:nvPr/>
        </p:nvSpPr>
        <p:spPr>
          <a:xfrm>
            <a:off x="19812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9A7466ED-E15F-4666-9AC5-1A2826E04D07}"/>
              </a:ext>
            </a:extLst>
          </p:cNvPr>
          <p:cNvSpPr/>
          <p:nvPr/>
        </p:nvSpPr>
        <p:spPr>
          <a:xfrm>
            <a:off x="3505200" y="3581400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A2C40DEA-056E-4CE1-958E-4AFDBB616AAF}"/>
              </a:ext>
            </a:extLst>
          </p:cNvPr>
          <p:cNvSpPr/>
          <p:nvPr/>
        </p:nvSpPr>
        <p:spPr>
          <a:xfrm>
            <a:off x="3276604" y="4877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7C64C728-AE68-4ECD-8B86-3190FA8E5C8C}"/>
              </a:ext>
            </a:extLst>
          </p:cNvPr>
          <p:cNvSpPr/>
          <p:nvPr/>
        </p:nvSpPr>
        <p:spPr>
          <a:xfrm>
            <a:off x="6781804" y="4115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5A3C291B-5BFB-493D-9E0C-92095640B1EB}"/>
              </a:ext>
            </a:extLst>
          </p:cNvPr>
          <p:cNvSpPr/>
          <p:nvPr/>
        </p:nvSpPr>
        <p:spPr>
          <a:xfrm>
            <a:off x="5867404" y="3962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8FAD5FC5-5D60-4BBD-BE94-66C54DC420DB}"/>
              </a:ext>
            </a:extLst>
          </p:cNvPr>
          <p:cNvSpPr/>
          <p:nvPr/>
        </p:nvSpPr>
        <p:spPr>
          <a:xfrm>
            <a:off x="2590800" y="3581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00B18DBF-4217-4135-A88A-1E27635814DE}"/>
              </a:ext>
            </a:extLst>
          </p:cNvPr>
          <p:cNvSpPr/>
          <p:nvPr/>
        </p:nvSpPr>
        <p:spPr>
          <a:xfrm>
            <a:off x="2743200" y="25908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0B3CDC7F-538A-4C90-B844-2EED5518361A}"/>
              </a:ext>
            </a:extLst>
          </p:cNvPr>
          <p:cNvSpPr/>
          <p:nvPr/>
        </p:nvSpPr>
        <p:spPr>
          <a:xfrm>
            <a:off x="7239000" y="3886200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3AE5CA0D-E3D3-4CCE-8D74-F222173CC65D}"/>
              </a:ext>
            </a:extLst>
          </p:cNvPr>
          <p:cNvSpPr/>
          <p:nvPr/>
        </p:nvSpPr>
        <p:spPr>
          <a:xfrm>
            <a:off x="3581400" y="3886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DE632516-F979-47A5-86AB-7D854277901A}"/>
              </a:ext>
            </a:extLst>
          </p:cNvPr>
          <p:cNvSpPr/>
          <p:nvPr/>
        </p:nvSpPr>
        <p:spPr>
          <a:xfrm>
            <a:off x="2971804" y="3353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D350B48C-17EA-495F-B16D-F946F8DE356F}"/>
              </a:ext>
            </a:extLst>
          </p:cNvPr>
          <p:cNvSpPr/>
          <p:nvPr/>
        </p:nvSpPr>
        <p:spPr>
          <a:xfrm>
            <a:off x="3124200" y="4343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B1E789C4-3C95-4543-865A-1B3F2C443D46}"/>
              </a:ext>
            </a:extLst>
          </p:cNvPr>
          <p:cNvSpPr/>
          <p:nvPr/>
        </p:nvSpPr>
        <p:spPr>
          <a:xfrm>
            <a:off x="7391400" y="4115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8312F251-137E-4C34-B464-9E0CF300DB17}"/>
              </a:ext>
            </a:extLst>
          </p:cNvPr>
          <p:cNvSpPr/>
          <p:nvPr/>
        </p:nvSpPr>
        <p:spPr>
          <a:xfrm>
            <a:off x="3886200" y="3352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F8C8F73F-421E-4978-A8D1-96252D38DD09}"/>
              </a:ext>
            </a:extLst>
          </p:cNvPr>
          <p:cNvSpPr/>
          <p:nvPr/>
        </p:nvSpPr>
        <p:spPr>
          <a:xfrm>
            <a:off x="4038604" y="42672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5079A008-3E7C-4A76-B6EA-1C7C81B85772}"/>
              </a:ext>
            </a:extLst>
          </p:cNvPr>
          <p:cNvSpPr/>
          <p:nvPr/>
        </p:nvSpPr>
        <p:spPr>
          <a:xfrm>
            <a:off x="1905004" y="2971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218CEB28-39FB-4E7F-97D7-5FC48F710ACC}"/>
              </a:ext>
            </a:extLst>
          </p:cNvPr>
          <p:cNvSpPr/>
          <p:nvPr/>
        </p:nvSpPr>
        <p:spPr>
          <a:xfrm>
            <a:off x="4419600" y="2438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owchart: Connector 59">
            <a:extLst>
              <a:ext uri="{FF2B5EF4-FFF2-40B4-BE49-F238E27FC236}">
                <a16:creationId xmlns:a16="http://schemas.microsoft.com/office/drawing/2014/main" id="{589018FA-1118-48D3-9CC2-03E956A08D83}"/>
              </a:ext>
            </a:extLst>
          </p:cNvPr>
          <p:cNvSpPr/>
          <p:nvPr/>
        </p:nvSpPr>
        <p:spPr>
          <a:xfrm>
            <a:off x="5410204" y="44196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094A6CA2-4D4D-4984-ACFC-5AB9AE0DBB93}"/>
              </a:ext>
            </a:extLst>
          </p:cNvPr>
          <p:cNvSpPr/>
          <p:nvPr/>
        </p:nvSpPr>
        <p:spPr>
          <a:xfrm>
            <a:off x="5486404" y="3200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9B432094-5D0D-445E-845D-A9D58D5A77EE}"/>
              </a:ext>
            </a:extLst>
          </p:cNvPr>
          <p:cNvSpPr/>
          <p:nvPr/>
        </p:nvSpPr>
        <p:spPr>
          <a:xfrm>
            <a:off x="6477004" y="25146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81E640E2-8CF1-465E-959D-5EEAE5C0ECF4}"/>
              </a:ext>
            </a:extLst>
          </p:cNvPr>
          <p:cNvSpPr/>
          <p:nvPr/>
        </p:nvSpPr>
        <p:spPr>
          <a:xfrm>
            <a:off x="7696204" y="2819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112F171A-14AE-4D42-9CB1-99D1B33D4F8B}"/>
              </a:ext>
            </a:extLst>
          </p:cNvPr>
          <p:cNvSpPr/>
          <p:nvPr/>
        </p:nvSpPr>
        <p:spPr>
          <a:xfrm>
            <a:off x="7696200" y="3581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lowchart: Connector 69">
            <a:extLst>
              <a:ext uri="{FF2B5EF4-FFF2-40B4-BE49-F238E27FC236}">
                <a16:creationId xmlns:a16="http://schemas.microsoft.com/office/drawing/2014/main" id="{A9FB7943-36DF-4F25-82A1-17C4B00FCA1E}"/>
              </a:ext>
            </a:extLst>
          </p:cNvPr>
          <p:cNvSpPr/>
          <p:nvPr/>
        </p:nvSpPr>
        <p:spPr>
          <a:xfrm>
            <a:off x="8610604" y="3962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lowchart: Connector 71">
            <a:extLst>
              <a:ext uri="{FF2B5EF4-FFF2-40B4-BE49-F238E27FC236}">
                <a16:creationId xmlns:a16="http://schemas.microsoft.com/office/drawing/2014/main" id="{8DDF66C4-1458-4FD0-9F87-13E619D5F4EC}"/>
              </a:ext>
            </a:extLst>
          </p:cNvPr>
          <p:cNvSpPr/>
          <p:nvPr/>
        </p:nvSpPr>
        <p:spPr>
          <a:xfrm>
            <a:off x="8382004" y="45725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lowchart: Connector 73">
            <a:extLst>
              <a:ext uri="{FF2B5EF4-FFF2-40B4-BE49-F238E27FC236}">
                <a16:creationId xmlns:a16="http://schemas.microsoft.com/office/drawing/2014/main" id="{304AB30B-E282-4E0F-883A-6781721426DC}"/>
              </a:ext>
            </a:extLst>
          </p:cNvPr>
          <p:cNvSpPr/>
          <p:nvPr/>
        </p:nvSpPr>
        <p:spPr>
          <a:xfrm>
            <a:off x="62484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lowchart: Connector 75">
            <a:extLst>
              <a:ext uri="{FF2B5EF4-FFF2-40B4-BE49-F238E27FC236}">
                <a16:creationId xmlns:a16="http://schemas.microsoft.com/office/drawing/2014/main" id="{E8898A21-6C01-4133-BAF1-08C982909257}"/>
              </a:ext>
            </a:extLst>
          </p:cNvPr>
          <p:cNvSpPr/>
          <p:nvPr/>
        </p:nvSpPr>
        <p:spPr>
          <a:xfrm>
            <a:off x="4724400" y="3962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lowchart: Connector 77">
            <a:extLst>
              <a:ext uri="{FF2B5EF4-FFF2-40B4-BE49-F238E27FC236}">
                <a16:creationId xmlns:a16="http://schemas.microsoft.com/office/drawing/2014/main" id="{7A9DE4C4-44E4-4C36-9648-9EFEA537D4FE}"/>
              </a:ext>
            </a:extLst>
          </p:cNvPr>
          <p:cNvSpPr/>
          <p:nvPr/>
        </p:nvSpPr>
        <p:spPr>
          <a:xfrm>
            <a:off x="3352804" y="2819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lowchart: Connector 79">
            <a:extLst>
              <a:ext uri="{FF2B5EF4-FFF2-40B4-BE49-F238E27FC236}">
                <a16:creationId xmlns:a16="http://schemas.microsoft.com/office/drawing/2014/main" id="{20C29AD0-5FEE-491B-B244-FD2FE8C9ABFB}"/>
              </a:ext>
            </a:extLst>
          </p:cNvPr>
          <p:cNvSpPr/>
          <p:nvPr/>
        </p:nvSpPr>
        <p:spPr>
          <a:xfrm>
            <a:off x="5181600" y="3962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lowchart: Connector 81">
            <a:extLst>
              <a:ext uri="{FF2B5EF4-FFF2-40B4-BE49-F238E27FC236}">
                <a16:creationId xmlns:a16="http://schemas.microsoft.com/office/drawing/2014/main" id="{ACD86608-F8B2-4270-8A84-9A0D416922B3}"/>
              </a:ext>
            </a:extLst>
          </p:cNvPr>
          <p:cNvSpPr/>
          <p:nvPr/>
        </p:nvSpPr>
        <p:spPr>
          <a:xfrm>
            <a:off x="4953000" y="4724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lowchart: Connector 83">
            <a:extLst>
              <a:ext uri="{FF2B5EF4-FFF2-40B4-BE49-F238E27FC236}">
                <a16:creationId xmlns:a16="http://schemas.microsoft.com/office/drawing/2014/main" id="{3DF10E78-6562-44DF-9B56-7C34B445D707}"/>
              </a:ext>
            </a:extLst>
          </p:cNvPr>
          <p:cNvSpPr/>
          <p:nvPr/>
        </p:nvSpPr>
        <p:spPr>
          <a:xfrm>
            <a:off x="5029200" y="2819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lowchart: Connector 85">
            <a:extLst>
              <a:ext uri="{FF2B5EF4-FFF2-40B4-BE49-F238E27FC236}">
                <a16:creationId xmlns:a16="http://schemas.microsoft.com/office/drawing/2014/main" id="{D11EFFCF-59E6-4F72-8DE3-B2518DD77301}"/>
              </a:ext>
            </a:extLst>
          </p:cNvPr>
          <p:cNvSpPr/>
          <p:nvPr/>
        </p:nvSpPr>
        <p:spPr>
          <a:xfrm>
            <a:off x="5486400" y="23622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lowchart: Connector 87">
            <a:extLst>
              <a:ext uri="{FF2B5EF4-FFF2-40B4-BE49-F238E27FC236}">
                <a16:creationId xmlns:a16="http://schemas.microsoft.com/office/drawing/2014/main" id="{5188CEE1-65B8-45A0-B2DB-0C22A02F0608}"/>
              </a:ext>
            </a:extLst>
          </p:cNvPr>
          <p:cNvSpPr/>
          <p:nvPr/>
        </p:nvSpPr>
        <p:spPr>
          <a:xfrm>
            <a:off x="4038600" y="48011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lowchart: Connector 89">
            <a:extLst>
              <a:ext uri="{FF2B5EF4-FFF2-40B4-BE49-F238E27FC236}">
                <a16:creationId xmlns:a16="http://schemas.microsoft.com/office/drawing/2014/main" id="{188A89E6-BEF5-412D-946A-8637BDD9D5FA}"/>
              </a:ext>
            </a:extLst>
          </p:cNvPr>
          <p:cNvSpPr/>
          <p:nvPr/>
        </p:nvSpPr>
        <p:spPr>
          <a:xfrm>
            <a:off x="5867400" y="2785585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lowchart: Connector 91">
            <a:extLst>
              <a:ext uri="{FF2B5EF4-FFF2-40B4-BE49-F238E27FC236}">
                <a16:creationId xmlns:a16="http://schemas.microsoft.com/office/drawing/2014/main" id="{F9F76E5F-C5A2-481E-BE4E-E06A06C7AD37}"/>
              </a:ext>
            </a:extLst>
          </p:cNvPr>
          <p:cNvSpPr/>
          <p:nvPr/>
        </p:nvSpPr>
        <p:spPr>
          <a:xfrm>
            <a:off x="4419604" y="3581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lowchart: Connector 93">
            <a:extLst>
              <a:ext uri="{FF2B5EF4-FFF2-40B4-BE49-F238E27FC236}">
                <a16:creationId xmlns:a16="http://schemas.microsoft.com/office/drawing/2014/main" id="{ED8C178B-9662-476B-9DA8-7ED7BCB6B9DD}"/>
              </a:ext>
            </a:extLst>
          </p:cNvPr>
          <p:cNvSpPr/>
          <p:nvPr/>
        </p:nvSpPr>
        <p:spPr>
          <a:xfrm>
            <a:off x="7239004" y="4724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lowchart: Connector 95">
            <a:extLst>
              <a:ext uri="{FF2B5EF4-FFF2-40B4-BE49-F238E27FC236}">
                <a16:creationId xmlns:a16="http://schemas.microsoft.com/office/drawing/2014/main" id="{9E3290BB-EE5E-4FBD-9F32-367EBC50D4F4}"/>
              </a:ext>
            </a:extLst>
          </p:cNvPr>
          <p:cNvSpPr/>
          <p:nvPr/>
        </p:nvSpPr>
        <p:spPr>
          <a:xfrm>
            <a:off x="7543804" y="3200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lowchart: Connector 97">
            <a:extLst>
              <a:ext uri="{FF2B5EF4-FFF2-40B4-BE49-F238E27FC236}">
                <a16:creationId xmlns:a16="http://schemas.microsoft.com/office/drawing/2014/main" id="{BF992ABD-3DB6-4D73-A564-0DBDE84BD367}"/>
              </a:ext>
            </a:extLst>
          </p:cNvPr>
          <p:cNvSpPr/>
          <p:nvPr/>
        </p:nvSpPr>
        <p:spPr>
          <a:xfrm>
            <a:off x="9525004" y="3886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Flowchart: Connector 99">
            <a:extLst>
              <a:ext uri="{FF2B5EF4-FFF2-40B4-BE49-F238E27FC236}">
                <a16:creationId xmlns:a16="http://schemas.microsoft.com/office/drawing/2014/main" id="{EB3893FF-BB87-4696-AD1E-0BED2444FCE4}"/>
              </a:ext>
            </a:extLst>
          </p:cNvPr>
          <p:cNvSpPr/>
          <p:nvPr/>
        </p:nvSpPr>
        <p:spPr>
          <a:xfrm>
            <a:off x="6705604" y="29718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Flowchart: Connector 101">
            <a:extLst>
              <a:ext uri="{FF2B5EF4-FFF2-40B4-BE49-F238E27FC236}">
                <a16:creationId xmlns:a16="http://schemas.microsoft.com/office/drawing/2014/main" id="{56F505D8-4D60-455F-AE89-3F11D9157D61}"/>
              </a:ext>
            </a:extLst>
          </p:cNvPr>
          <p:cNvSpPr/>
          <p:nvPr/>
        </p:nvSpPr>
        <p:spPr>
          <a:xfrm>
            <a:off x="8915400" y="2819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Flowchart: Connector 103">
            <a:extLst>
              <a:ext uri="{FF2B5EF4-FFF2-40B4-BE49-F238E27FC236}">
                <a16:creationId xmlns:a16="http://schemas.microsoft.com/office/drawing/2014/main" id="{D6B259C9-CD21-4F32-AFC5-B6021FF24B08}"/>
              </a:ext>
            </a:extLst>
          </p:cNvPr>
          <p:cNvSpPr/>
          <p:nvPr/>
        </p:nvSpPr>
        <p:spPr>
          <a:xfrm>
            <a:off x="8458200" y="3353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lowchart: Connector 105">
            <a:extLst>
              <a:ext uri="{FF2B5EF4-FFF2-40B4-BE49-F238E27FC236}">
                <a16:creationId xmlns:a16="http://schemas.microsoft.com/office/drawing/2014/main" id="{1FCFD1B8-9C4D-4E46-A7AB-3A478C970FF2}"/>
              </a:ext>
            </a:extLst>
          </p:cNvPr>
          <p:cNvSpPr/>
          <p:nvPr/>
        </p:nvSpPr>
        <p:spPr>
          <a:xfrm>
            <a:off x="8001000" y="4115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lowchart: Connector 107">
            <a:extLst>
              <a:ext uri="{FF2B5EF4-FFF2-40B4-BE49-F238E27FC236}">
                <a16:creationId xmlns:a16="http://schemas.microsoft.com/office/drawing/2014/main" id="{A9CF796C-CB25-4D85-80A0-EA22675E733E}"/>
              </a:ext>
            </a:extLst>
          </p:cNvPr>
          <p:cNvSpPr/>
          <p:nvPr/>
        </p:nvSpPr>
        <p:spPr>
          <a:xfrm>
            <a:off x="6553200" y="5105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lowchart: Connector 109">
            <a:extLst>
              <a:ext uri="{FF2B5EF4-FFF2-40B4-BE49-F238E27FC236}">
                <a16:creationId xmlns:a16="http://schemas.microsoft.com/office/drawing/2014/main" id="{FD4B0F38-888C-4883-AFEF-7207BBBCBCB6}"/>
              </a:ext>
            </a:extLst>
          </p:cNvPr>
          <p:cNvSpPr/>
          <p:nvPr/>
        </p:nvSpPr>
        <p:spPr>
          <a:xfrm>
            <a:off x="2514600" y="4267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Flowchart: Connector 111">
            <a:extLst>
              <a:ext uri="{FF2B5EF4-FFF2-40B4-BE49-F238E27FC236}">
                <a16:creationId xmlns:a16="http://schemas.microsoft.com/office/drawing/2014/main" id="{BB169269-82B9-4938-8EB7-2506DC89578C}"/>
              </a:ext>
            </a:extLst>
          </p:cNvPr>
          <p:cNvSpPr/>
          <p:nvPr/>
        </p:nvSpPr>
        <p:spPr>
          <a:xfrm>
            <a:off x="6629400" y="338328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Flowchart: Connector 113">
            <a:extLst>
              <a:ext uri="{FF2B5EF4-FFF2-40B4-BE49-F238E27FC236}">
                <a16:creationId xmlns:a16="http://schemas.microsoft.com/office/drawing/2014/main" id="{D35A4DA1-5DBC-4D22-8F41-96402A98A868}"/>
              </a:ext>
            </a:extLst>
          </p:cNvPr>
          <p:cNvSpPr/>
          <p:nvPr/>
        </p:nvSpPr>
        <p:spPr>
          <a:xfrm>
            <a:off x="5181600" y="35052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Flowchart: Connector 125">
            <a:extLst>
              <a:ext uri="{FF2B5EF4-FFF2-40B4-BE49-F238E27FC236}">
                <a16:creationId xmlns:a16="http://schemas.microsoft.com/office/drawing/2014/main" id="{52799D72-FF17-4F69-B573-DB3278FA813C}"/>
              </a:ext>
            </a:extLst>
          </p:cNvPr>
          <p:cNvSpPr/>
          <p:nvPr/>
        </p:nvSpPr>
        <p:spPr>
          <a:xfrm>
            <a:off x="44958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lowchart: Connector 127">
            <a:extLst>
              <a:ext uri="{FF2B5EF4-FFF2-40B4-BE49-F238E27FC236}">
                <a16:creationId xmlns:a16="http://schemas.microsoft.com/office/drawing/2014/main" id="{96102113-E411-4705-98FB-1B3382816067}"/>
              </a:ext>
            </a:extLst>
          </p:cNvPr>
          <p:cNvSpPr/>
          <p:nvPr/>
        </p:nvSpPr>
        <p:spPr>
          <a:xfrm>
            <a:off x="2514600" y="4648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Flowchart: Connector 129">
            <a:extLst>
              <a:ext uri="{FF2B5EF4-FFF2-40B4-BE49-F238E27FC236}">
                <a16:creationId xmlns:a16="http://schemas.microsoft.com/office/drawing/2014/main" id="{23FBBE30-E9BE-4E28-B210-031F513A6177}"/>
              </a:ext>
            </a:extLst>
          </p:cNvPr>
          <p:cNvSpPr/>
          <p:nvPr/>
        </p:nvSpPr>
        <p:spPr>
          <a:xfrm>
            <a:off x="2209800" y="3886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Flowchart: Connector 131">
            <a:extLst>
              <a:ext uri="{FF2B5EF4-FFF2-40B4-BE49-F238E27FC236}">
                <a16:creationId xmlns:a16="http://schemas.microsoft.com/office/drawing/2014/main" id="{1485C9CF-2C07-4D36-8731-AC82313E380D}"/>
              </a:ext>
            </a:extLst>
          </p:cNvPr>
          <p:cNvSpPr/>
          <p:nvPr/>
        </p:nvSpPr>
        <p:spPr>
          <a:xfrm>
            <a:off x="3733800" y="5029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lowchart: Connector 133">
            <a:extLst>
              <a:ext uri="{FF2B5EF4-FFF2-40B4-BE49-F238E27FC236}">
                <a16:creationId xmlns:a16="http://schemas.microsoft.com/office/drawing/2014/main" id="{FE8E16B0-4C9F-4147-8E61-ED34E95FE57F}"/>
              </a:ext>
            </a:extLst>
          </p:cNvPr>
          <p:cNvSpPr/>
          <p:nvPr/>
        </p:nvSpPr>
        <p:spPr>
          <a:xfrm>
            <a:off x="1905000" y="49535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Flowchart: Connector 135">
            <a:extLst>
              <a:ext uri="{FF2B5EF4-FFF2-40B4-BE49-F238E27FC236}">
                <a16:creationId xmlns:a16="http://schemas.microsoft.com/office/drawing/2014/main" id="{FB410D36-5C13-476E-898F-0D8529A94B6F}"/>
              </a:ext>
            </a:extLst>
          </p:cNvPr>
          <p:cNvSpPr/>
          <p:nvPr/>
        </p:nvSpPr>
        <p:spPr>
          <a:xfrm>
            <a:off x="4018280" y="292608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Flowchart: Connector 139">
            <a:extLst>
              <a:ext uri="{FF2B5EF4-FFF2-40B4-BE49-F238E27FC236}">
                <a16:creationId xmlns:a16="http://schemas.microsoft.com/office/drawing/2014/main" id="{F4A028CE-BC61-45B6-A21F-B59EECEF0FCA}"/>
              </a:ext>
            </a:extLst>
          </p:cNvPr>
          <p:cNvSpPr/>
          <p:nvPr/>
        </p:nvSpPr>
        <p:spPr>
          <a:xfrm>
            <a:off x="5562604" y="49535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lowchart: Connector 141">
            <a:extLst>
              <a:ext uri="{FF2B5EF4-FFF2-40B4-BE49-F238E27FC236}">
                <a16:creationId xmlns:a16="http://schemas.microsoft.com/office/drawing/2014/main" id="{A73E63DF-8F7F-4EAB-8B2F-68E066BCE239}"/>
              </a:ext>
            </a:extLst>
          </p:cNvPr>
          <p:cNvSpPr/>
          <p:nvPr/>
        </p:nvSpPr>
        <p:spPr>
          <a:xfrm>
            <a:off x="6172204" y="30480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lowchart: Connector 143">
            <a:extLst>
              <a:ext uri="{FF2B5EF4-FFF2-40B4-BE49-F238E27FC236}">
                <a16:creationId xmlns:a16="http://schemas.microsoft.com/office/drawing/2014/main" id="{CFDC4481-8B2A-4127-AF3F-F11B78884017}"/>
              </a:ext>
            </a:extLst>
          </p:cNvPr>
          <p:cNvSpPr/>
          <p:nvPr/>
        </p:nvSpPr>
        <p:spPr>
          <a:xfrm>
            <a:off x="5943600" y="3505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Flowchart: Connector 145">
            <a:extLst>
              <a:ext uri="{FF2B5EF4-FFF2-40B4-BE49-F238E27FC236}">
                <a16:creationId xmlns:a16="http://schemas.microsoft.com/office/drawing/2014/main" id="{90AAF485-FA37-472B-A7D4-FFE417C86167}"/>
              </a:ext>
            </a:extLst>
          </p:cNvPr>
          <p:cNvSpPr/>
          <p:nvPr/>
        </p:nvSpPr>
        <p:spPr>
          <a:xfrm>
            <a:off x="5867400" y="4495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Flowchart: Connector 147">
            <a:extLst>
              <a:ext uri="{FF2B5EF4-FFF2-40B4-BE49-F238E27FC236}">
                <a16:creationId xmlns:a16="http://schemas.microsoft.com/office/drawing/2014/main" id="{51EBF7CF-FE72-451B-957F-DE609A0F5A28}"/>
              </a:ext>
            </a:extLst>
          </p:cNvPr>
          <p:cNvSpPr/>
          <p:nvPr/>
        </p:nvSpPr>
        <p:spPr>
          <a:xfrm>
            <a:off x="7086604" y="5105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Flowchart: Connector 149">
            <a:extLst>
              <a:ext uri="{FF2B5EF4-FFF2-40B4-BE49-F238E27FC236}">
                <a16:creationId xmlns:a16="http://schemas.microsoft.com/office/drawing/2014/main" id="{BB3493A4-AC3C-45EE-887F-633EE223F664}"/>
              </a:ext>
            </a:extLst>
          </p:cNvPr>
          <p:cNvSpPr/>
          <p:nvPr/>
        </p:nvSpPr>
        <p:spPr>
          <a:xfrm>
            <a:off x="8915404" y="3200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Flowchart: Connector 151">
            <a:extLst>
              <a:ext uri="{FF2B5EF4-FFF2-40B4-BE49-F238E27FC236}">
                <a16:creationId xmlns:a16="http://schemas.microsoft.com/office/drawing/2014/main" id="{D7E051E8-3C75-4159-8E89-A1F634199975}"/>
              </a:ext>
            </a:extLst>
          </p:cNvPr>
          <p:cNvSpPr/>
          <p:nvPr/>
        </p:nvSpPr>
        <p:spPr>
          <a:xfrm>
            <a:off x="9067804" y="3734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Flowchart: Connector 153">
            <a:extLst>
              <a:ext uri="{FF2B5EF4-FFF2-40B4-BE49-F238E27FC236}">
                <a16:creationId xmlns:a16="http://schemas.microsoft.com/office/drawing/2014/main" id="{585AED10-672E-45AA-9FDE-5E12A35F427F}"/>
              </a:ext>
            </a:extLst>
          </p:cNvPr>
          <p:cNvSpPr/>
          <p:nvPr/>
        </p:nvSpPr>
        <p:spPr>
          <a:xfrm>
            <a:off x="9220204" y="4724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Flowchart: Connector 155">
            <a:extLst>
              <a:ext uri="{FF2B5EF4-FFF2-40B4-BE49-F238E27FC236}">
                <a16:creationId xmlns:a16="http://schemas.microsoft.com/office/drawing/2014/main" id="{0EED7D77-78CE-4500-9FBC-16638A7B8049}"/>
              </a:ext>
            </a:extLst>
          </p:cNvPr>
          <p:cNvSpPr/>
          <p:nvPr/>
        </p:nvSpPr>
        <p:spPr>
          <a:xfrm>
            <a:off x="9448804" y="35052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Flowchart: Connector 157">
            <a:extLst>
              <a:ext uri="{FF2B5EF4-FFF2-40B4-BE49-F238E27FC236}">
                <a16:creationId xmlns:a16="http://schemas.microsoft.com/office/drawing/2014/main" id="{1E210A83-0DEA-477E-A13E-66B736B22BDE}"/>
              </a:ext>
            </a:extLst>
          </p:cNvPr>
          <p:cNvSpPr/>
          <p:nvPr/>
        </p:nvSpPr>
        <p:spPr>
          <a:xfrm>
            <a:off x="9601204" y="44201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Flowchart: Connector 159">
            <a:extLst>
              <a:ext uri="{FF2B5EF4-FFF2-40B4-BE49-F238E27FC236}">
                <a16:creationId xmlns:a16="http://schemas.microsoft.com/office/drawing/2014/main" id="{015B9D06-C2D3-446B-85AA-EE769C6D5670}"/>
              </a:ext>
            </a:extLst>
          </p:cNvPr>
          <p:cNvSpPr/>
          <p:nvPr/>
        </p:nvSpPr>
        <p:spPr>
          <a:xfrm>
            <a:off x="9144004" y="44196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C41BFC3F-2BE4-42CD-803E-F8F47615EF38}"/>
              </a:ext>
            </a:extLst>
          </p:cNvPr>
          <p:cNvSpPr/>
          <p:nvPr/>
        </p:nvSpPr>
        <p:spPr>
          <a:xfrm>
            <a:off x="11346534" y="1606219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1569CACA-5ED2-4C5B-A08A-8B77DC5B06E5}"/>
              </a:ext>
            </a:extLst>
          </p:cNvPr>
          <p:cNvSpPr/>
          <p:nvPr/>
        </p:nvSpPr>
        <p:spPr>
          <a:xfrm>
            <a:off x="11353804" y="20116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FC4850-0D36-4775-840F-452658F8F84F}"/>
              </a:ext>
            </a:extLst>
          </p:cNvPr>
          <p:cNvSpPr txBox="1"/>
          <p:nvPr/>
        </p:nvSpPr>
        <p:spPr>
          <a:xfrm>
            <a:off x="9677400" y="144780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0066FF"/>
                </a:solidFill>
              </a:rPr>
              <a:t>Class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0CE5B-AEFB-44AB-BB16-DC44CCBB2214}"/>
              </a:ext>
            </a:extLst>
          </p:cNvPr>
          <p:cNvSpPr txBox="1"/>
          <p:nvPr/>
        </p:nvSpPr>
        <p:spPr>
          <a:xfrm>
            <a:off x="9700550" y="183898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C000"/>
                </a:solidFill>
              </a:rPr>
              <a:t>Class B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9C2B21C8-17B9-4368-9460-C430D791E49D}"/>
              </a:ext>
            </a:extLst>
          </p:cNvPr>
          <p:cNvSpPr/>
          <p:nvPr/>
        </p:nvSpPr>
        <p:spPr>
          <a:xfrm>
            <a:off x="11347050" y="2438904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5AEEA3-D4C9-4000-8BE8-0F2A665F7626}"/>
              </a:ext>
            </a:extLst>
          </p:cNvPr>
          <p:cNvSpPr txBox="1"/>
          <p:nvPr/>
        </p:nvSpPr>
        <p:spPr>
          <a:xfrm>
            <a:off x="9707300" y="227303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No Label</a:t>
            </a:r>
          </a:p>
        </p:txBody>
      </p:sp>
    </p:spTree>
    <p:extLst>
      <p:ext uri="{BB962C8B-B14F-4D97-AF65-F5344CB8AC3E}">
        <p14:creationId xmlns:p14="http://schemas.microsoft.com/office/powerpoint/2010/main" val="395088100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68B26-0457-45AF-AC18-32B9B4C0F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9 – Nearest neighbor</a:t>
            </a:r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6903DD9-67E4-423B-90CE-222E646BB68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523999" y="1748473"/>
            <a:ext cx="1" cy="3875089"/>
          </a:xfrm>
          <a:prstGeom prst="straightConnector1">
            <a:avLst/>
          </a:prstGeom>
          <a:ln w="508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D1A88D-BC7C-48BD-B00E-4ED26A0ECE42}"/>
              </a:ext>
            </a:extLst>
          </p:cNvPr>
          <p:cNvCxnSpPr>
            <a:cxnSpLocks/>
          </p:cNvCxnSpPr>
          <p:nvPr/>
        </p:nvCxnSpPr>
        <p:spPr bwMode="auto">
          <a:xfrm>
            <a:off x="1506955" y="5609910"/>
            <a:ext cx="9430601" cy="0"/>
          </a:xfrm>
          <a:prstGeom prst="straightConnector1">
            <a:avLst/>
          </a:prstGeom>
          <a:ln w="508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D3B9DDE-8F3E-4827-973A-8774EE6DA56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083850" y="3211748"/>
            <a:ext cx="592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x</a:t>
            </a:r>
            <a:r>
              <a:rPr lang="en-US" altLang="en-US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936A7B-7B5C-4920-B407-41D33F9B9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3062" y="5549334"/>
            <a:ext cx="4972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x</a:t>
            </a:r>
            <a:r>
              <a:rPr lang="en-US" altLang="en-US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35E7819E-0159-4BEA-A3D1-66BA508DEEE3}"/>
              </a:ext>
            </a:extLst>
          </p:cNvPr>
          <p:cNvSpPr/>
          <p:nvPr/>
        </p:nvSpPr>
        <p:spPr>
          <a:xfrm>
            <a:off x="1981200" y="3505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D9A6A1CB-1DB1-419E-A831-3838F900496F}"/>
              </a:ext>
            </a:extLst>
          </p:cNvPr>
          <p:cNvSpPr/>
          <p:nvPr/>
        </p:nvSpPr>
        <p:spPr>
          <a:xfrm>
            <a:off x="19812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9A7466ED-E15F-4666-9AC5-1A2826E04D07}"/>
              </a:ext>
            </a:extLst>
          </p:cNvPr>
          <p:cNvSpPr/>
          <p:nvPr/>
        </p:nvSpPr>
        <p:spPr>
          <a:xfrm>
            <a:off x="3505200" y="3581400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A2C40DEA-056E-4CE1-958E-4AFDBB616AAF}"/>
              </a:ext>
            </a:extLst>
          </p:cNvPr>
          <p:cNvSpPr/>
          <p:nvPr/>
        </p:nvSpPr>
        <p:spPr>
          <a:xfrm>
            <a:off x="3276604" y="4877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7C64C728-AE68-4ECD-8B86-3190FA8E5C8C}"/>
              </a:ext>
            </a:extLst>
          </p:cNvPr>
          <p:cNvSpPr/>
          <p:nvPr/>
        </p:nvSpPr>
        <p:spPr>
          <a:xfrm>
            <a:off x="6781804" y="4115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5A3C291B-5BFB-493D-9E0C-92095640B1EB}"/>
              </a:ext>
            </a:extLst>
          </p:cNvPr>
          <p:cNvSpPr/>
          <p:nvPr/>
        </p:nvSpPr>
        <p:spPr>
          <a:xfrm>
            <a:off x="5867404" y="3962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8FAD5FC5-5D60-4BBD-BE94-66C54DC420DB}"/>
              </a:ext>
            </a:extLst>
          </p:cNvPr>
          <p:cNvSpPr/>
          <p:nvPr/>
        </p:nvSpPr>
        <p:spPr>
          <a:xfrm>
            <a:off x="2590800" y="3581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00B18DBF-4217-4135-A88A-1E27635814DE}"/>
              </a:ext>
            </a:extLst>
          </p:cNvPr>
          <p:cNvSpPr/>
          <p:nvPr/>
        </p:nvSpPr>
        <p:spPr>
          <a:xfrm>
            <a:off x="2743200" y="25908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0B3CDC7F-538A-4C90-B844-2EED5518361A}"/>
              </a:ext>
            </a:extLst>
          </p:cNvPr>
          <p:cNvSpPr/>
          <p:nvPr/>
        </p:nvSpPr>
        <p:spPr>
          <a:xfrm>
            <a:off x="7239000" y="3886200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3AE5CA0D-E3D3-4CCE-8D74-F222173CC65D}"/>
              </a:ext>
            </a:extLst>
          </p:cNvPr>
          <p:cNvSpPr/>
          <p:nvPr/>
        </p:nvSpPr>
        <p:spPr>
          <a:xfrm>
            <a:off x="3581400" y="3886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DE632516-F979-47A5-86AB-7D854277901A}"/>
              </a:ext>
            </a:extLst>
          </p:cNvPr>
          <p:cNvSpPr/>
          <p:nvPr/>
        </p:nvSpPr>
        <p:spPr>
          <a:xfrm>
            <a:off x="2971804" y="3353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D350B48C-17EA-495F-B16D-F946F8DE356F}"/>
              </a:ext>
            </a:extLst>
          </p:cNvPr>
          <p:cNvSpPr/>
          <p:nvPr/>
        </p:nvSpPr>
        <p:spPr>
          <a:xfrm>
            <a:off x="3124200" y="4343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B1E789C4-3C95-4543-865A-1B3F2C443D46}"/>
              </a:ext>
            </a:extLst>
          </p:cNvPr>
          <p:cNvSpPr/>
          <p:nvPr/>
        </p:nvSpPr>
        <p:spPr>
          <a:xfrm>
            <a:off x="7391400" y="4115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8312F251-137E-4C34-B464-9E0CF300DB17}"/>
              </a:ext>
            </a:extLst>
          </p:cNvPr>
          <p:cNvSpPr/>
          <p:nvPr/>
        </p:nvSpPr>
        <p:spPr>
          <a:xfrm>
            <a:off x="3886200" y="3352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F8C8F73F-421E-4978-A8D1-96252D38DD09}"/>
              </a:ext>
            </a:extLst>
          </p:cNvPr>
          <p:cNvSpPr/>
          <p:nvPr/>
        </p:nvSpPr>
        <p:spPr>
          <a:xfrm>
            <a:off x="4038604" y="42672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5079A008-3E7C-4A76-B6EA-1C7C81B85772}"/>
              </a:ext>
            </a:extLst>
          </p:cNvPr>
          <p:cNvSpPr/>
          <p:nvPr/>
        </p:nvSpPr>
        <p:spPr>
          <a:xfrm>
            <a:off x="1905004" y="2971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218CEB28-39FB-4E7F-97D7-5FC48F710ACC}"/>
              </a:ext>
            </a:extLst>
          </p:cNvPr>
          <p:cNvSpPr/>
          <p:nvPr/>
        </p:nvSpPr>
        <p:spPr>
          <a:xfrm>
            <a:off x="4419600" y="2438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owchart: Connector 59">
            <a:extLst>
              <a:ext uri="{FF2B5EF4-FFF2-40B4-BE49-F238E27FC236}">
                <a16:creationId xmlns:a16="http://schemas.microsoft.com/office/drawing/2014/main" id="{589018FA-1118-48D3-9CC2-03E956A08D83}"/>
              </a:ext>
            </a:extLst>
          </p:cNvPr>
          <p:cNvSpPr/>
          <p:nvPr/>
        </p:nvSpPr>
        <p:spPr>
          <a:xfrm>
            <a:off x="5410204" y="44196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094A6CA2-4D4D-4984-ACFC-5AB9AE0DBB93}"/>
              </a:ext>
            </a:extLst>
          </p:cNvPr>
          <p:cNvSpPr/>
          <p:nvPr/>
        </p:nvSpPr>
        <p:spPr>
          <a:xfrm>
            <a:off x="5486404" y="3200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9B432094-5D0D-445E-845D-A9D58D5A77EE}"/>
              </a:ext>
            </a:extLst>
          </p:cNvPr>
          <p:cNvSpPr/>
          <p:nvPr/>
        </p:nvSpPr>
        <p:spPr>
          <a:xfrm>
            <a:off x="6477004" y="25146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81E640E2-8CF1-465E-959D-5EEAE5C0ECF4}"/>
              </a:ext>
            </a:extLst>
          </p:cNvPr>
          <p:cNvSpPr/>
          <p:nvPr/>
        </p:nvSpPr>
        <p:spPr>
          <a:xfrm>
            <a:off x="7696204" y="2819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112F171A-14AE-4D42-9CB1-99D1B33D4F8B}"/>
              </a:ext>
            </a:extLst>
          </p:cNvPr>
          <p:cNvSpPr/>
          <p:nvPr/>
        </p:nvSpPr>
        <p:spPr>
          <a:xfrm>
            <a:off x="7696200" y="3581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lowchart: Connector 69">
            <a:extLst>
              <a:ext uri="{FF2B5EF4-FFF2-40B4-BE49-F238E27FC236}">
                <a16:creationId xmlns:a16="http://schemas.microsoft.com/office/drawing/2014/main" id="{A9FB7943-36DF-4F25-82A1-17C4B00FCA1E}"/>
              </a:ext>
            </a:extLst>
          </p:cNvPr>
          <p:cNvSpPr/>
          <p:nvPr/>
        </p:nvSpPr>
        <p:spPr>
          <a:xfrm>
            <a:off x="8610604" y="3962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lowchart: Connector 71">
            <a:extLst>
              <a:ext uri="{FF2B5EF4-FFF2-40B4-BE49-F238E27FC236}">
                <a16:creationId xmlns:a16="http://schemas.microsoft.com/office/drawing/2014/main" id="{8DDF66C4-1458-4FD0-9F87-13E619D5F4EC}"/>
              </a:ext>
            </a:extLst>
          </p:cNvPr>
          <p:cNvSpPr/>
          <p:nvPr/>
        </p:nvSpPr>
        <p:spPr>
          <a:xfrm>
            <a:off x="8382004" y="45725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lowchart: Connector 73">
            <a:extLst>
              <a:ext uri="{FF2B5EF4-FFF2-40B4-BE49-F238E27FC236}">
                <a16:creationId xmlns:a16="http://schemas.microsoft.com/office/drawing/2014/main" id="{304AB30B-E282-4E0F-883A-6781721426DC}"/>
              </a:ext>
            </a:extLst>
          </p:cNvPr>
          <p:cNvSpPr/>
          <p:nvPr/>
        </p:nvSpPr>
        <p:spPr>
          <a:xfrm>
            <a:off x="62484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lowchart: Connector 75">
            <a:extLst>
              <a:ext uri="{FF2B5EF4-FFF2-40B4-BE49-F238E27FC236}">
                <a16:creationId xmlns:a16="http://schemas.microsoft.com/office/drawing/2014/main" id="{E8898A21-6C01-4133-BAF1-08C982909257}"/>
              </a:ext>
            </a:extLst>
          </p:cNvPr>
          <p:cNvSpPr/>
          <p:nvPr/>
        </p:nvSpPr>
        <p:spPr>
          <a:xfrm>
            <a:off x="4724400" y="3962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lowchart: Connector 77">
            <a:extLst>
              <a:ext uri="{FF2B5EF4-FFF2-40B4-BE49-F238E27FC236}">
                <a16:creationId xmlns:a16="http://schemas.microsoft.com/office/drawing/2014/main" id="{7A9DE4C4-44E4-4C36-9648-9EFEA537D4FE}"/>
              </a:ext>
            </a:extLst>
          </p:cNvPr>
          <p:cNvSpPr/>
          <p:nvPr/>
        </p:nvSpPr>
        <p:spPr>
          <a:xfrm>
            <a:off x="3352804" y="2819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lowchart: Connector 79">
            <a:extLst>
              <a:ext uri="{FF2B5EF4-FFF2-40B4-BE49-F238E27FC236}">
                <a16:creationId xmlns:a16="http://schemas.microsoft.com/office/drawing/2014/main" id="{20C29AD0-5FEE-491B-B244-FD2FE8C9ABFB}"/>
              </a:ext>
            </a:extLst>
          </p:cNvPr>
          <p:cNvSpPr/>
          <p:nvPr/>
        </p:nvSpPr>
        <p:spPr>
          <a:xfrm>
            <a:off x="5181600" y="3962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lowchart: Connector 81">
            <a:extLst>
              <a:ext uri="{FF2B5EF4-FFF2-40B4-BE49-F238E27FC236}">
                <a16:creationId xmlns:a16="http://schemas.microsoft.com/office/drawing/2014/main" id="{ACD86608-F8B2-4270-8A84-9A0D416922B3}"/>
              </a:ext>
            </a:extLst>
          </p:cNvPr>
          <p:cNvSpPr/>
          <p:nvPr/>
        </p:nvSpPr>
        <p:spPr>
          <a:xfrm>
            <a:off x="4953000" y="4724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lowchart: Connector 83">
            <a:extLst>
              <a:ext uri="{FF2B5EF4-FFF2-40B4-BE49-F238E27FC236}">
                <a16:creationId xmlns:a16="http://schemas.microsoft.com/office/drawing/2014/main" id="{3DF10E78-6562-44DF-9B56-7C34B445D707}"/>
              </a:ext>
            </a:extLst>
          </p:cNvPr>
          <p:cNvSpPr/>
          <p:nvPr/>
        </p:nvSpPr>
        <p:spPr>
          <a:xfrm>
            <a:off x="5029200" y="2819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lowchart: Connector 85">
            <a:extLst>
              <a:ext uri="{FF2B5EF4-FFF2-40B4-BE49-F238E27FC236}">
                <a16:creationId xmlns:a16="http://schemas.microsoft.com/office/drawing/2014/main" id="{D11EFFCF-59E6-4F72-8DE3-B2518DD77301}"/>
              </a:ext>
            </a:extLst>
          </p:cNvPr>
          <p:cNvSpPr/>
          <p:nvPr/>
        </p:nvSpPr>
        <p:spPr>
          <a:xfrm>
            <a:off x="5486400" y="23622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lowchart: Connector 87">
            <a:extLst>
              <a:ext uri="{FF2B5EF4-FFF2-40B4-BE49-F238E27FC236}">
                <a16:creationId xmlns:a16="http://schemas.microsoft.com/office/drawing/2014/main" id="{5188CEE1-65B8-45A0-B2DB-0C22A02F0608}"/>
              </a:ext>
            </a:extLst>
          </p:cNvPr>
          <p:cNvSpPr/>
          <p:nvPr/>
        </p:nvSpPr>
        <p:spPr>
          <a:xfrm>
            <a:off x="4038600" y="48011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lowchart: Connector 89">
            <a:extLst>
              <a:ext uri="{FF2B5EF4-FFF2-40B4-BE49-F238E27FC236}">
                <a16:creationId xmlns:a16="http://schemas.microsoft.com/office/drawing/2014/main" id="{188A89E6-BEF5-412D-946A-8637BDD9D5FA}"/>
              </a:ext>
            </a:extLst>
          </p:cNvPr>
          <p:cNvSpPr/>
          <p:nvPr/>
        </p:nvSpPr>
        <p:spPr>
          <a:xfrm>
            <a:off x="5867400" y="2785585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lowchart: Connector 91">
            <a:extLst>
              <a:ext uri="{FF2B5EF4-FFF2-40B4-BE49-F238E27FC236}">
                <a16:creationId xmlns:a16="http://schemas.microsoft.com/office/drawing/2014/main" id="{F9F76E5F-C5A2-481E-BE4E-E06A06C7AD37}"/>
              </a:ext>
            </a:extLst>
          </p:cNvPr>
          <p:cNvSpPr/>
          <p:nvPr/>
        </p:nvSpPr>
        <p:spPr>
          <a:xfrm>
            <a:off x="4419604" y="3581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lowchart: Connector 93">
            <a:extLst>
              <a:ext uri="{FF2B5EF4-FFF2-40B4-BE49-F238E27FC236}">
                <a16:creationId xmlns:a16="http://schemas.microsoft.com/office/drawing/2014/main" id="{ED8C178B-9662-476B-9DA8-7ED7BCB6B9DD}"/>
              </a:ext>
            </a:extLst>
          </p:cNvPr>
          <p:cNvSpPr/>
          <p:nvPr/>
        </p:nvSpPr>
        <p:spPr>
          <a:xfrm>
            <a:off x="7239004" y="4724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lowchart: Connector 95">
            <a:extLst>
              <a:ext uri="{FF2B5EF4-FFF2-40B4-BE49-F238E27FC236}">
                <a16:creationId xmlns:a16="http://schemas.microsoft.com/office/drawing/2014/main" id="{9E3290BB-EE5E-4FBD-9F32-367EBC50D4F4}"/>
              </a:ext>
            </a:extLst>
          </p:cNvPr>
          <p:cNvSpPr/>
          <p:nvPr/>
        </p:nvSpPr>
        <p:spPr>
          <a:xfrm>
            <a:off x="7543804" y="32009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lowchart: Connector 97">
            <a:extLst>
              <a:ext uri="{FF2B5EF4-FFF2-40B4-BE49-F238E27FC236}">
                <a16:creationId xmlns:a16="http://schemas.microsoft.com/office/drawing/2014/main" id="{BF992ABD-3DB6-4D73-A564-0DBDE84BD367}"/>
              </a:ext>
            </a:extLst>
          </p:cNvPr>
          <p:cNvSpPr/>
          <p:nvPr/>
        </p:nvSpPr>
        <p:spPr>
          <a:xfrm>
            <a:off x="9525004" y="3886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Flowchart: Connector 99">
            <a:extLst>
              <a:ext uri="{FF2B5EF4-FFF2-40B4-BE49-F238E27FC236}">
                <a16:creationId xmlns:a16="http://schemas.microsoft.com/office/drawing/2014/main" id="{EB3893FF-BB87-4696-AD1E-0BED2444FCE4}"/>
              </a:ext>
            </a:extLst>
          </p:cNvPr>
          <p:cNvSpPr/>
          <p:nvPr/>
        </p:nvSpPr>
        <p:spPr>
          <a:xfrm>
            <a:off x="6705604" y="29718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Flowchart: Connector 101">
            <a:extLst>
              <a:ext uri="{FF2B5EF4-FFF2-40B4-BE49-F238E27FC236}">
                <a16:creationId xmlns:a16="http://schemas.microsoft.com/office/drawing/2014/main" id="{56F505D8-4D60-455F-AE89-3F11D9157D61}"/>
              </a:ext>
            </a:extLst>
          </p:cNvPr>
          <p:cNvSpPr/>
          <p:nvPr/>
        </p:nvSpPr>
        <p:spPr>
          <a:xfrm>
            <a:off x="8915400" y="2819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Flowchart: Connector 103">
            <a:extLst>
              <a:ext uri="{FF2B5EF4-FFF2-40B4-BE49-F238E27FC236}">
                <a16:creationId xmlns:a16="http://schemas.microsoft.com/office/drawing/2014/main" id="{D6B259C9-CD21-4F32-AFC5-B6021FF24B08}"/>
              </a:ext>
            </a:extLst>
          </p:cNvPr>
          <p:cNvSpPr/>
          <p:nvPr/>
        </p:nvSpPr>
        <p:spPr>
          <a:xfrm>
            <a:off x="8458200" y="3353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lowchart: Connector 105">
            <a:extLst>
              <a:ext uri="{FF2B5EF4-FFF2-40B4-BE49-F238E27FC236}">
                <a16:creationId xmlns:a16="http://schemas.microsoft.com/office/drawing/2014/main" id="{1FCFD1B8-9C4D-4E46-A7AB-3A478C970FF2}"/>
              </a:ext>
            </a:extLst>
          </p:cNvPr>
          <p:cNvSpPr/>
          <p:nvPr/>
        </p:nvSpPr>
        <p:spPr>
          <a:xfrm>
            <a:off x="8001000" y="41153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lowchart: Connector 107">
            <a:extLst>
              <a:ext uri="{FF2B5EF4-FFF2-40B4-BE49-F238E27FC236}">
                <a16:creationId xmlns:a16="http://schemas.microsoft.com/office/drawing/2014/main" id="{A9CF796C-CB25-4D85-80A0-EA22675E733E}"/>
              </a:ext>
            </a:extLst>
          </p:cNvPr>
          <p:cNvSpPr/>
          <p:nvPr/>
        </p:nvSpPr>
        <p:spPr>
          <a:xfrm>
            <a:off x="6553200" y="51054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lowchart: Connector 109">
            <a:extLst>
              <a:ext uri="{FF2B5EF4-FFF2-40B4-BE49-F238E27FC236}">
                <a16:creationId xmlns:a16="http://schemas.microsoft.com/office/drawing/2014/main" id="{FD4B0F38-888C-4883-AFEF-7207BBBCBCB6}"/>
              </a:ext>
            </a:extLst>
          </p:cNvPr>
          <p:cNvSpPr/>
          <p:nvPr/>
        </p:nvSpPr>
        <p:spPr>
          <a:xfrm>
            <a:off x="2514600" y="42677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Flowchart: Connector 111">
            <a:extLst>
              <a:ext uri="{FF2B5EF4-FFF2-40B4-BE49-F238E27FC236}">
                <a16:creationId xmlns:a16="http://schemas.microsoft.com/office/drawing/2014/main" id="{BB169269-82B9-4938-8EB7-2506DC89578C}"/>
              </a:ext>
            </a:extLst>
          </p:cNvPr>
          <p:cNvSpPr/>
          <p:nvPr/>
        </p:nvSpPr>
        <p:spPr>
          <a:xfrm>
            <a:off x="6629400" y="338328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Flowchart: Connector 113">
            <a:extLst>
              <a:ext uri="{FF2B5EF4-FFF2-40B4-BE49-F238E27FC236}">
                <a16:creationId xmlns:a16="http://schemas.microsoft.com/office/drawing/2014/main" id="{D35A4DA1-5DBC-4D22-8F41-96402A98A868}"/>
              </a:ext>
            </a:extLst>
          </p:cNvPr>
          <p:cNvSpPr/>
          <p:nvPr/>
        </p:nvSpPr>
        <p:spPr>
          <a:xfrm>
            <a:off x="5181600" y="35052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Flowchart: Connector 123">
            <a:extLst>
              <a:ext uri="{FF2B5EF4-FFF2-40B4-BE49-F238E27FC236}">
                <a16:creationId xmlns:a16="http://schemas.microsoft.com/office/drawing/2014/main" id="{0168BCE3-3924-48E9-B600-798A3AD51197}"/>
              </a:ext>
            </a:extLst>
          </p:cNvPr>
          <p:cNvSpPr/>
          <p:nvPr/>
        </p:nvSpPr>
        <p:spPr>
          <a:xfrm>
            <a:off x="2590800" y="2777872"/>
            <a:ext cx="2079021" cy="1892236"/>
          </a:xfrm>
          <a:prstGeom prst="flowChartConnector">
            <a:avLst/>
          </a:prstGeom>
          <a:noFill/>
          <a:ln>
            <a:solidFill>
              <a:srgbClr val="000099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Flowchart: Connector 125">
            <a:extLst>
              <a:ext uri="{FF2B5EF4-FFF2-40B4-BE49-F238E27FC236}">
                <a16:creationId xmlns:a16="http://schemas.microsoft.com/office/drawing/2014/main" id="{52799D72-FF17-4F69-B573-DB3278FA813C}"/>
              </a:ext>
            </a:extLst>
          </p:cNvPr>
          <p:cNvSpPr/>
          <p:nvPr/>
        </p:nvSpPr>
        <p:spPr>
          <a:xfrm>
            <a:off x="4495800" y="4496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lowchart: Connector 127">
            <a:extLst>
              <a:ext uri="{FF2B5EF4-FFF2-40B4-BE49-F238E27FC236}">
                <a16:creationId xmlns:a16="http://schemas.microsoft.com/office/drawing/2014/main" id="{96102113-E411-4705-98FB-1B3382816067}"/>
              </a:ext>
            </a:extLst>
          </p:cNvPr>
          <p:cNvSpPr/>
          <p:nvPr/>
        </p:nvSpPr>
        <p:spPr>
          <a:xfrm>
            <a:off x="2514600" y="4648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Flowchart: Connector 129">
            <a:extLst>
              <a:ext uri="{FF2B5EF4-FFF2-40B4-BE49-F238E27FC236}">
                <a16:creationId xmlns:a16="http://schemas.microsoft.com/office/drawing/2014/main" id="{23FBBE30-E9BE-4E28-B210-031F513A6177}"/>
              </a:ext>
            </a:extLst>
          </p:cNvPr>
          <p:cNvSpPr/>
          <p:nvPr/>
        </p:nvSpPr>
        <p:spPr>
          <a:xfrm>
            <a:off x="2209800" y="3886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Flowchart: Connector 131">
            <a:extLst>
              <a:ext uri="{FF2B5EF4-FFF2-40B4-BE49-F238E27FC236}">
                <a16:creationId xmlns:a16="http://schemas.microsoft.com/office/drawing/2014/main" id="{1485C9CF-2C07-4D36-8731-AC82313E380D}"/>
              </a:ext>
            </a:extLst>
          </p:cNvPr>
          <p:cNvSpPr/>
          <p:nvPr/>
        </p:nvSpPr>
        <p:spPr>
          <a:xfrm>
            <a:off x="3733800" y="5029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lowchart: Connector 133">
            <a:extLst>
              <a:ext uri="{FF2B5EF4-FFF2-40B4-BE49-F238E27FC236}">
                <a16:creationId xmlns:a16="http://schemas.microsoft.com/office/drawing/2014/main" id="{FE8E16B0-4C9F-4147-8E61-ED34E95FE57F}"/>
              </a:ext>
            </a:extLst>
          </p:cNvPr>
          <p:cNvSpPr/>
          <p:nvPr/>
        </p:nvSpPr>
        <p:spPr>
          <a:xfrm>
            <a:off x="1905000" y="4953504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Flowchart: Connector 135">
            <a:extLst>
              <a:ext uri="{FF2B5EF4-FFF2-40B4-BE49-F238E27FC236}">
                <a16:creationId xmlns:a16="http://schemas.microsoft.com/office/drawing/2014/main" id="{FB410D36-5C13-476E-898F-0D8529A94B6F}"/>
              </a:ext>
            </a:extLst>
          </p:cNvPr>
          <p:cNvSpPr/>
          <p:nvPr/>
        </p:nvSpPr>
        <p:spPr>
          <a:xfrm>
            <a:off x="4018280" y="292608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Flowchart: Connector 139">
            <a:extLst>
              <a:ext uri="{FF2B5EF4-FFF2-40B4-BE49-F238E27FC236}">
                <a16:creationId xmlns:a16="http://schemas.microsoft.com/office/drawing/2014/main" id="{F4A028CE-BC61-45B6-A21F-B59EECEF0FCA}"/>
              </a:ext>
            </a:extLst>
          </p:cNvPr>
          <p:cNvSpPr/>
          <p:nvPr/>
        </p:nvSpPr>
        <p:spPr>
          <a:xfrm>
            <a:off x="5562604" y="49535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lowchart: Connector 141">
            <a:extLst>
              <a:ext uri="{FF2B5EF4-FFF2-40B4-BE49-F238E27FC236}">
                <a16:creationId xmlns:a16="http://schemas.microsoft.com/office/drawing/2014/main" id="{A73E63DF-8F7F-4EAB-8B2F-68E066BCE239}"/>
              </a:ext>
            </a:extLst>
          </p:cNvPr>
          <p:cNvSpPr/>
          <p:nvPr/>
        </p:nvSpPr>
        <p:spPr>
          <a:xfrm>
            <a:off x="6172204" y="30480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lowchart: Connector 143">
            <a:extLst>
              <a:ext uri="{FF2B5EF4-FFF2-40B4-BE49-F238E27FC236}">
                <a16:creationId xmlns:a16="http://schemas.microsoft.com/office/drawing/2014/main" id="{CFDC4481-8B2A-4127-AF3F-F11B78884017}"/>
              </a:ext>
            </a:extLst>
          </p:cNvPr>
          <p:cNvSpPr/>
          <p:nvPr/>
        </p:nvSpPr>
        <p:spPr>
          <a:xfrm>
            <a:off x="5943600" y="35057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Flowchart: Connector 145">
            <a:extLst>
              <a:ext uri="{FF2B5EF4-FFF2-40B4-BE49-F238E27FC236}">
                <a16:creationId xmlns:a16="http://schemas.microsoft.com/office/drawing/2014/main" id="{90AAF485-FA37-472B-A7D4-FFE417C86167}"/>
              </a:ext>
            </a:extLst>
          </p:cNvPr>
          <p:cNvSpPr/>
          <p:nvPr/>
        </p:nvSpPr>
        <p:spPr>
          <a:xfrm>
            <a:off x="5867400" y="44958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Flowchart: Connector 147">
            <a:extLst>
              <a:ext uri="{FF2B5EF4-FFF2-40B4-BE49-F238E27FC236}">
                <a16:creationId xmlns:a16="http://schemas.microsoft.com/office/drawing/2014/main" id="{51EBF7CF-FE72-451B-957F-DE609A0F5A28}"/>
              </a:ext>
            </a:extLst>
          </p:cNvPr>
          <p:cNvSpPr/>
          <p:nvPr/>
        </p:nvSpPr>
        <p:spPr>
          <a:xfrm>
            <a:off x="7086604" y="5105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Flowchart: Connector 149">
            <a:extLst>
              <a:ext uri="{FF2B5EF4-FFF2-40B4-BE49-F238E27FC236}">
                <a16:creationId xmlns:a16="http://schemas.microsoft.com/office/drawing/2014/main" id="{BB3493A4-AC3C-45EE-887F-633EE223F664}"/>
              </a:ext>
            </a:extLst>
          </p:cNvPr>
          <p:cNvSpPr/>
          <p:nvPr/>
        </p:nvSpPr>
        <p:spPr>
          <a:xfrm>
            <a:off x="8915404" y="32004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Flowchart: Connector 151">
            <a:extLst>
              <a:ext uri="{FF2B5EF4-FFF2-40B4-BE49-F238E27FC236}">
                <a16:creationId xmlns:a16="http://schemas.microsoft.com/office/drawing/2014/main" id="{D7E051E8-3C75-4159-8E89-A1F634199975}"/>
              </a:ext>
            </a:extLst>
          </p:cNvPr>
          <p:cNvSpPr/>
          <p:nvPr/>
        </p:nvSpPr>
        <p:spPr>
          <a:xfrm>
            <a:off x="9067804" y="37343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Flowchart: Connector 153">
            <a:extLst>
              <a:ext uri="{FF2B5EF4-FFF2-40B4-BE49-F238E27FC236}">
                <a16:creationId xmlns:a16="http://schemas.microsoft.com/office/drawing/2014/main" id="{585AED10-672E-45AA-9FDE-5E12A35F427F}"/>
              </a:ext>
            </a:extLst>
          </p:cNvPr>
          <p:cNvSpPr/>
          <p:nvPr/>
        </p:nvSpPr>
        <p:spPr>
          <a:xfrm>
            <a:off x="9220204" y="47249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Flowchart: Connector 155">
            <a:extLst>
              <a:ext uri="{FF2B5EF4-FFF2-40B4-BE49-F238E27FC236}">
                <a16:creationId xmlns:a16="http://schemas.microsoft.com/office/drawing/2014/main" id="{0EED7D77-78CE-4500-9FBC-16638A7B8049}"/>
              </a:ext>
            </a:extLst>
          </p:cNvPr>
          <p:cNvSpPr/>
          <p:nvPr/>
        </p:nvSpPr>
        <p:spPr>
          <a:xfrm>
            <a:off x="9448804" y="3505200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Flowchart: Connector 157">
            <a:extLst>
              <a:ext uri="{FF2B5EF4-FFF2-40B4-BE49-F238E27FC236}">
                <a16:creationId xmlns:a16="http://schemas.microsoft.com/office/drawing/2014/main" id="{1E210A83-0DEA-477E-A13E-66B736B22BDE}"/>
              </a:ext>
            </a:extLst>
          </p:cNvPr>
          <p:cNvSpPr/>
          <p:nvPr/>
        </p:nvSpPr>
        <p:spPr>
          <a:xfrm>
            <a:off x="9601204" y="44201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Flowchart: Connector 159">
            <a:extLst>
              <a:ext uri="{FF2B5EF4-FFF2-40B4-BE49-F238E27FC236}">
                <a16:creationId xmlns:a16="http://schemas.microsoft.com/office/drawing/2014/main" id="{015B9D06-C2D3-446B-85AA-EE769C6D5670}"/>
              </a:ext>
            </a:extLst>
          </p:cNvPr>
          <p:cNvSpPr/>
          <p:nvPr/>
        </p:nvSpPr>
        <p:spPr>
          <a:xfrm>
            <a:off x="9144004" y="4419600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C41BFC3F-2BE4-42CD-803E-F8F47615EF38}"/>
              </a:ext>
            </a:extLst>
          </p:cNvPr>
          <p:cNvSpPr/>
          <p:nvPr/>
        </p:nvSpPr>
        <p:spPr>
          <a:xfrm>
            <a:off x="11346534" y="1606219"/>
            <a:ext cx="228596" cy="228096"/>
          </a:xfrm>
          <a:prstGeom prst="flowChartConnector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1569CACA-5ED2-4C5B-A08A-8B77DC5B06E5}"/>
              </a:ext>
            </a:extLst>
          </p:cNvPr>
          <p:cNvSpPr/>
          <p:nvPr/>
        </p:nvSpPr>
        <p:spPr>
          <a:xfrm>
            <a:off x="11353804" y="2011604"/>
            <a:ext cx="228596" cy="228096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FC4850-0D36-4775-840F-452658F8F84F}"/>
              </a:ext>
            </a:extLst>
          </p:cNvPr>
          <p:cNvSpPr txBox="1"/>
          <p:nvPr/>
        </p:nvSpPr>
        <p:spPr>
          <a:xfrm>
            <a:off x="9677400" y="144780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0066FF"/>
                </a:solidFill>
              </a:rPr>
              <a:t>Class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0CE5B-AEFB-44AB-BB16-DC44CCBB2214}"/>
              </a:ext>
            </a:extLst>
          </p:cNvPr>
          <p:cNvSpPr txBox="1"/>
          <p:nvPr/>
        </p:nvSpPr>
        <p:spPr>
          <a:xfrm>
            <a:off x="9700550" y="183898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C000"/>
                </a:solidFill>
              </a:rPr>
              <a:t>Class B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9C2B21C8-17B9-4368-9460-C430D791E49D}"/>
              </a:ext>
            </a:extLst>
          </p:cNvPr>
          <p:cNvSpPr/>
          <p:nvPr/>
        </p:nvSpPr>
        <p:spPr>
          <a:xfrm>
            <a:off x="11347050" y="2438904"/>
            <a:ext cx="228596" cy="22809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5AEEA3-D4C9-4000-8BE8-0F2A665F7626}"/>
              </a:ext>
            </a:extLst>
          </p:cNvPr>
          <p:cNvSpPr txBox="1"/>
          <p:nvPr/>
        </p:nvSpPr>
        <p:spPr>
          <a:xfrm>
            <a:off x="9707300" y="227303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No Label</a:t>
            </a:r>
          </a:p>
        </p:txBody>
      </p:sp>
    </p:spTree>
    <p:extLst>
      <p:ext uri="{BB962C8B-B14F-4D97-AF65-F5344CB8AC3E}">
        <p14:creationId xmlns:p14="http://schemas.microsoft.com/office/powerpoint/2010/main" val="2376686804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8D3D38-AB8C-4F0B-943E-F5C976E64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câu hỏi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F8AA0C-32A5-4EF5-85EB-7BAB430CC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836982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2702001-5B2F-43AC-ACAA-05F48292D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câu hỏi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B54EDF1-64E2-40A5-BB5A-B878FB265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>
                <a:solidFill>
                  <a:srgbClr val="0066FF"/>
                </a:solidFill>
              </a:rPr>
              <a:t>Câu 01: Hồ Thái Ngọc Nếu số l</a:t>
            </a:r>
            <a:r>
              <a:rPr lang="vi-VN" sz="2800">
                <a:solidFill>
                  <a:srgbClr val="0066FF"/>
                </a:solidFill>
              </a:rPr>
              <a:t>ư</a:t>
            </a:r>
            <a:r>
              <a:rPr lang="en-US" sz="2800">
                <a:solidFill>
                  <a:srgbClr val="0066FF"/>
                </a:solidFill>
              </a:rPr>
              <a:t>ợng nhãn bằng nhau thì chọn nhãn nh</a:t>
            </a:r>
            <a:r>
              <a:rPr lang="vi-VN" sz="2800">
                <a:solidFill>
                  <a:srgbClr val="0066FF"/>
                </a:solidFill>
              </a:rPr>
              <a:t>ư</a:t>
            </a:r>
            <a:r>
              <a:rPr lang="en-US" sz="2800">
                <a:solidFill>
                  <a:srgbClr val="0066FF"/>
                </a:solidFill>
              </a:rPr>
              <a:t> thế nào?</a:t>
            </a:r>
          </a:p>
          <a:p>
            <a:pPr algn="just"/>
            <a:r>
              <a:rPr lang="en-US" sz="2800">
                <a:solidFill>
                  <a:srgbClr val="FF0000"/>
                </a:solidFill>
              </a:rPr>
              <a:t>Câu 02: Nguyễn Trần Hoàng Thanh Thuật toán kNN để làm gì?</a:t>
            </a:r>
          </a:p>
          <a:p>
            <a:pPr algn="just"/>
            <a:r>
              <a:rPr lang="en-US" sz="2800">
                <a:solidFill>
                  <a:srgbClr val="0066FF"/>
                </a:solidFill>
              </a:rPr>
              <a:t>Câu 03: Phan Vĩnh Long Chọn k nh</a:t>
            </a:r>
            <a:r>
              <a:rPr lang="vi-VN" sz="2800">
                <a:solidFill>
                  <a:srgbClr val="0066FF"/>
                </a:solidFill>
              </a:rPr>
              <a:t>ư</a:t>
            </a:r>
            <a:r>
              <a:rPr lang="en-US" sz="2800">
                <a:solidFill>
                  <a:srgbClr val="0066FF"/>
                </a:solidFill>
              </a:rPr>
              <a:t> thế nào tốt nhất?</a:t>
            </a:r>
          </a:p>
          <a:p>
            <a:pPr algn="just"/>
            <a:r>
              <a:rPr lang="en-US" sz="2800">
                <a:solidFill>
                  <a:srgbClr val="FF0000"/>
                </a:solidFill>
              </a:rPr>
              <a:t>Câu 04:</a:t>
            </a:r>
            <a:r>
              <a:rPr lang="vi-VN" sz="2800">
                <a:solidFill>
                  <a:srgbClr val="FF0000"/>
                </a:solidFill>
              </a:rPr>
              <a:t> Nguyễn Cường Phát</a:t>
            </a:r>
            <a:r>
              <a:rPr lang="en-US" sz="2800">
                <a:solidFill>
                  <a:srgbClr val="FF0000"/>
                </a:solidFill>
              </a:rPr>
              <a:t> Với một bộ dữ liệu cụ thể thì làm sao tìm đ</a:t>
            </a:r>
            <a:r>
              <a:rPr lang="vi-VN" sz="2800">
                <a:solidFill>
                  <a:srgbClr val="FF0000"/>
                </a:solidFill>
              </a:rPr>
              <a:t>ư</a:t>
            </a:r>
            <a:r>
              <a:rPr lang="en-US" sz="2800">
                <a:solidFill>
                  <a:srgbClr val="FF0000"/>
                </a:solidFill>
              </a:rPr>
              <a:t>ợc k tốt nhất?</a:t>
            </a:r>
          </a:p>
          <a:p>
            <a:pPr algn="just"/>
            <a:r>
              <a:rPr lang="en-US" sz="2800">
                <a:solidFill>
                  <a:srgbClr val="0066FF"/>
                </a:solidFill>
              </a:rPr>
              <a:t>Câu 05: Võ Thị Một</a:t>
            </a:r>
            <a:r>
              <a:rPr lang="vi-VN" sz="2800">
                <a:solidFill>
                  <a:srgbClr val="0066FF"/>
                </a:solidFill>
              </a:rPr>
              <a:t>, Võ Tuấn Dĩ</a:t>
            </a:r>
            <a:r>
              <a:rPr lang="en-US" sz="2800">
                <a:solidFill>
                  <a:srgbClr val="0066FF"/>
                </a:solidFill>
              </a:rPr>
              <a:t> Làm sao tính đ</a:t>
            </a:r>
            <a:r>
              <a:rPr lang="vi-VN" sz="2800">
                <a:solidFill>
                  <a:srgbClr val="0066FF"/>
                </a:solidFill>
              </a:rPr>
              <a:t>ư</a:t>
            </a:r>
            <a:r>
              <a:rPr lang="en-US" sz="2800">
                <a:solidFill>
                  <a:srgbClr val="0066FF"/>
                </a:solidFill>
              </a:rPr>
              <a:t>ợc khoảng cách giữa hai điểm Data Point.</a:t>
            </a:r>
          </a:p>
        </p:txBody>
      </p:sp>
    </p:spTree>
    <p:extLst>
      <p:ext uri="{BB962C8B-B14F-4D97-AF65-F5344CB8AC3E}">
        <p14:creationId xmlns:p14="http://schemas.microsoft.com/office/powerpoint/2010/main" val="1108019858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029751D-41C3-4A4C-9AC9-CCB7A061F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DATASET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BF91FE-C018-4D25-9A03-0B4B71F42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62748461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E8E49B6-FFB9-48FE-A4A6-A7632629F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Dataset</a:t>
            </a:r>
            <a:endParaRPr lang="vi-V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4A5EA7F-8FCE-416E-9B84-E4673825C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>
                <a:solidFill>
                  <a:srgbClr val="0066FF"/>
                </a:solidFill>
              </a:rPr>
              <a:t>Tên </a:t>
            </a:r>
            <a:r>
              <a:rPr lang="vi-VN" sz="2800" dirty="0" err="1">
                <a:solidFill>
                  <a:srgbClr val="0066FF"/>
                </a:solidFill>
              </a:rPr>
              <a:t>tập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: </a:t>
            </a:r>
            <a:r>
              <a:rPr lang="vi-VN" sz="2800" dirty="0" err="1">
                <a:highlight>
                  <a:srgbClr val="FFFF00"/>
                </a:highlight>
              </a:rPr>
              <a:t>Social</a:t>
            </a:r>
            <a:r>
              <a:rPr lang="vi-VN" sz="2800" dirty="0">
                <a:highlight>
                  <a:srgbClr val="FFFF00"/>
                </a:highlight>
              </a:rPr>
              <a:t> </a:t>
            </a:r>
            <a:r>
              <a:rPr lang="vi-VN" sz="2800" dirty="0" err="1">
                <a:highlight>
                  <a:srgbClr val="FFFF00"/>
                </a:highlight>
              </a:rPr>
              <a:t>Network</a:t>
            </a:r>
            <a:r>
              <a:rPr lang="vi-VN" sz="2800" dirty="0">
                <a:highlight>
                  <a:srgbClr val="FFFF00"/>
                </a:highlight>
              </a:rPr>
              <a:t> </a:t>
            </a:r>
            <a:r>
              <a:rPr lang="vi-VN" sz="2800" dirty="0" err="1">
                <a:highlight>
                  <a:srgbClr val="FFFF00"/>
                </a:highlight>
              </a:rPr>
              <a:t>Ads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algn="just"/>
            <a:r>
              <a:rPr lang="vi-VN" sz="2800" dirty="0" err="1">
                <a:solidFill>
                  <a:srgbClr val="FF0000"/>
                </a:solidFill>
              </a:rPr>
              <a:t>Nguồn</a:t>
            </a:r>
            <a:r>
              <a:rPr lang="vi-VN" sz="2800" dirty="0">
                <a:solidFill>
                  <a:srgbClr val="FF0000"/>
                </a:solidFill>
              </a:rPr>
              <a:t>: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>
                <a:solidFill>
                  <a:srgbClr val="008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https://www.superdatascience.com/pages/machine-learning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algn="just"/>
            <a:r>
              <a:rPr lang="vi-VN" sz="2800" dirty="0" err="1">
                <a:solidFill>
                  <a:srgbClr val="0066FF"/>
                </a:solidFill>
              </a:rPr>
              <a:t>Tập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cho </a:t>
            </a:r>
            <a:r>
              <a:rPr lang="vi-VN" sz="2800" dirty="0" err="1">
                <a:solidFill>
                  <a:srgbClr val="0066FF"/>
                </a:solidFill>
              </a:rPr>
              <a:t>biết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</a:t>
            </a:r>
            <a:r>
              <a:rPr lang="vi-VN" sz="2800" dirty="0">
                <a:solidFill>
                  <a:srgbClr val="0066FF"/>
                </a:solidFill>
              </a:rPr>
              <a:t> thông tin </a:t>
            </a:r>
            <a:r>
              <a:rPr lang="vi-VN" sz="2800" dirty="0" err="1">
                <a:solidFill>
                  <a:srgbClr val="0066FF"/>
                </a:solidFill>
              </a:rPr>
              <a:t>của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khách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hàng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họ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mua </a:t>
            </a:r>
            <a:r>
              <a:rPr lang="vi-VN" sz="2800" dirty="0" err="1">
                <a:solidFill>
                  <a:srgbClr val="0066FF"/>
                </a:solidFill>
              </a:rPr>
              <a:t>hàng</a:t>
            </a:r>
            <a:r>
              <a:rPr lang="vi-VN" sz="2800" dirty="0">
                <a:solidFill>
                  <a:srgbClr val="0066FF"/>
                </a:solidFill>
              </a:rPr>
              <a:t> hay không.</a:t>
            </a:r>
          </a:p>
        </p:txBody>
      </p:sp>
    </p:spTree>
    <p:extLst>
      <p:ext uri="{BB962C8B-B14F-4D97-AF65-F5344CB8AC3E}">
        <p14:creationId xmlns:p14="http://schemas.microsoft.com/office/powerpoint/2010/main" val="357772518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E8E49B6-FFB9-48FE-A4A6-A7632629F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Dataset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4A5EA7F-8FCE-416E-9B84-E4673825CC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chứa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400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>
                    <a:solidFill>
                      <a:srgbClr val="0066FF"/>
                    </a:solidFill>
                  </a:rPr>
                  <a:t> liệu</a:t>
                </a:r>
                <a:r>
                  <a:rPr lang="en-US" sz="2800">
                    <a:solidFill>
                      <a:srgbClr val="0066FF"/>
                    </a:solidFill>
                  </a:rPr>
                  <a:t> (datapoint)</a:t>
                </a:r>
                <a:r>
                  <a:rPr lang="vi-VN" sz="2800">
                    <a:solidFill>
                      <a:srgbClr val="0066FF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mỗi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5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thuộc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tính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gồm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lvl="1" algn="just"/>
                <a:r>
                  <a:rPr lang="vi-VN" sz="2800" dirty="0" err="1">
                    <a:highlight>
                      <a:srgbClr val="FFFF00"/>
                    </a:highlight>
                  </a:rPr>
                  <a:t>UserID</a:t>
                </a:r>
                <a:r>
                  <a:rPr lang="vi-VN" sz="2800" dirty="0">
                    <a:solidFill>
                      <a:srgbClr val="FF0000"/>
                    </a:solidFill>
                  </a:rPr>
                  <a:t>: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Mã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định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danh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của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người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dùng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highlight>
                      <a:srgbClr val="FFFF00"/>
                    </a:highlight>
                  </a:rPr>
                  <a:t>Gender</a:t>
                </a:r>
                <a:r>
                  <a:rPr lang="vi-VN" sz="2800" dirty="0">
                    <a:solidFill>
                      <a:srgbClr val="0066FF"/>
                    </a:solidFill>
                  </a:rPr>
                  <a:t>: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Giới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tính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người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dùng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highlight>
                      <a:srgbClr val="FFFF00"/>
                    </a:highlight>
                  </a:rPr>
                  <a:t>Age</a:t>
                </a:r>
                <a:r>
                  <a:rPr lang="vi-VN" sz="2800" dirty="0">
                    <a:solidFill>
                      <a:srgbClr val="FF0000"/>
                    </a:solidFill>
                  </a:rPr>
                  <a:t>: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Độ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tuổi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người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dùng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highlight>
                      <a:srgbClr val="FFFF00"/>
                    </a:highlight>
                  </a:rPr>
                  <a:t>Estimated</a:t>
                </a:r>
                <a:r>
                  <a:rPr lang="vi-VN" sz="2800" dirty="0"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highlight>
                      <a:srgbClr val="FFFF00"/>
                    </a:highlight>
                  </a:rPr>
                  <a:t>Salary</a:t>
                </a:r>
                <a:r>
                  <a:rPr lang="vi-VN" sz="2800" dirty="0">
                    <a:solidFill>
                      <a:srgbClr val="0066FF"/>
                    </a:solidFill>
                  </a:rPr>
                  <a:t>: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Mức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lương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ước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đoán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người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dùng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highlight>
                      <a:srgbClr val="FFFF00"/>
                    </a:highlight>
                  </a:rPr>
                  <a:t>Purchased</a:t>
                </a:r>
                <a:r>
                  <a:rPr lang="vi-VN" sz="2800">
                    <a:solidFill>
                      <a:srgbClr val="FF0000"/>
                    </a:solidFill>
                  </a:rPr>
                  <a:t>: </a:t>
                </a:r>
                <a:r>
                  <a:rPr lang="en-US" sz="2800" dirty="0">
                    <a:solidFill>
                      <a:srgbClr val="FF0000"/>
                    </a:solidFill>
                  </a:rPr>
                  <a:t>l</a:t>
                </a:r>
                <a:r>
                  <a:rPr lang="vi-VN" sz="2800">
                    <a:solidFill>
                      <a:srgbClr val="FF0000"/>
                    </a:solidFill>
                  </a:rPr>
                  <a:t>à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một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trong hai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cho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biết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khách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hàng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không mua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hàng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cho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biết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khách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hàng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mua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hàng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4A5EA7F-8FCE-416E-9B84-E4673825CC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3382993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F6701-EC67-4BAE-885F-6D32DA238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Dataset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EE472-166E-4206-903F-85F9C5F94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sz="2800" dirty="0" err="1">
                <a:solidFill>
                  <a:srgbClr val="0066FF"/>
                </a:solidFill>
              </a:rPr>
              <a:t>Dưới</a:t>
            </a:r>
            <a:r>
              <a:rPr lang="vi-VN" sz="2800" dirty="0">
                <a:solidFill>
                  <a:srgbClr val="0066FF"/>
                </a:solidFill>
              </a:rPr>
              <a:t> đây </a:t>
            </a:r>
            <a:r>
              <a:rPr lang="vi-VN" sz="2800" dirty="0" err="1">
                <a:solidFill>
                  <a:srgbClr val="0066FF"/>
                </a:solidFill>
              </a:rPr>
              <a:t>là</a:t>
            </a:r>
            <a:r>
              <a:rPr lang="vi-VN" sz="2800" dirty="0">
                <a:solidFill>
                  <a:srgbClr val="0066FF"/>
                </a:solidFill>
              </a:rPr>
              <a:t> 5 </a:t>
            </a:r>
            <a:r>
              <a:rPr lang="vi-VN" sz="2800" dirty="0" err="1">
                <a:solidFill>
                  <a:srgbClr val="0066FF"/>
                </a:solidFill>
              </a:rPr>
              <a:t>điểm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ngẫu</a:t>
            </a:r>
            <a:r>
              <a:rPr lang="vi-VN" sz="2800" dirty="0">
                <a:solidFill>
                  <a:srgbClr val="0066FF"/>
                </a:solidFill>
              </a:rPr>
              <a:t> nhiên trong </a:t>
            </a:r>
            <a:r>
              <a:rPr lang="vi-VN" sz="2800" dirty="0" err="1">
                <a:solidFill>
                  <a:srgbClr val="0066FF"/>
                </a:solidFill>
              </a:rPr>
              <a:t>tập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3">
                <a:extLst>
                  <a:ext uri="{FF2B5EF4-FFF2-40B4-BE49-F238E27FC236}">
                    <a16:creationId xmlns:a16="http://schemas.microsoft.com/office/drawing/2014/main" id="{264C7AE0-BA47-456B-A146-198F1D3F3BB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586409" y="2286000"/>
              <a:ext cx="10972800" cy="35356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194560">
                      <a:extLst>
                        <a:ext uri="{9D8B030D-6E8A-4147-A177-3AD203B41FA5}">
                          <a16:colId xmlns:a16="http://schemas.microsoft.com/office/drawing/2014/main" val="196782862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2182850202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3600337692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3658340494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12786051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UserID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Gender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Age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Estimated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Purchased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315625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15624510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19,000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85347973"/>
                      </a:ext>
                    </a:extLst>
                  </a:tr>
                  <a:tr h="4470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15810944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20,000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91906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15668575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Female</a:t>
                          </a:r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43,000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4643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15603246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Female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57,000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92353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15804002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76,000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12262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3">
                <a:extLst>
                  <a:ext uri="{FF2B5EF4-FFF2-40B4-BE49-F238E27FC236}">
                    <a16:creationId xmlns:a16="http://schemas.microsoft.com/office/drawing/2014/main" id="{264C7AE0-BA47-456B-A146-198F1D3F3BB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84563954"/>
                  </p:ext>
                </p:extLst>
              </p:nvPr>
            </p:nvGraphicFramePr>
            <p:xfrm>
              <a:off x="586409" y="2286000"/>
              <a:ext cx="10972800" cy="35356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194560">
                      <a:extLst>
                        <a:ext uri="{9D8B030D-6E8A-4147-A177-3AD203B41FA5}">
                          <a16:colId xmlns:a16="http://schemas.microsoft.com/office/drawing/2014/main" val="196782862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2182850202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3600337692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3658340494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1278605173"/>
                        </a:ext>
                      </a:extLst>
                    </a:gridCol>
                  </a:tblGrid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UserID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Gender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Age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Estimated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Purchased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3156256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8" t="-194118" r="-401389" b="-4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723" t="-194118" r="-200554" b="-4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56" t="-194118" r="-101111" b="-4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556" t="-194118" r="-1111" b="-4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534797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8" t="-294118" r="-401389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723" t="-294118" r="-200554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56" t="-294118" r="-101111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556" t="-294118" r="-1111" b="-3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190605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8" t="-394118" r="-401389" b="-2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Female</a:t>
                          </a:r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723" t="-394118" r="-200554" b="-2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56" t="-394118" r="-101111" b="-2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556" t="-394118" r="-1111" b="-2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46435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8" t="-494118" r="-401389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Female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723" t="-494118" r="-200554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56" t="-494118" r="-101111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556" t="-494118" r="-1111" b="-1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235378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8" t="-594118" r="-401389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723" t="-594118" r="-200554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56" t="-594118" r="-101111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556" t="-594118" r="-1111" b="-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22626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31933106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F6701-EC67-4BAE-885F-6D32DA238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Dataset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EE472-166E-4206-903F-85F9C5F94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3200">
                <a:solidFill>
                  <a:srgbClr val="0066FF"/>
                </a:solidFill>
              </a:rPr>
              <a:t>Bài toán: với </a:t>
            </a:r>
            <a:r>
              <a:rPr lang="en-US" sz="3200" dirty="0">
                <a:solidFill>
                  <a:srgbClr val="0066FF"/>
                </a:solidFill>
              </a:rPr>
              <a:t>2 </a:t>
            </a:r>
            <a:r>
              <a:rPr lang="en-US" sz="3200" dirty="0" err="1">
                <a:solidFill>
                  <a:srgbClr val="0066FF"/>
                </a:solidFill>
              </a:rPr>
              <a:t>thuộc</a:t>
            </a:r>
            <a:r>
              <a:rPr lang="en-US" sz="3200" dirty="0">
                <a:solidFill>
                  <a:srgbClr val="0066FF"/>
                </a:solidFill>
              </a:rPr>
              <a:t> </a:t>
            </a:r>
            <a:r>
              <a:rPr lang="en-US" sz="3200" dirty="0" err="1">
                <a:solidFill>
                  <a:srgbClr val="0066FF"/>
                </a:solidFill>
              </a:rPr>
              <a:t>tính</a:t>
            </a:r>
            <a:r>
              <a:rPr lang="en-US" sz="3200" dirty="0">
                <a:solidFill>
                  <a:srgbClr val="0066FF"/>
                </a:solidFill>
              </a:rPr>
              <a:t>:</a:t>
            </a:r>
          </a:p>
          <a:p>
            <a:pPr lvl="1" algn="just"/>
            <a:r>
              <a:rPr lang="en-US" sz="3200" dirty="0" err="1">
                <a:solidFill>
                  <a:srgbClr val="FF0000"/>
                </a:solidFill>
              </a:rPr>
              <a:t>Độ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tuổi</a:t>
            </a:r>
            <a:r>
              <a:rPr lang="en-US" sz="3200" dirty="0">
                <a:solidFill>
                  <a:srgbClr val="FF0000"/>
                </a:solidFill>
              </a:rPr>
              <a:t> (Age)</a:t>
            </a:r>
          </a:p>
          <a:p>
            <a:pPr lvl="1" algn="just"/>
            <a:r>
              <a:rPr lang="en-US" sz="3200" dirty="0" err="1">
                <a:solidFill>
                  <a:srgbClr val="0066FF"/>
                </a:solidFill>
              </a:rPr>
              <a:t>Mức</a:t>
            </a:r>
            <a:r>
              <a:rPr lang="en-US" sz="3200" dirty="0">
                <a:solidFill>
                  <a:srgbClr val="0066FF"/>
                </a:solidFill>
              </a:rPr>
              <a:t> l</a:t>
            </a:r>
            <a:r>
              <a:rPr lang="vi-VN" sz="3200" dirty="0">
                <a:solidFill>
                  <a:srgbClr val="0066FF"/>
                </a:solidFill>
              </a:rPr>
              <a:t>ư</a:t>
            </a:r>
            <a:r>
              <a:rPr lang="en-US" sz="3200" dirty="0" err="1">
                <a:solidFill>
                  <a:srgbClr val="0066FF"/>
                </a:solidFill>
              </a:rPr>
              <a:t>ơng</a:t>
            </a:r>
            <a:r>
              <a:rPr lang="en-US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ước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đoán</a:t>
            </a:r>
            <a:r>
              <a:rPr lang="vi-VN" sz="3200" dirty="0">
                <a:solidFill>
                  <a:srgbClr val="0066FF"/>
                </a:solidFill>
              </a:rPr>
              <a:t> (</a:t>
            </a:r>
            <a:r>
              <a:rPr lang="vi-VN" sz="3200" dirty="0" err="1">
                <a:solidFill>
                  <a:srgbClr val="0066FF"/>
                </a:solidFill>
              </a:rPr>
              <a:t>Estimated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Salary</a:t>
            </a:r>
            <a:r>
              <a:rPr lang="vi-VN" sz="3200" dirty="0">
                <a:solidFill>
                  <a:srgbClr val="0066FF"/>
                </a:solidFill>
              </a:rPr>
              <a:t>)</a:t>
            </a:r>
          </a:p>
          <a:p>
            <a:pPr marL="0" indent="0" algn="just">
              <a:buNone/>
            </a:pPr>
            <a:r>
              <a:rPr lang="en-US" sz="3200" dirty="0">
                <a:highlight>
                  <a:srgbClr val="FFFF00"/>
                </a:highlight>
              </a:rPr>
              <a:t>D</a:t>
            </a:r>
            <a:r>
              <a:rPr lang="vi-VN" sz="3200" dirty="0">
                <a:highlight>
                  <a:srgbClr val="FFFF00"/>
                </a:highlight>
              </a:rPr>
              <a:t>ự </a:t>
            </a:r>
            <a:r>
              <a:rPr lang="vi-VN" sz="3200" dirty="0" err="1">
                <a:highlight>
                  <a:srgbClr val="FFFF00"/>
                </a:highlight>
              </a:rPr>
              <a:t>đoán</a:t>
            </a:r>
            <a:r>
              <a:rPr lang="vi-VN" sz="3200" dirty="0">
                <a:highlight>
                  <a:srgbClr val="FFFF00"/>
                </a:highlight>
              </a:rPr>
              <a:t> </a:t>
            </a:r>
            <a:r>
              <a:rPr lang="vi-VN" sz="3200" dirty="0" err="1">
                <a:highlight>
                  <a:srgbClr val="FFFF00"/>
                </a:highlight>
              </a:rPr>
              <a:t>khách</a:t>
            </a:r>
            <a:r>
              <a:rPr lang="vi-VN" sz="3200" dirty="0">
                <a:highlight>
                  <a:srgbClr val="FFFF00"/>
                </a:highlight>
              </a:rPr>
              <a:t> </a:t>
            </a:r>
            <a:r>
              <a:rPr lang="vi-VN" sz="3200" dirty="0" err="1">
                <a:highlight>
                  <a:srgbClr val="FFFF00"/>
                </a:highlight>
              </a:rPr>
              <a:t>hàng</a:t>
            </a:r>
            <a:r>
              <a:rPr lang="vi-VN" sz="3200" dirty="0">
                <a:highlight>
                  <a:srgbClr val="FFFF00"/>
                </a:highlight>
              </a:rPr>
              <a:t> </a:t>
            </a:r>
            <a:r>
              <a:rPr lang="vi-VN" sz="3200" dirty="0" err="1">
                <a:highlight>
                  <a:srgbClr val="FFFF00"/>
                </a:highlight>
              </a:rPr>
              <a:t>sẽ</a:t>
            </a:r>
            <a:r>
              <a:rPr lang="vi-VN" sz="3200" dirty="0">
                <a:highlight>
                  <a:srgbClr val="FFFF00"/>
                </a:highlight>
              </a:rPr>
              <a:t> mua </a:t>
            </a:r>
            <a:r>
              <a:rPr lang="vi-VN" sz="3200" dirty="0" err="1">
                <a:highlight>
                  <a:srgbClr val="FFFF00"/>
                </a:highlight>
              </a:rPr>
              <a:t>hàng</a:t>
            </a:r>
            <a:r>
              <a:rPr lang="vi-VN" sz="3200" dirty="0">
                <a:highlight>
                  <a:srgbClr val="FFFF00"/>
                </a:highlight>
              </a:rPr>
              <a:t> hay không?</a:t>
            </a:r>
            <a:endParaRPr lang="en-US" sz="32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84020194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4B3B2F-8C78-45AD-9334-804B53431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E648CF-DA24-4949-AFDB-25EC09D4A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49699795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4B3B2F-8C78-45AD-9334-804B53431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A14EBF-6606-4138-BF0B-F8C2D0B7E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>
                <a:solidFill>
                  <a:srgbClr val="0066FF"/>
                </a:solidFill>
              </a:rPr>
              <a:t>Ở </a:t>
            </a:r>
            <a:r>
              <a:rPr lang="en-US" sz="2800" dirty="0" err="1">
                <a:solidFill>
                  <a:srgbClr val="0066FF"/>
                </a:solidFill>
              </a:rPr>
              <a:t>bài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này</a:t>
            </a:r>
            <a:r>
              <a:rPr lang="en-US" sz="2800" dirty="0">
                <a:solidFill>
                  <a:srgbClr val="0066FF"/>
                </a:solidFill>
              </a:rPr>
              <a:t>, ta </a:t>
            </a:r>
            <a:r>
              <a:rPr lang="en-US" sz="2800" dirty="0" err="1">
                <a:solidFill>
                  <a:srgbClr val="0066FF"/>
                </a:solidFill>
              </a:rPr>
              <a:t>chỉ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quan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tâm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đến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hai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thuộc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tính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tuổi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và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mức</a:t>
            </a:r>
            <a:r>
              <a:rPr lang="en-US" sz="2800" dirty="0">
                <a:solidFill>
                  <a:srgbClr val="0066FF"/>
                </a:solidFill>
              </a:rPr>
              <a:t> l</a:t>
            </a:r>
            <a:r>
              <a:rPr lang="vi-VN" sz="2800" dirty="0">
                <a:solidFill>
                  <a:srgbClr val="0066FF"/>
                </a:solidFill>
              </a:rPr>
              <a:t>ư</a:t>
            </a:r>
            <a:r>
              <a:rPr lang="en-US" sz="2800" dirty="0" err="1">
                <a:solidFill>
                  <a:srgbClr val="0066FF"/>
                </a:solidFill>
              </a:rPr>
              <a:t>ơng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vi-VN" sz="2800" dirty="0">
                <a:solidFill>
                  <a:srgbClr val="0066FF"/>
                </a:solidFill>
              </a:rPr>
              <a:t>ư</a:t>
            </a:r>
            <a:r>
              <a:rPr lang="en-US" sz="2800" dirty="0" err="1">
                <a:solidFill>
                  <a:srgbClr val="0066FF"/>
                </a:solidFill>
              </a:rPr>
              <a:t>ớc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đoán</a:t>
            </a:r>
            <a:r>
              <a:rPr lang="en-US" sz="2800" dirty="0">
                <a:solidFill>
                  <a:srgbClr val="0066FF"/>
                </a:solidFill>
              </a:rPr>
              <a:t>.</a:t>
            </a:r>
          </a:p>
          <a:p>
            <a:pPr algn="just"/>
            <a:endParaRPr lang="en-US" sz="2800" dirty="0">
              <a:solidFill>
                <a:srgbClr val="0066FF"/>
              </a:solidFill>
            </a:endParaRPr>
          </a:p>
          <a:p>
            <a:pPr algn="just"/>
            <a:endParaRPr lang="en-US" sz="2800" dirty="0">
              <a:solidFill>
                <a:srgbClr val="0066FF"/>
              </a:solidFill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vi-VN" dirty="0" err="1">
                <a:solidFill>
                  <a:srgbClr val="AF00DB"/>
                </a:solidFill>
                <a:latin typeface="Consolas" panose="020B0609020204030204" pitchFamily="49" charset="0"/>
              </a:rPr>
              <a:t>import pandas as pd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vi-VN" dirty="0" err="1">
                <a:solidFill>
                  <a:srgbClr val="AF00DB"/>
                </a:solidFill>
                <a:latin typeface="Consolas" panose="020B0609020204030204" pitchFamily="49" charset="0"/>
              </a:rPr>
              <a:t/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endParaRPr lang="vi-V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vi-VN" dirty="0" err="1">
                <a:solidFill>
                  <a:srgbClr val="AF00DB"/>
                </a:solidFill>
                <a:latin typeface="Consolas" panose="020B0609020204030204" pitchFamily="49" charset="0"/>
              </a:rPr>
              <a:t>import numpy as np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vi-VN" dirty="0" err="1">
                <a:solidFill>
                  <a:srgbClr val="AF00DB"/>
                </a:solidFill>
                <a:latin typeface="Consolas" panose="020B0609020204030204" pitchFamily="49" charset="0"/>
              </a:rPr>
              <a:t/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endParaRPr lang="vi-V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vi-VN" dirty="0" err="1">
                <a:highlight>
                  <a:srgbClr val="FFFF00"/>
                </a:highlight>
                <a:latin typeface="Consolas" panose="020B0609020204030204" pitchFamily="49" charset="0"/>
              </a:rPr>
              <a:t>dataset = pd.read_csv("Social_Network_Ads.csv")</a:t>
            </a:r>
            <a:r>
              <a:rPr lang="vi-VN" dirty="0">
                <a:highlight>
                  <a:srgbClr val="FFFF00"/>
                </a:highlight>
                <a:latin typeface="Consolas" panose="020B0609020204030204" pitchFamily="49" charset="0"/>
              </a:rPr>
              <a:t/>
            </a:r>
            <a:r>
              <a:rPr lang="vi-VN" dirty="0" err="1">
                <a:highlight>
                  <a:srgbClr val="FFFF00"/>
                </a:highlight>
                <a:latin typeface="Consolas" panose="020B0609020204030204" pitchFamily="49" charset="0"/>
              </a:rPr>
              <a:t/>
            </a:r>
            <a:r>
              <a:rPr lang="vi-VN" dirty="0">
                <a:highlight>
                  <a:srgbClr val="FFFF00"/>
                </a:highlight>
                <a:latin typeface="Consolas" panose="020B0609020204030204" pitchFamily="49" charset="0"/>
              </a:rPr>
              <a:t/>
            </a:r>
          </a:p>
          <a:p>
            <a:pPr marL="457200" indent="-457200" algn="just">
              <a:buFont typeface="+mj-lt"/>
              <a:buAutoNum type="arabicPeriod"/>
            </a:pP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X = dataset.iloc[:, [2, 3]].values</a:t>
            </a:r>
            <a:r>
              <a:rPr lang="fi-FI" dirty="0">
                <a:solidFill>
                  <a:srgbClr val="09885A"/>
                </a:solidFill>
                <a:latin typeface="Consolas" panose="020B0609020204030204" pitchFamily="49" charset="0"/>
              </a:rPr>
              <a:t/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fi-FI" dirty="0">
                <a:solidFill>
                  <a:srgbClr val="09885A"/>
                </a:solidFill>
                <a:latin typeface="Consolas" panose="020B0609020204030204" pitchFamily="49" charset="0"/>
              </a:rPr>
              <a:t/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y = dataset.iloc[:, 4].values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/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endParaRPr lang="es-E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126933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4B3B2F-8C78-45AD-9334-804B53431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A14EBF-6606-4138-BF0B-F8C2D0B7E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Để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thuận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tiện</a:t>
            </a:r>
            <a:r>
              <a:rPr lang="vi-VN" sz="2800" dirty="0">
                <a:solidFill>
                  <a:srgbClr val="0066FF"/>
                </a:solidFill>
              </a:rPr>
              <a:t> cho </a:t>
            </a:r>
            <a:r>
              <a:rPr lang="vi-VN" sz="2800" dirty="0" err="1">
                <a:solidFill>
                  <a:srgbClr val="0066FF"/>
                </a:solidFill>
              </a:rPr>
              <a:t>trực</a:t>
            </a:r>
            <a:r>
              <a:rPr lang="vi-VN" sz="2800" dirty="0">
                <a:solidFill>
                  <a:srgbClr val="0066FF"/>
                </a:solidFill>
              </a:rPr>
              <a:t> quan </a:t>
            </a:r>
            <a:r>
              <a:rPr lang="vi-VN" sz="2800" dirty="0" err="1">
                <a:solidFill>
                  <a:srgbClr val="0066FF"/>
                </a:solidFill>
              </a:rPr>
              <a:t>hóa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quả</a:t>
            </a:r>
            <a:r>
              <a:rPr lang="vi-VN" sz="2800" dirty="0">
                <a:solidFill>
                  <a:srgbClr val="0066FF"/>
                </a:solidFill>
              </a:rPr>
              <a:t> sau khi </a:t>
            </a:r>
            <a:r>
              <a:rPr lang="vi-VN" sz="2800" dirty="0" err="1">
                <a:solidFill>
                  <a:srgbClr val="0066FF"/>
                </a:solidFill>
              </a:rPr>
              <a:t>huấn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luyện</a:t>
            </a:r>
            <a:r>
              <a:rPr lang="vi-VN" sz="2800" dirty="0">
                <a:solidFill>
                  <a:srgbClr val="0066FF"/>
                </a:solidFill>
              </a:rPr>
              <a:t>, ta </a:t>
            </a:r>
            <a:r>
              <a:rPr lang="vi-VN" sz="2800" dirty="0" err="1">
                <a:solidFill>
                  <a:srgbClr val="0066FF"/>
                </a:solidFill>
              </a:rPr>
              <a:t>chuẩn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hóa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về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dạng</a:t>
            </a:r>
            <a:r>
              <a:rPr lang="vi-VN" sz="2800" dirty="0">
                <a:solidFill>
                  <a:srgbClr val="0066FF"/>
                </a:solidFill>
              </a:rPr>
              <a:t>:</a:t>
            </a:r>
          </a:p>
          <a:p>
            <a:pPr lvl="1" algn="just"/>
            <a:r>
              <a:rPr lang="vi-VN" sz="2800" dirty="0" err="1">
                <a:solidFill>
                  <a:srgbClr val="FF0000"/>
                </a:solidFill>
              </a:rPr>
              <a:t>Kỳ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vọng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bằng</a:t>
            </a:r>
            <a:r>
              <a:rPr lang="vi-VN" sz="2800" dirty="0">
                <a:solidFill>
                  <a:srgbClr val="FF0000"/>
                </a:solidFill>
              </a:rPr>
              <a:t> 0.</a:t>
            </a:r>
          </a:p>
          <a:p>
            <a:pPr lvl="1" algn="just"/>
            <a:r>
              <a:rPr lang="vi-VN" sz="2800" dirty="0">
                <a:solidFill>
                  <a:srgbClr val="0066FF"/>
                </a:solidFill>
              </a:rPr>
              <a:t>Phương sai </a:t>
            </a:r>
            <a:r>
              <a:rPr lang="vi-VN" sz="2800" dirty="0" err="1">
                <a:solidFill>
                  <a:srgbClr val="0066FF"/>
                </a:solidFill>
              </a:rPr>
              <a:t>bằng</a:t>
            </a:r>
            <a:r>
              <a:rPr lang="vi-VN" sz="2800" dirty="0">
                <a:solidFill>
                  <a:srgbClr val="0066FF"/>
                </a:solidFill>
              </a:rPr>
              <a:t> 1.</a:t>
            </a:r>
          </a:p>
          <a:p>
            <a:pPr algn="just"/>
            <a:r>
              <a:rPr lang="vi-VN" sz="2800" dirty="0" err="1">
                <a:solidFill>
                  <a:srgbClr val="FF0000"/>
                </a:solidFill>
              </a:rPr>
              <a:t>Lớp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StandardScaler</a:t>
            </a:r>
            <a:r>
              <a:rPr lang="vi-VN" sz="2800" dirty="0">
                <a:solidFill>
                  <a:srgbClr val="FF0000"/>
                </a:solidFill>
              </a:rPr>
              <a:t> trong </a:t>
            </a:r>
            <a:r>
              <a:rPr lang="vi-VN" sz="2800" dirty="0" err="1">
                <a:solidFill>
                  <a:srgbClr val="FF0000"/>
                </a:solidFill>
              </a:rPr>
              <a:t>module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sklearn.preprocessing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đã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được</a:t>
            </a:r>
            <a:r>
              <a:rPr lang="vi-VN" sz="2800" dirty="0">
                <a:solidFill>
                  <a:srgbClr val="FF0000"/>
                </a:solidFill>
              </a:rPr>
              <a:t> xây </a:t>
            </a:r>
            <a:r>
              <a:rPr lang="vi-VN" sz="2800" dirty="0" err="1">
                <a:solidFill>
                  <a:srgbClr val="FF0000"/>
                </a:solidFill>
              </a:rPr>
              <a:t>dựng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sẵn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để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chuẩn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hóa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dữ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liệu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  <a:p>
            <a:pPr marL="457200" indent="-457200" algn="just">
              <a:buFont typeface="+mj-lt"/>
              <a:buAutoNum type="arabicPeriod" startAt="7"/>
            </a:pP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from sklearn.preprocessing import StandardScaler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 startAt="7"/>
            </a:pP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SC = StandardScaler()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</a:p>
          <a:p>
            <a:pPr marL="457200" indent="-457200" algn="just">
              <a:buFont typeface="+mj-lt"/>
              <a:buAutoNum type="arabicPeriod" startAt="7"/>
            </a:pP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X = SC.fit_transform(X)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329752356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4B3B2F-8C78-45AD-9334-804B53431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A14EBF-6606-4138-BF0B-F8C2D0B7E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>
                <a:solidFill>
                  <a:srgbClr val="0066FF"/>
                </a:solidFill>
              </a:rPr>
              <a:t>Chia </a:t>
            </a:r>
            <a:r>
              <a:rPr lang="en-US" sz="2800" dirty="0" err="1">
                <a:solidFill>
                  <a:srgbClr val="0066FF"/>
                </a:solidFill>
              </a:rPr>
              <a:t>dữ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liệu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thành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hai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tập</a:t>
            </a:r>
            <a:r>
              <a:rPr lang="en-US" sz="2800" dirty="0">
                <a:solidFill>
                  <a:srgbClr val="0066FF"/>
                </a:solidFill>
              </a:rPr>
              <a:t> training set </a:t>
            </a:r>
            <a:r>
              <a:rPr lang="en-US" sz="2800" dirty="0" err="1">
                <a:solidFill>
                  <a:srgbClr val="0066FF"/>
                </a:solidFill>
              </a:rPr>
              <a:t>và</a:t>
            </a:r>
            <a:r>
              <a:rPr lang="en-US" sz="2800" dirty="0">
                <a:solidFill>
                  <a:srgbClr val="0066FF"/>
                </a:solidFill>
              </a:rPr>
              <a:t> test set.</a:t>
            </a:r>
          </a:p>
          <a:p>
            <a:pPr algn="just"/>
            <a:r>
              <a:rPr lang="en-US" sz="2800" dirty="0">
                <a:solidFill>
                  <a:srgbClr val="FF0000"/>
                </a:solidFill>
              </a:rPr>
              <a:t>Ta </a:t>
            </a:r>
            <a:r>
              <a:rPr lang="en-US" sz="2800" dirty="0" err="1">
                <a:solidFill>
                  <a:srgbClr val="FF0000"/>
                </a:solidFill>
              </a:rPr>
              <a:t>dùng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hàm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train_test_split</a:t>
            </a:r>
            <a:r>
              <a:rPr lang="en-US" sz="2800" dirty="0">
                <a:solidFill>
                  <a:srgbClr val="FF0000"/>
                </a:solidFill>
              </a:rPr>
              <a:t> đ</a:t>
            </a:r>
            <a:r>
              <a:rPr lang="vi-VN" sz="2800" dirty="0" err="1">
                <a:solidFill>
                  <a:srgbClr val="FF0000"/>
                </a:solidFill>
              </a:rPr>
              <a:t>ược</a:t>
            </a:r>
            <a:r>
              <a:rPr lang="vi-VN" sz="2800" dirty="0">
                <a:solidFill>
                  <a:srgbClr val="FF0000"/>
                </a:solidFill>
              </a:rPr>
              <a:t> cung </a:t>
            </a:r>
            <a:r>
              <a:rPr lang="vi-VN" sz="2800" dirty="0" err="1">
                <a:solidFill>
                  <a:srgbClr val="FF0000"/>
                </a:solidFill>
              </a:rPr>
              <a:t>cấp</a:t>
            </a:r>
            <a:r>
              <a:rPr lang="vi-VN" sz="2800" dirty="0">
                <a:solidFill>
                  <a:srgbClr val="FF0000"/>
                </a:solidFill>
              </a:rPr>
              <a:t> trong </a:t>
            </a:r>
            <a:r>
              <a:rPr lang="vi-VN" sz="2800" dirty="0" err="1">
                <a:solidFill>
                  <a:srgbClr val="FF0000"/>
                </a:solidFill>
              </a:rPr>
              <a:t>module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sklearn.model_selection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 startAt="10"/>
            </a:pP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from sklearn.model_selection import train_test_split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 startAt="10"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X_train, X_test, y_train, y_test =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train_test_split(X, y, train_size = 0.8, random_state = 0)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772112026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8EF05E-C092-4A0A-963A-B4B827D2F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8DD0D7-166E-4EC1-B249-66AF942079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4472650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8EF05E-C092-4A0A-963A-B4B827D2F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D79ADC-34B1-4E7E-BF88-45FE6E454E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7537" y="1762919"/>
            <a:ext cx="587692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958436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8EF05E-C092-4A0A-963A-B4B827D2F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01BD90-68F2-4043-A681-4CE496AAF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 err="1">
                <a:solidFill>
                  <a:srgbClr val="0066FF"/>
                </a:solidFill>
              </a:rPr>
              <a:t>Xây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dựng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hàm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trực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quan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hóa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các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điểm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dữ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liệu</a:t>
            </a:r>
            <a:r>
              <a:rPr lang="en-US" sz="2800">
                <a:solidFill>
                  <a:srgbClr val="0066FF"/>
                </a:solidFill>
              </a:rPr>
              <a:t>.</a:t>
            </a:r>
          </a:p>
          <a:p>
            <a:pPr algn="just"/>
            <a:endParaRPr lang="en-US" sz="2800" dirty="0">
              <a:solidFill>
                <a:srgbClr val="0066FF"/>
              </a:solidFill>
            </a:endParaRPr>
          </a:p>
          <a:p>
            <a:pPr marL="457200" indent="-457200" algn="just">
              <a:buFont typeface="+mj-lt"/>
              <a:buAutoNum type="arabicPeriod" startAt="11"/>
            </a:pPr>
            <a:r>
              <a:rPr lang="vi-VN" dirty="0" err="1">
                <a:solidFill>
                  <a:srgbClr val="AF00DB"/>
                </a:solidFill>
                <a:latin typeface="Consolas" panose="020B0609020204030204" pitchFamily="49" charset="0"/>
              </a:rPr>
              <a:t>from matplotlib.colors import ListedColormap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vi-VN" dirty="0" err="1">
                <a:solidFill>
                  <a:srgbClr val="AF00DB"/>
                </a:solidFill>
                <a:latin typeface="Consolas" panose="020B0609020204030204" pitchFamily="49" charset="0"/>
              </a:rPr>
              <a:t/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endParaRPr lang="vi-V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 startAt="11"/>
            </a:pP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import matplotlib.pyplot as plt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endParaRPr lang="vi-V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 startAt="11"/>
            </a:pPr>
            <a:r>
              <a:rPr lang="vi-VN" dirty="0" err="1">
                <a:solidFill>
                  <a:srgbClr val="0000FF"/>
                </a:solidFill>
                <a:latin typeface="Consolas" panose="020B0609020204030204" pitchFamily="49" charset="0"/>
              </a:rPr>
              <a:t>def VisualizingDataset(X_, Y_):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vi-VN" dirty="0" err="1">
                <a:solidFill>
                  <a:srgbClr val="795E26"/>
                </a:solidFill>
                <a:latin typeface="Consolas" panose="020B0609020204030204" pitchFamily="49" charset="0"/>
              </a:rPr>
              <a:t/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vi-VN" dirty="0">
                <a:solidFill>
                  <a:srgbClr val="001080"/>
                </a:solidFill>
                <a:latin typeface="Consolas" panose="020B0609020204030204" pitchFamily="49" charset="0"/>
              </a:rPr>
              <a:t/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vi-VN" dirty="0">
                <a:solidFill>
                  <a:srgbClr val="001080"/>
                </a:solidFill>
                <a:latin typeface="Consolas" panose="020B0609020204030204" pitchFamily="49" charset="0"/>
              </a:rPr>
              <a:t/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</a:p>
          <a:p>
            <a:pPr marL="457200" indent="-457200" algn="just">
              <a:buFont typeface="+mj-lt"/>
              <a:buAutoNum type="arabicPeriod" startAt="11"/>
            </a:pP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   X1 = X_[:, 0]</a:t>
            </a:r>
            <a:r>
              <a:rPr lang="vi-VN" dirty="0">
                <a:solidFill>
                  <a:srgbClr val="09885A"/>
                </a:solidFill>
                <a:latin typeface="Consolas" panose="020B0609020204030204" pitchFamily="49" charset="0"/>
              </a:rPr>
              <a:t/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</a:p>
          <a:p>
            <a:pPr marL="457200" indent="-457200" algn="just">
              <a:buFont typeface="+mj-lt"/>
              <a:buAutoNum type="arabicPeriod" startAt="11"/>
            </a:pP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   X2 = X_[:, 1]</a:t>
            </a:r>
            <a:r>
              <a:rPr lang="vi-VN" dirty="0">
                <a:solidFill>
                  <a:srgbClr val="09885A"/>
                </a:solidFill>
                <a:latin typeface="Consolas" panose="020B0609020204030204" pitchFamily="49" charset="0"/>
              </a:rPr>
              <a:t/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</a:p>
          <a:p>
            <a:pPr marL="457200" indent="-457200" algn="just">
              <a:buFont typeface="+mj-lt"/>
              <a:buAutoNum type="arabicPeriod" startAt="11"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for i, label in enumerate(np.unique(Y_)):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</a:p>
          <a:p>
            <a:pPr marL="457200" indent="-457200" algn="just">
              <a:buFont typeface="+mj-lt"/>
              <a:buAutoNum type="arabicPeriod" startAt="11"/>
            </a:pP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       plt.scatter(X1[Y_ == label], X2[Y_ == label], 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	color = ListedColormap(("red", "green"))(i))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654170458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367E4-70E5-4178-8021-580FFB07B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2091A-AA45-4AC6-8CDE-21216FC81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Gọi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hàm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trực</a:t>
            </a:r>
            <a:r>
              <a:rPr lang="vi-VN" sz="2800" dirty="0">
                <a:solidFill>
                  <a:srgbClr val="0066FF"/>
                </a:solidFill>
              </a:rPr>
              <a:t> quan </a:t>
            </a:r>
            <a:r>
              <a:rPr lang="vi-VN" sz="2800" dirty="0" err="1">
                <a:solidFill>
                  <a:srgbClr val="0066FF"/>
                </a:solidFill>
              </a:rPr>
              <a:t>hóa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vi-V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vi-V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 startAt="18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VisualizingDataset(X, y)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</a:p>
          <a:p>
            <a:pPr marL="457200" indent="-457200" algn="just">
              <a:buFont typeface="+mj-lt"/>
              <a:buAutoNum type="arabicPeriod" startAt="18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01889458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367E4-70E5-4178-8021-580FFB07B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E9A416-4274-4410-9F60-93605379AA6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1335314"/>
            <a:ext cx="6324600" cy="47908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12C6F-9A97-4651-AFB9-ADB638D4C9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en-US" sz="2800" dirty="0">
                <a:solidFill>
                  <a:srgbClr val="0066FF"/>
                </a:solidFill>
              </a:rPr>
              <a:t>Theo </a:t>
            </a:r>
            <a:r>
              <a:rPr lang="en-US" sz="2800" dirty="0" err="1">
                <a:solidFill>
                  <a:srgbClr val="0066FF"/>
                </a:solidFill>
              </a:rPr>
              <a:t>hình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vẽ</a:t>
            </a:r>
            <a:r>
              <a:rPr lang="en-US" sz="2800" dirty="0">
                <a:solidFill>
                  <a:srgbClr val="0066FF"/>
                </a:solidFill>
              </a:rPr>
              <a:t>, ta </a:t>
            </a:r>
            <a:r>
              <a:rPr lang="en-US" sz="2800" dirty="0" err="1">
                <a:solidFill>
                  <a:srgbClr val="0066FF"/>
                </a:solidFill>
              </a:rPr>
              <a:t>thấy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các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điểm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có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sự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phân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bố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thành</a:t>
            </a:r>
            <a:r>
              <a:rPr lang="en-US" sz="2800" dirty="0">
                <a:solidFill>
                  <a:srgbClr val="0066FF"/>
                </a:solidFill>
              </a:rPr>
              <a:t> 2 </a:t>
            </a:r>
            <a:r>
              <a:rPr lang="en-US" sz="2800" dirty="0" err="1">
                <a:solidFill>
                  <a:srgbClr val="0066FF"/>
                </a:solidFill>
              </a:rPr>
              <a:t>mảng</a:t>
            </a:r>
            <a:r>
              <a:rPr lang="en-US" sz="2800" dirty="0">
                <a:solidFill>
                  <a:srgbClr val="0066FF"/>
                </a:solidFill>
              </a:rPr>
              <a:t>. </a:t>
            </a:r>
          </a:p>
          <a:p>
            <a:pPr lvl="1" algn="just"/>
            <a:r>
              <a:rPr lang="en-US" sz="2800" dirty="0" err="1">
                <a:solidFill>
                  <a:srgbClr val="FF0000"/>
                </a:solidFill>
              </a:rPr>
              <a:t>Mảng</a:t>
            </a:r>
            <a:r>
              <a:rPr lang="en-US" sz="2800" dirty="0">
                <a:solidFill>
                  <a:srgbClr val="FF0000"/>
                </a:solidFill>
              </a:rPr>
              <a:t> d</a:t>
            </a:r>
            <a:r>
              <a:rPr lang="vi-VN" sz="2800" dirty="0" err="1">
                <a:solidFill>
                  <a:srgbClr val="FF0000"/>
                </a:solidFill>
              </a:rPr>
              <a:t>ưới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trái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phần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lớn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có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màu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đỏ</a:t>
            </a:r>
            <a:r>
              <a:rPr lang="vi-VN" sz="2800" dirty="0">
                <a:solidFill>
                  <a:srgbClr val="FF0000"/>
                </a:solidFill>
              </a:rPr>
              <a:t>, </a:t>
            </a:r>
            <a:r>
              <a:rPr lang="vi-VN" sz="2800" dirty="0" err="1">
                <a:solidFill>
                  <a:srgbClr val="FF0000"/>
                </a:solidFill>
              </a:rPr>
              <a:t>tức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khách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hàng</a:t>
            </a:r>
            <a:r>
              <a:rPr lang="vi-VN" sz="2800" dirty="0">
                <a:solidFill>
                  <a:srgbClr val="FF0000"/>
                </a:solidFill>
              </a:rPr>
              <a:t> không mua </a:t>
            </a:r>
            <a:r>
              <a:rPr lang="vi-VN" sz="2800" dirty="0" err="1">
                <a:solidFill>
                  <a:srgbClr val="FF0000"/>
                </a:solidFill>
              </a:rPr>
              <a:t>hàng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  <a:p>
            <a:pPr lvl="1" algn="just"/>
            <a:r>
              <a:rPr lang="vi-VN" sz="2800" dirty="0" err="1">
                <a:solidFill>
                  <a:srgbClr val="0066FF"/>
                </a:solidFill>
              </a:rPr>
              <a:t>Mảng</a:t>
            </a:r>
            <a:r>
              <a:rPr lang="vi-VN" sz="2800" dirty="0">
                <a:solidFill>
                  <a:srgbClr val="0066FF"/>
                </a:solidFill>
              </a:rPr>
              <a:t> bên </a:t>
            </a:r>
            <a:r>
              <a:rPr lang="vi-VN" sz="2800" dirty="0" err="1">
                <a:solidFill>
                  <a:srgbClr val="0066FF"/>
                </a:solidFill>
              </a:rPr>
              <a:t>phải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mảng</a:t>
            </a:r>
            <a:r>
              <a:rPr lang="vi-VN" sz="2800" dirty="0">
                <a:solidFill>
                  <a:srgbClr val="0066FF"/>
                </a:solidFill>
              </a:rPr>
              <a:t> bên trên </a:t>
            </a:r>
            <a:r>
              <a:rPr lang="vi-VN" sz="2800" dirty="0" err="1">
                <a:solidFill>
                  <a:srgbClr val="0066FF"/>
                </a:solidFill>
              </a:rPr>
              <a:t>phần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lớn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màu</a:t>
            </a:r>
            <a:r>
              <a:rPr lang="vi-VN" sz="2800" dirty="0">
                <a:solidFill>
                  <a:srgbClr val="0066FF"/>
                </a:solidFill>
              </a:rPr>
              <a:t> xanh, </a:t>
            </a:r>
            <a:r>
              <a:rPr lang="vi-VN" sz="2800" dirty="0" err="1">
                <a:solidFill>
                  <a:srgbClr val="0066FF"/>
                </a:solidFill>
              </a:rPr>
              <a:t>tức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khách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hàng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mua </a:t>
            </a:r>
            <a:r>
              <a:rPr lang="vi-VN" sz="2800" dirty="0" err="1">
                <a:solidFill>
                  <a:srgbClr val="0066FF"/>
                </a:solidFill>
              </a:rPr>
              <a:t>hàng</a:t>
            </a:r>
            <a:r>
              <a:rPr lang="vi-VN" sz="2800" dirty="0">
                <a:solidFill>
                  <a:srgbClr val="0066FF"/>
                </a:solidFill>
              </a:rPr>
              <a:t>. </a:t>
            </a:r>
            <a:endParaRPr lang="vi-VN" sz="3200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1644637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367E4-70E5-4178-8021-580FFB07B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E9A416-4274-4410-9F60-93605379AA6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1335314"/>
            <a:ext cx="6324600" cy="47908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12C6F-9A97-4651-AFB9-ADB638D4C9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vi-VN" sz="3200" dirty="0" err="1">
                <a:solidFill>
                  <a:srgbClr val="0066FF"/>
                </a:solidFill>
              </a:rPr>
              <a:t>Điều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này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là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phù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hợp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vì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các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khách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hàng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trẻ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và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có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mức</a:t>
            </a:r>
            <a:r>
              <a:rPr lang="vi-VN" sz="3200" dirty="0">
                <a:solidFill>
                  <a:srgbClr val="0066FF"/>
                </a:solidFill>
              </a:rPr>
              <a:t> lương </a:t>
            </a:r>
            <a:r>
              <a:rPr lang="vi-VN" sz="3200" dirty="0" err="1">
                <a:solidFill>
                  <a:srgbClr val="0066FF"/>
                </a:solidFill>
              </a:rPr>
              <a:t>thấp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sẽ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thường</a:t>
            </a:r>
            <a:r>
              <a:rPr lang="vi-VN" sz="3200" dirty="0">
                <a:solidFill>
                  <a:srgbClr val="0066FF"/>
                </a:solidFill>
              </a:rPr>
              <a:t> không mua </a:t>
            </a:r>
            <a:r>
              <a:rPr lang="vi-VN" sz="3200" dirty="0" err="1">
                <a:solidFill>
                  <a:srgbClr val="0066FF"/>
                </a:solidFill>
              </a:rPr>
              <a:t>hàng</a:t>
            </a:r>
            <a:r>
              <a:rPr lang="vi-VN" sz="3200" dirty="0">
                <a:solidFill>
                  <a:srgbClr val="0066FF"/>
                </a:solidFill>
              </a:rPr>
              <a:t>. </a:t>
            </a:r>
          </a:p>
          <a:p>
            <a:pPr algn="just"/>
            <a:r>
              <a:rPr lang="vi-VN" sz="3200" dirty="0" err="1">
                <a:solidFill>
                  <a:srgbClr val="FF0000"/>
                </a:solidFill>
              </a:rPr>
              <a:t>Ngược</a:t>
            </a:r>
            <a:r>
              <a:rPr lang="vi-VN" sz="3200" dirty="0">
                <a:solidFill>
                  <a:srgbClr val="FF0000"/>
                </a:solidFill>
              </a:rPr>
              <a:t> </a:t>
            </a:r>
            <a:r>
              <a:rPr lang="vi-VN" sz="3200" dirty="0" err="1">
                <a:solidFill>
                  <a:srgbClr val="FF0000"/>
                </a:solidFill>
              </a:rPr>
              <a:t>lại</a:t>
            </a:r>
            <a:r>
              <a:rPr lang="vi-VN" sz="3200" dirty="0">
                <a:solidFill>
                  <a:srgbClr val="FF0000"/>
                </a:solidFill>
              </a:rPr>
              <a:t>, </a:t>
            </a:r>
            <a:r>
              <a:rPr lang="vi-VN" sz="3200" dirty="0" err="1">
                <a:solidFill>
                  <a:srgbClr val="FF0000"/>
                </a:solidFill>
              </a:rPr>
              <a:t>khách</a:t>
            </a:r>
            <a:r>
              <a:rPr lang="vi-VN" sz="3200" dirty="0">
                <a:solidFill>
                  <a:srgbClr val="FF0000"/>
                </a:solidFill>
              </a:rPr>
              <a:t> </a:t>
            </a:r>
            <a:r>
              <a:rPr lang="vi-VN" sz="3200" dirty="0" err="1">
                <a:solidFill>
                  <a:srgbClr val="FF0000"/>
                </a:solidFill>
              </a:rPr>
              <a:t>hàng</a:t>
            </a:r>
            <a:r>
              <a:rPr lang="vi-VN" sz="3200" dirty="0">
                <a:solidFill>
                  <a:srgbClr val="FF0000"/>
                </a:solidFill>
              </a:rPr>
              <a:t> cao </a:t>
            </a:r>
            <a:r>
              <a:rPr lang="vi-VN" sz="3200" dirty="0" err="1">
                <a:solidFill>
                  <a:srgbClr val="FF0000"/>
                </a:solidFill>
              </a:rPr>
              <a:t>tuổi</a:t>
            </a:r>
            <a:r>
              <a:rPr lang="vi-VN" sz="3200" dirty="0">
                <a:solidFill>
                  <a:srgbClr val="FF0000"/>
                </a:solidFill>
              </a:rPr>
              <a:t> </a:t>
            </a:r>
            <a:r>
              <a:rPr lang="vi-VN" sz="3200" dirty="0" err="1">
                <a:solidFill>
                  <a:srgbClr val="FF0000"/>
                </a:solidFill>
              </a:rPr>
              <a:t>hoặc</a:t>
            </a:r>
            <a:r>
              <a:rPr lang="vi-VN" sz="3200" dirty="0">
                <a:solidFill>
                  <a:srgbClr val="FF0000"/>
                </a:solidFill>
              </a:rPr>
              <a:t> </a:t>
            </a:r>
            <a:r>
              <a:rPr lang="vi-VN" sz="3200" dirty="0" err="1">
                <a:solidFill>
                  <a:srgbClr val="FF0000"/>
                </a:solidFill>
              </a:rPr>
              <a:t>có</a:t>
            </a:r>
            <a:r>
              <a:rPr lang="vi-VN" sz="3200" dirty="0">
                <a:solidFill>
                  <a:srgbClr val="FF0000"/>
                </a:solidFill>
              </a:rPr>
              <a:t> lương cao </a:t>
            </a:r>
            <a:r>
              <a:rPr lang="vi-VN" sz="3200" dirty="0" err="1">
                <a:solidFill>
                  <a:srgbClr val="FF0000"/>
                </a:solidFill>
              </a:rPr>
              <a:t>sẽ</a:t>
            </a:r>
            <a:r>
              <a:rPr lang="vi-VN" sz="3200" dirty="0">
                <a:solidFill>
                  <a:srgbClr val="FF0000"/>
                </a:solidFill>
              </a:rPr>
              <a:t> </a:t>
            </a:r>
            <a:r>
              <a:rPr lang="vi-VN" sz="3200" dirty="0" err="1">
                <a:solidFill>
                  <a:srgbClr val="FF0000"/>
                </a:solidFill>
              </a:rPr>
              <a:t>thường</a:t>
            </a:r>
            <a:r>
              <a:rPr lang="vi-VN" sz="3200" dirty="0">
                <a:solidFill>
                  <a:srgbClr val="FF0000"/>
                </a:solidFill>
              </a:rPr>
              <a:t> mua </a:t>
            </a:r>
            <a:r>
              <a:rPr lang="vi-VN" sz="3200" dirty="0" err="1">
                <a:solidFill>
                  <a:srgbClr val="FF0000"/>
                </a:solidFill>
              </a:rPr>
              <a:t>hàng</a:t>
            </a:r>
            <a:r>
              <a:rPr lang="vi-VN" sz="3200" dirty="0">
                <a:solidFill>
                  <a:srgbClr val="FF0000"/>
                </a:solidFill>
              </a:rPr>
              <a:t> </a:t>
            </a:r>
            <a:r>
              <a:rPr lang="vi-VN" sz="3200" dirty="0" err="1">
                <a:solidFill>
                  <a:srgbClr val="FF0000"/>
                </a:solidFill>
              </a:rPr>
              <a:t>nhiều</a:t>
            </a:r>
            <a:r>
              <a:rPr lang="vi-VN" sz="3200" dirty="0">
                <a:solidFill>
                  <a:srgbClr val="FF0000"/>
                </a:solidFill>
              </a:rPr>
              <a:t> hơn.</a:t>
            </a:r>
          </a:p>
        </p:txBody>
      </p:sp>
    </p:spTree>
    <p:extLst>
      <p:ext uri="{BB962C8B-B14F-4D97-AF65-F5344CB8AC3E}">
        <p14:creationId xmlns:p14="http://schemas.microsoft.com/office/powerpoint/2010/main" val="2246326939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89129D-638B-4DCA-830A-FBF987143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Nearest Neighbors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B32012-D23F-4B9D-95F7-BA4EBADD5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4658682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89129D-638B-4DCA-830A-FBF987143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 Nearest Neighbors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D2CFB27-AAF2-4E13-B6AB-2FE55B0739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US" sz="2800" dirty="0">
                    <a:solidFill>
                      <a:srgbClr val="0066FF"/>
                    </a:solidFill>
                  </a:rPr>
                  <a:t>Trong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bài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toán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này</a:t>
                </a:r>
                <a:r>
                  <a:rPr lang="en-US" sz="2800" dirty="0">
                    <a:solidFill>
                      <a:srgbClr val="0066FF"/>
                    </a:solidFill>
                  </a:rPr>
                  <a:t>,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kết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quả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đầu</a:t>
                </a:r>
                <a:r>
                  <a:rPr lang="en-US" sz="2800" dirty="0">
                    <a:solidFill>
                      <a:srgbClr val="0066FF"/>
                    </a:solidFill>
                  </a:rPr>
                  <a:t> ra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không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còn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bất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kỳ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nữa</a:t>
                </a:r>
                <a:r>
                  <a:rPr lang="en-US" sz="2800" dirty="0">
                    <a:solidFill>
                      <a:srgbClr val="0066FF"/>
                    </a:solidFill>
                  </a:rPr>
                  <a:t>,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mà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trong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hai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hoặc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lvl="1" algn="just"/>
                <a:r>
                  <a:rPr lang="en-US" sz="2800" dirty="0">
                    <a:solidFill>
                      <a:srgbClr val="FF0000"/>
                    </a:solidFill>
                  </a:rPr>
                  <a:t>Giá trị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>
                    <a:solidFill>
                      <a:srgbClr val="FF0000"/>
                    </a:solidFill>
                  </a:rPr>
                  <a:t>: không mua hàng.</a:t>
                </a:r>
              </a:p>
              <a:p>
                <a:pPr lvl="1" algn="just"/>
                <a:r>
                  <a:rPr lang="en-US" sz="2800">
                    <a:solidFill>
                      <a:srgbClr val="0066FF"/>
                    </a:solidFill>
                  </a:rPr>
                  <a:t>Giá trị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>
                    <a:solidFill>
                      <a:srgbClr val="0066FF"/>
                    </a:solidFill>
                  </a:rPr>
                  <a:t>: mua hàng.</a:t>
                </a:r>
                <a:endParaRPr lang="en-US" sz="2800" dirty="0">
                  <a:solidFill>
                    <a:srgbClr val="0066FF"/>
                  </a:solidFill>
                </a:endParaRPr>
              </a:p>
              <a:p>
                <a:pPr algn="just"/>
                <a:r>
                  <a:rPr lang="en-US" sz="2800" dirty="0" err="1">
                    <a:solidFill>
                      <a:srgbClr val="FF0000"/>
                    </a:solidFill>
                  </a:rPr>
                  <a:t>Đây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bài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toán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phân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en-US" sz="2800" dirty="0">
                    <a:solidFill>
                      <a:srgbClr val="FF0000"/>
                    </a:solidFill>
                  </a:rPr>
                  <a:t> (</a:t>
                </a:r>
                <a:r>
                  <a:rPr lang="en-US" sz="2800" i="1" dirty="0">
                    <a:solidFill>
                      <a:srgbClr val="FF0000"/>
                    </a:solidFill>
                  </a:rPr>
                  <a:t>classification</a:t>
                </a:r>
                <a:r>
                  <a:rPr lang="en-US" sz="2800" dirty="0">
                    <a:solidFill>
                      <a:srgbClr val="FF0000"/>
                    </a:solidFill>
                  </a:rPr>
                  <a:t>).</a:t>
                </a:r>
              </a:p>
              <a:p>
                <a:pPr algn="just"/>
                <a:r>
                  <a:rPr lang="vi-VN" sz="2800" i="1">
                    <a:solidFill>
                      <a:srgbClr val="0066FF"/>
                    </a:solidFill>
                  </a:rPr>
                  <a:t>K Nearest Neighbors </a:t>
                </a:r>
                <a:r>
                  <a:rPr lang="en-US" sz="2800">
                    <a:solidFill>
                      <a:srgbClr val="0066FF"/>
                    </a:solidFill>
                  </a:rPr>
                  <a:t>là </a:t>
                </a:r>
                <a:r>
                  <a:rPr lang="en-US" sz="2800" err="1">
                    <a:solidFill>
                      <a:srgbClr val="0066FF"/>
                    </a:solidFill>
                  </a:rPr>
                  <a:t>một</a:t>
                </a:r>
                <a:r>
                  <a:rPr lang="en-US" sz="2800">
                    <a:solidFill>
                      <a:srgbClr val="0066FF"/>
                    </a:solidFill>
                  </a:rPr>
                  <a:t> kỹ thuật sử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dụng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cho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các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bài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toán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phân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loại</a:t>
                </a:r>
                <a:r>
                  <a:rPr lang="en-US" sz="2800" dirty="0">
                    <a:solidFill>
                      <a:srgbClr val="0066FF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D2CFB27-AAF2-4E13-B6AB-2FE55B0739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0976927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89129D-638B-4DCA-830A-FBF987143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Nearest Neighbors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D2CFB27-AAF2-4E13-B6AB-2FE55B0739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3600" i="1" dirty="0">
                    <a:solidFill>
                      <a:srgbClr val="0066FF"/>
                    </a:solidFill>
                  </a:rPr>
                  <a:t>K </a:t>
                </a:r>
                <a:r>
                  <a:rPr lang="vi-VN" sz="3600" i="1" dirty="0" err="1">
                    <a:solidFill>
                      <a:srgbClr val="0066FF"/>
                    </a:solidFill>
                  </a:rPr>
                  <a:t>Nearest</a:t>
                </a:r>
                <a:r>
                  <a:rPr lang="vi-VN" sz="3600" i="1" dirty="0">
                    <a:solidFill>
                      <a:srgbClr val="0066FF"/>
                    </a:solidFill>
                  </a:rPr>
                  <a:t> </a:t>
                </a:r>
                <a:r>
                  <a:rPr lang="vi-VN" sz="3600" i="1" dirty="0" err="1">
                    <a:solidFill>
                      <a:srgbClr val="0066FF"/>
                    </a:solidFill>
                  </a:rPr>
                  <a:t>Neighbors</a:t>
                </a:r>
                <a:r>
                  <a:rPr lang="vi-VN" sz="3600" i="1" dirty="0">
                    <a:solidFill>
                      <a:srgbClr val="0066FF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3600" dirty="0">
                    <a:solidFill>
                      <a:srgbClr val="0066FF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3600" dirty="0">
                    <a:solidFill>
                      <a:srgbClr val="0066FF"/>
                    </a:solidFill>
                  </a:rPr>
                  <a:t> trong </a:t>
                </a:r>
                <a:r>
                  <a:rPr lang="vi-VN" sz="3600" dirty="0" err="1">
                    <a:solidFill>
                      <a:srgbClr val="0066FF"/>
                    </a:solidFill>
                  </a:rPr>
                  <a:t>các</a:t>
                </a:r>
                <a:r>
                  <a:rPr lang="vi-VN" sz="3600" dirty="0">
                    <a:solidFill>
                      <a:srgbClr val="0066FF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0066FF"/>
                    </a:solidFill>
                  </a:rPr>
                  <a:t>thuật</a:t>
                </a:r>
                <a:r>
                  <a:rPr lang="vi-VN" sz="3600" dirty="0">
                    <a:solidFill>
                      <a:srgbClr val="0066FF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0066FF"/>
                    </a:solidFill>
                  </a:rPr>
                  <a:t>toán</a:t>
                </a:r>
                <a:r>
                  <a:rPr lang="vi-VN" sz="3600" dirty="0">
                    <a:solidFill>
                      <a:srgbClr val="0066FF"/>
                    </a:solidFill>
                  </a:rPr>
                  <a:t> phân </a:t>
                </a:r>
                <a:r>
                  <a:rPr lang="vi-VN" sz="3600" dirty="0" err="1">
                    <a:solidFill>
                      <a:srgbClr val="0066FF"/>
                    </a:solidFill>
                  </a:rPr>
                  <a:t>loại</a:t>
                </a:r>
                <a:r>
                  <a:rPr lang="vi-VN" sz="3600" dirty="0">
                    <a:solidFill>
                      <a:srgbClr val="0066FF"/>
                    </a:solidFill>
                  </a:rPr>
                  <a:t> đơn </a:t>
                </a:r>
                <a:r>
                  <a:rPr lang="vi-VN" sz="3600" dirty="0" err="1">
                    <a:solidFill>
                      <a:srgbClr val="0066FF"/>
                    </a:solidFill>
                  </a:rPr>
                  <a:t>giản</a:t>
                </a:r>
                <a:r>
                  <a:rPr lang="vi-VN" sz="3600" dirty="0">
                    <a:solidFill>
                      <a:srgbClr val="0066FF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0066FF"/>
                    </a:solidFill>
                  </a:rPr>
                  <a:t>nhất</a:t>
                </a:r>
                <a:r>
                  <a:rPr lang="vi-VN" sz="36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3600" dirty="0" err="1">
                    <a:solidFill>
                      <a:srgbClr val="FF0000"/>
                    </a:solidFill>
                  </a:rPr>
                  <a:t>Thuật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toán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này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sẽ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en-US" sz="3600" dirty="0">
                    <a:solidFill>
                      <a:srgbClr val="FF0000"/>
                    </a:solidFill>
                  </a:rPr>
                  <a:t>t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ìm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3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khoảng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cách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gần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với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cần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dự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đoán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nhất</a:t>
                </a:r>
                <a:r>
                  <a:rPr lang="vi-VN" sz="3600" dirty="0">
                    <a:solidFill>
                      <a:srgbClr val="FF0000"/>
                    </a:solidFill>
                  </a:rPr>
                  <a:t>.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Nhãn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đầu</a:t>
                </a:r>
                <a:r>
                  <a:rPr lang="vi-VN" sz="3600" dirty="0">
                    <a:solidFill>
                      <a:srgbClr val="FF0000"/>
                    </a:solidFill>
                  </a:rPr>
                  <a:t> ra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của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cần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dự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đoán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nhãn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lần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xuất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hiện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nhiều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nhất</a:t>
                </a:r>
                <a:r>
                  <a:rPr lang="vi-VN" sz="3600" dirty="0">
                    <a:solidFill>
                      <a:srgbClr val="FF0000"/>
                    </a:solidFill>
                  </a:rPr>
                  <a:t> trong </a:t>
                </a:r>
                <a14:m>
                  <m:oMath xmlns:m="http://schemas.openxmlformats.org/officeDocument/2006/math">
                    <m:r>
                      <a:rPr lang="vi-VN" sz="3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được</a:t>
                </a:r>
                <a:r>
                  <a:rPr lang="vi-VN" sz="3600" dirty="0">
                    <a:solidFill>
                      <a:srgbClr val="FF0000"/>
                    </a:solidFill>
                  </a:rPr>
                  <a:t> </a:t>
                </a:r>
                <a:r>
                  <a:rPr lang="vi-VN" sz="3600" dirty="0" err="1">
                    <a:solidFill>
                      <a:srgbClr val="FF0000"/>
                    </a:solidFill>
                  </a:rPr>
                  <a:t>chọn</a:t>
                </a:r>
                <a:r>
                  <a:rPr lang="vi-VN" sz="36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D2CFB27-AAF2-4E13-B6AB-2FE55B0739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00" t="-2156" r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3660186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89129D-638B-4DCA-830A-FBF987143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Nearest Neighbors</a:t>
            </a:r>
            <a:endParaRPr lang="vi-V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D34EE8D-D9CF-4DC6-86F9-FDBCCE69EB9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vi-VN" sz="3200" dirty="0" err="1">
                <a:solidFill>
                  <a:srgbClr val="0066FF"/>
                </a:solidFill>
              </a:rPr>
              <a:t>Nói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cách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khác</a:t>
            </a:r>
            <a:r>
              <a:rPr lang="vi-VN" sz="3200" dirty="0">
                <a:solidFill>
                  <a:srgbClr val="0066FF"/>
                </a:solidFill>
              </a:rPr>
              <a:t>, K </a:t>
            </a:r>
            <a:r>
              <a:rPr lang="vi-VN" sz="3200" dirty="0" err="1">
                <a:solidFill>
                  <a:srgbClr val="0066FF"/>
                </a:solidFill>
              </a:rPr>
              <a:t>Nearest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Neighbors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dự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đoán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đầu</a:t>
            </a:r>
            <a:r>
              <a:rPr lang="vi-VN" sz="3200" dirty="0">
                <a:solidFill>
                  <a:srgbClr val="0066FF"/>
                </a:solidFill>
              </a:rPr>
              <a:t> ra </a:t>
            </a:r>
            <a:r>
              <a:rPr lang="vi-VN" sz="3200" dirty="0" err="1">
                <a:solidFill>
                  <a:srgbClr val="0066FF"/>
                </a:solidFill>
              </a:rPr>
              <a:t>của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điểm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dữ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liệu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mới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bằng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cách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dựa</a:t>
            </a:r>
            <a:r>
              <a:rPr lang="vi-VN" sz="3200" dirty="0">
                <a:solidFill>
                  <a:srgbClr val="0066FF"/>
                </a:solidFill>
              </a:rPr>
              <a:t> trên </a:t>
            </a:r>
            <a:r>
              <a:rPr lang="vi-VN" sz="3200" dirty="0" err="1">
                <a:highlight>
                  <a:srgbClr val="FFFF00"/>
                </a:highlight>
              </a:rPr>
              <a:t>đầu</a:t>
            </a:r>
            <a:r>
              <a:rPr lang="vi-VN" sz="3200" dirty="0">
                <a:highlight>
                  <a:srgbClr val="FFFF00"/>
                </a:highlight>
              </a:rPr>
              <a:t> ra </a:t>
            </a:r>
            <a:r>
              <a:rPr lang="vi-VN" sz="3200" dirty="0" err="1">
                <a:highlight>
                  <a:srgbClr val="FFFF00"/>
                </a:highlight>
              </a:rPr>
              <a:t>các</a:t>
            </a:r>
            <a:r>
              <a:rPr lang="vi-VN" sz="3200" dirty="0">
                <a:highlight>
                  <a:srgbClr val="FFFF00"/>
                </a:highlight>
              </a:rPr>
              <a:t> </a:t>
            </a:r>
            <a:r>
              <a:rPr lang="vi-VN" sz="3200" dirty="0" err="1">
                <a:highlight>
                  <a:srgbClr val="FFFF00"/>
                </a:highlight>
              </a:rPr>
              <a:t>điểm</a:t>
            </a:r>
            <a:r>
              <a:rPr lang="vi-VN" sz="3200" dirty="0">
                <a:highlight>
                  <a:srgbClr val="FFFF00"/>
                </a:highlight>
              </a:rPr>
              <a:t> </a:t>
            </a:r>
            <a:r>
              <a:rPr lang="vi-VN" sz="3200" dirty="0" err="1">
                <a:highlight>
                  <a:srgbClr val="FFFF00"/>
                </a:highlight>
              </a:rPr>
              <a:t>dữ</a:t>
            </a:r>
            <a:r>
              <a:rPr lang="vi-VN" sz="3200" dirty="0">
                <a:highlight>
                  <a:srgbClr val="FFFF00"/>
                </a:highlight>
              </a:rPr>
              <a:t> </a:t>
            </a:r>
            <a:r>
              <a:rPr lang="vi-VN" sz="3200" dirty="0" err="1">
                <a:highlight>
                  <a:srgbClr val="FFFF00"/>
                </a:highlight>
              </a:rPr>
              <a:t>liệu</a:t>
            </a:r>
            <a:r>
              <a:rPr lang="vi-VN" sz="3200" dirty="0">
                <a:highlight>
                  <a:srgbClr val="FFFF00"/>
                </a:highlight>
              </a:rPr>
              <a:t> </a:t>
            </a:r>
            <a:r>
              <a:rPr lang="vi-VN" sz="3200" dirty="0" err="1">
                <a:highlight>
                  <a:srgbClr val="FFFF00"/>
                </a:highlight>
              </a:rPr>
              <a:t>hàng</a:t>
            </a:r>
            <a:r>
              <a:rPr lang="vi-VN" sz="3200" dirty="0">
                <a:highlight>
                  <a:srgbClr val="FFFF00"/>
                </a:highlight>
              </a:rPr>
              <a:t> </a:t>
            </a:r>
            <a:r>
              <a:rPr lang="vi-VN" sz="3200" dirty="0" err="1">
                <a:highlight>
                  <a:srgbClr val="FFFF00"/>
                </a:highlight>
              </a:rPr>
              <a:t>xóm</a:t>
            </a:r>
            <a:r>
              <a:rPr lang="vi-VN" sz="3200" dirty="0">
                <a:highlight>
                  <a:srgbClr val="FFFF00"/>
                </a:highlight>
              </a:rPr>
              <a:t> </a:t>
            </a:r>
            <a:r>
              <a:rPr lang="vi-VN" sz="3200" dirty="0" err="1">
                <a:highlight>
                  <a:srgbClr val="FFFF00"/>
                </a:highlight>
              </a:rPr>
              <a:t>của</a:t>
            </a:r>
            <a:r>
              <a:rPr lang="vi-VN" sz="3200" dirty="0">
                <a:highlight>
                  <a:srgbClr val="FFFF00"/>
                </a:highlight>
              </a:rPr>
              <a:t> </a:t>
            </a:r>
            <a:r>
              <a:rPr lang="vi-VN" sz="3200" dirty="0" err="1">
                <a:highlight>
                  <a:srgbClr val="FFFF00"/>
                </a:highlight>
              </a:rPr>
              <a:t>nó</a:t>
            </a:r>
            <a:r>
              <a:rPr lang="vi-VN" sz="3200" dirty="0">
                <a:solidFill>
                  <a:srgbClr val="0066FF"/>
                </a:solidFill>
              </a:rPr>
              <a:t>.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93D52FD3-CB54-4FFC-87CC-AF08326A9E0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29" y="1905001"/>
            <a:ext cx="6114229" cy="3916362"/>
          </a:xfrm>
        </p:spPr>
      </p:pic>
    </p:spTree>
    <p:extLst>
      <p:ext uri="{BB962C8B-B14F-4D97-AF65-F5344CB8AC3E}">
        <p14:creationId xmlns:p14="http://schemas.microsoft.com/office/powerpoint/2010/main" val="3390484599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89129D-638B-4DCA-830A-FBF987143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Nearest Neighbors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2CFB27-AAF2-4E13-B6AB-2FE55B073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Khoảng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để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xác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định</a:t>
            </a:r>
            <a:r>
              <a:rPr lang="vi-VN" sz="2800" dirty="0">
                <a:solidFill>
                  <a:srgbClr val="0066FF"/>
                </a:solidFill>
              </a:rPr>
              <a:t> hai </a:t>
            </a:r>
            <a:r>
              <a:rPr lang="vi-VN" sz="2800" dirty="0" err="1">
                <a:solidFill>
                  <a:srgbClr val="0066FF"/>
                </a:solidFill>
              </a:rPr>
              <a:t>điểm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phải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hàng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xóm</a:t>
            </a:r>
            <a:r>
              <a:rPr lang="vi-VN" sz="2800" dirty="0">
                <a:solidFill>
                  <a:srgbClr val="0066FF"/>
                </a:solidFill>
              </a:rPr>
              <a:t> hay không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thể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là</a:t>
            </a:r>
            <a:r>
              <a:rPr lang="vi-VN" sz="2800" dirty="0">
                <a:solidFill>
                  <a:srgbClr val="0066FF"/>
                </a:solidFill>
              </a:rPr>
              <a:t>:</a:t>
            </a:r>
          </a:p>
          <a:p>
            <a:pPr lvl="1" algn="just"/>
            <a:r>
              <a:rPr lang="vi-VN" sz="2800" dirty="0" err="1">
                <a:solidFill>
                  <a:srgbClr val="FF0000"/>
                </a:solidFill>
              </a:rPr>
              <a:t>Khoảng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err="1">
                <a:solidFill>
                  <a:srgbClr val="FF0000"/>
                </a:solidFill>
              </a:rPr>
              <a:t>cách</a:t>
            </a:r>
            <a:r>
              <a:rPr lang="vi-VN" sz="2800">
                <a:solidFill>
                  <a:srgbClr val="FF0000"/>
                </a:solidFill>
              </a:rPr>
              <a:t> Minkowski</a:t>
            </a:r>
            <a:endParaRPr lang="en-US" sz="2800">
              <a:solidFill>
                <a:srgbClr val="FF0000"/>
              </a:solidFill>
            </a:endParaRPr>
          </a:p>
          <a:p>
            <a:pPr lvl="1" algn="just"/>
            <a:r>
              <a:rPr lang="vi-VN" sz="2800">
                <a:solidFill>
                  <a:srgbClr val="0066FF"/>
                </a:solidFill>
              </a:rPr>
              <a:t>Khoảng cách Euclid</a:t>
            </a:r>
            <a:endParaRPr lang="en-US" sz="2800">
              <a:solidFill>
                <a:srgbClr val="0066FF"/>
              </a:solidFill>
            </a:endParaRPr>
          </a:p>
          <a:p>
            <a:pPr lvl="1" algn="just"/>
            <a:r>
              <a:rPr lang="vi-VN" sz="2800">
                <a:solidFill>
                  <a:srgbClr val="FF0000"/>
                </a:solidFill>
              </a:rPr>
              <a:t>Khoảng cách Manhattan</a:t>
            </a:r>
            <a:endParaRPr lang="vi-VN" sz="2800" dirty="0">
              <a:solidFill>
                <a:srgbClr val="FF0000"/>
              </a:solidFill>
            </a:endParaRPr>
          </a:p>
          <a:p>
            <a:pPr lvl="1" algn="just"/>
            <a:r>
              <a:rPr lang="vi-VN" sz="2800">
                <a:solidFill>
                  <a:srgbClr val="0066FF"/>
                </a:solidFill>
              </a:rPr>
              <a:t>Khoảng </a:t>
            </a:r>
            <a:r>
              <a:rPr lang="vi-VN" sz="2800" err="1">
                <a:solidFill>
                  <a:srgbClr val="0066FF"/>
                </a:solidFill>
              </a:rPr>
              <a:t>cách</a:t>
            </a:r>
            <a:r>
              <a:rPr lang="vi-VN" sz="2800">
                <a:solidFill>
                  <a:srgbClr val="0066FF"/>
                </a:solidFill>
              </a:rPr>
              <a:t> Chebyshev</a:t>
            </a:r>
            <a:endParaRPr lang="en-US" sz="2800">
              <a:solidFill>
                <a:srgbClr val="0066FF"/>
              </a:solidFill>
            </a:endParaRPr>
          </a:p>
          <a:p>
            <a:pPr lvl="1" algn="just"/>
            <a:r>
              <a:rPr lang="vi-VN" sz="2800">
                <a:solidFill>
                  <a:srgbClr val="FF0000"/>
                </a:solidFill>
              </a:rPr>
              <a:t>Độ đo tương tự Cosine.</a:t>
            </a:r>
          </a:p>
          <a:p>
            <a:pPr lvl="1" algn="just"/>
            <a:r>
              <a:rPr lang="en-US" sz="2800">
                <a:solidFill>
                  <a:srgbClr val="0066FF"/>
                </a:solidFill>
              </a:rPr>
              <a:t>.</a:t>
            </a:r>
            <a:r>
              <a:rPr lang="vi-VN" sz="2800">
                <a:solidFill>
                  <a:srgbClr val="0066FF"/>
                </a:solidFill>
              </a:rPr>
              <a:t>..</a:t>
            </a:r>
            <a:endParaRPr lang="vi-VN" sz="2800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8624278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8D357-44D3-4192-9574-AEB50D07B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Huấn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endParaRPr lang="vi-V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D308A1-220E-41D1-95C3-05079F64F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61832058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8D357-44D3-4192-9574-AEB50D07B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Huấn luyện mô hình: KNeighborsClassifier với K=5 (In [3])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34B11A-0C5D-4094-8818-CED3C58F0E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Ta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lớp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KNeighborsClassifier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module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sklearn.neighbors</a:t>
                </a:r>
                <a:r>
                  <a:rPr lang="vi-VN" sz="2800" dirty="0">
                    <a:solidFill>
                      <a:srgbClr val="0066FF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để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huấn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luyện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lượng điểm cần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tìm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–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được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đặt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endParaRPr lang="vi-VN" sz="2800" dirty="0"/>
              </a:p>
              <a:p>
                <a:pPr marL="457200" indent="-457200">
                  <a:buFont typeface="+mj-lt"/>
                  <a:buAutoNum type="arabicPeriod" startAt="20"/>
                </a:pPr>
                <a:r>
                  <a:rPr lang="en-US" dirty="0">
                    <a:solidFill>
                      <a:srgbClr val="AF00DB"/>
                    </a:solidFill>
                    <a:latin typeface="Consolas" panose="020B0609020204030204" pitchFamily="49" charset="0"/>
                  </a:rPr>
                  <a:t>from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en-US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sklearn.neighbors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en-US" dirty="0">
                    <a:solidFill>
                      <a:srgbClr val="AF00DB"/>
                    </a:solidFill>
                    <a:latin typeface="Consolas" panose="020B0609020204030204" pitchFamily="49" charset="0"/>
                  </a:rPr>
                  <a:t>import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en-US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KNeighborsClassifier</a:t>
                </a:r>
                <a:endParaRPr lang="en-US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pPr marL="457200" indent="-457200">
                  <a:buFont typeface="+mj-lt"/>
                  <a:buAutoNum type="arabicPeriod" startAt="20"/>
                </a:pP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classifier = </a:t>
                </a:r>
                <a:r>
                  <a:rPr lang="en-US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KNeighborsClassifier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en-US" dirty="0" err="1">
                    <a:solidFill>
                      <a:srgbClr val="001080"/>
                    </a:solidFill>
                    <a:latin typeface="Consolas" panose="020B0609020204030204" pitchFamily="49" charset="0"/>
                  </a:rPr>
                  <a:t>n_neighbors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= </a:t>
                </a:r>
                <a:r>
                  <a:rPr lang="en-US" dirty="0">
                    <a:solidFill>
                      <a:srgbClr val="09885A"/>
                    </a:solidFill>
                    <a:latin typeface="Consolas" panose="020B0609020204030204" pitchFamily="49" charset="0"/>
                  </a:rPr>
                  <a:t>5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)</a:t>
                </a:r>
              </a:p>
              <a:p>
                <a:pPr marL="457200" indent="-457200">
                  <a:buFont typeface="+mj-lt"/>
                  <a:buAutoNum type="arabicPeriod" startAt="20"/>
                </a:pPr>
                <a:r>
                  <a:rPr lang="fr-FR" dirty="0" err="1">
                    <a:solidFill>
                      <a:srgbClr val="000000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classifier.fit</a:t>
                </a:r>
                <a:r>
                  <a:rPr lang="fr-FR" dirty="0">
                    <a:solidFill>
                      <a:srgbClr val="000000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(</a:t>
                </a:r>
                <a:r>
                  <a:rPr lang="fr-FR" dirty="0" err="1">
                    <a:solidFill>
                      <a:srgbClr val="000000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X_train</a:t>
                </a:r>
                <a:r>
                  <a:rPr lang="fr-FR" dirty="0">
                    <a:solidFill>
                      <a:srgbClr val="000000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, </a:t>
                </a:r>
                <a:r>
                  <a:rPr lang="fr-FR" dirty="0" err="1">
                    <a:solidFill>
                      <a:srgbClr val="000000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Y_train</a:t>
                </a:r>
                <a:r>
                  <a:rPr lang="fr-FR" dirty="0">
                    <a:solidFill>
                      <a:srgbClr val="000000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34B11A-0C5D-4094-8818-CED3C58F0E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752" r="-111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12648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Khởi tạo và khớp mô hình KNN chuẩn scikit-learn: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from sklearn.neighbors import KNeighborsClassifier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# metric='minkowski', p=2 tương đương khoảng cách Euclidean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classifier = KNeighborsClassifier(n_neighbors=5, metric='minkowski', p=2)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classifier.fit(X_train_scaled, y_train)</a:t>
            </a:r>
          </a:p>
          <a:p>
            <a:pPr>
              <a:spcAft>
                <a:spcPts val="4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y_pred = classifier.predict(X_test_scaled)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print(f'Accuracy (K=5): {accuracy_score(y_test, y_pred)*100:.2f}%')</a:t>
            </a:r>
          </a:p>
          <a:p>
            <a:pPr>
              <a:spcAft>
                <a:spcPts val="4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print('Confusion Matrix:\n', confusion_matrix(y_test, y_pred))</a:t>
            </a:r>
          </a:p>
          <a:p>
            <a:pPr>
              <a:spcAft>
                <a:spcPts val="200"/>
              </a:spcAft>
              <a:defRPr sz="1200" b="0">
                <a:solidFill>
                  <a:srgbClr val="146428"/>
                </a:solidFill>
                <a:latin typeface="Consolas"/>
              </a:defRPr>
            </a:pPr>
            <a:r>
              <a:t>📌 Kết quả thực nghiệm: Accuracy = 93.00% | Confusion Matrix: [[64, 4], [3, 29]] (Chỉ sai 7/100 mẫu!)</a:t>
            </a:r>
          </a:p>
        </p:txBody>
      </p:sp>
    </p:spTree>
    <p:extLst>
      <p:ext uri="{BB962C8B-B14F-4D97-AF65-F5344CB8AC3E}">
        <p14:creationId xmlns:p14="http://schemas.microsoft.com/office/powerpoint/2010/main" val="899578686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631E8E-7F95-48D1-B193-056D9DF35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8237387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E7C6AE8-60A2-49FB-A20C-4375C46A91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Ta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tạo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confusion</a:t>
                </a:r>
                <a:r>
                  <a:rPr lang="vi-VN" sz="2800" i="1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matrix</a:t>
                </a:r>
                <a:r>
                  <a:rPr lang="vi-VN" sz="2800" dirty="0">
                    <a:solidFill>
                      <a:srgbClr val="0066FF"/>
                    </a:solidFill>
                  </a:rPr>
                  <a:t>. Đây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ma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trận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kích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thước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với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lớp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bài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toán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đang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xét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ở đây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Phần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tử</a:t>
                </a:r>
                <a:r>
                  <a:rPr lang="vi-VN" sz="2800" dirty="0">
                    <a:solidFill>
                      <a:srgbClr val="FF0000"/>
                    </a:solidFill>
                  </a:rPr>
                  <a:t> ở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dòng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thứ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cột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thứ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của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confusion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matrix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biểu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thị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phần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tử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vào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Hàm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confusion_matrix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module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sklearn.metrics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sẽ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hỗ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trợ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ta xây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dựng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confusion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matrix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marL="514350" indent="-514350">
                  <a:buFont typeface="+mj-lt"/>
                  <a:buAutoNum type="arabicPeriod" startAt="23"/>
                </a:pPr>
                <a:r>
                  <a:rPr lang="vi-VN" dirty="0" err="1">
                    <a:solidFill>
                      <a:srgbClr val="AF00DB"/>
                    </a:solidFill>
                    <a:latin typeface="Consolas" panose="020B0609020204030204" pitchFamily="49" charset="0"/>
                  </a:rPr>
                  <a:t>from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vi-VN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sklearn.metrics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vi-VN" dirty="0" err="1">
                    <a:solidFill>
                      <a:srgbClr val="AF00DB"/>
                    </a:solidFill>
                    <a:latin typeface="Consolas" panose="020B0609020204030204" pitchFamily="49" charset="0"/>
                  </a:rPr>
                  <a:t>import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vi-VN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confusion_matrix</a:t>
                </a:r>
                <a:endParaRPr lang="vi-VN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pPr marL="514350" indent="-514350">
                  <a:buFont typeface="+mj-lt"/>
                  <a:buAutoNum type="arabicPeriod" startAt="23"/>
                </a:pPr>
                <a:r>
                  <a:rPr lang="fr-FR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cm = </a:t>
                </a:r>
                <a:r>
                  <a:rPr lang="fr-FR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confusion_matrix</a:t>
                </a:r>
                <a:r>
                  <a:rPr lang="fr-FR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fr-FR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Y_train</a:t>
                </a:r>
                <a:r>
                  <a:rPr lang="fr-FR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, </a:t>
                </a:r>
                <a:r>
                  <a:rPr lang="fr-FR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classifier.predict</a:t>
                </a:r>
                <a:r>
                  <a:rPr lang="fr-FR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fr-FR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X_train</a:t>
                </a:r>
                <a:r>
                  <a:rPr lang="fr-FR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))</a:t>
                </a:r>
              </a:p>
              <a:p>
                <a:pPr marL="514350" indent="-514350">
                  <a:buFont typeface="+mj-lt"/>
                  <a:buAutoNum type="arabicPeriod" startAt="23"/>
                </a:pPr>
                <a:r>
                  <a:rPr lang="vi-VN" dirty="0" err="1">
                    <a:solidFill>
                      <a:srgbClr val="795E26"/>
                    </a:solidFill>
                    <a:latin typeface="Consolas" panose="020B0609020204030204" pitchFamily="49" charset="0"/>
                  </a:rPr>
                  <a:t>print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vi-VN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cm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E7C6AE8-60A2-49FB-A20C-4375C46A91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043339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01FE9-BB2E-49B4-B0F1-3693843C0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95AD93-52A0-4D38-8C7C-5813D54C2C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Confusion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Matrix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in ra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Theo ma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trận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trên,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đúng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2+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112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94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. </a:t>
                </a:r>
              </a:p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loại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sai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+17=</m:t>
                    </m:r>
                    <m:r>
                      <a:rPr lang="vi-VN" sz="28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Tỉ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lệ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sai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vi-VN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vi-VN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=0.08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95AD93-52A0-4D38-8C7C-5813D54C2C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b="-377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04C35AC-FD6B-4911-AB9C-280EA13B059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267200" y="2308702"/>
              <a:ext cx="3276600" cy="15544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92200">
                      <a:extLst>
                        <a:ext uri="{9D8B030D-6E8A-4147-A177-3AD203B41FA5}">
                          <a16:colId xmlns:a16="http://schemas.microsoft.com/office/drawing/2014/main" val="4171667629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523946260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1766665144"/>
                        </a:ext>
                      </a:extLst>
                    </a:gridCol>
                  </a:tblGrid>
                  <a:tr h="43180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lnL w="12700" cmpd="sng"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6580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1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T w="38100" cmpd="sng">
                          <a:noFill/>
                        </a:lnT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182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41710761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1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112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03763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04C35AC-FD6B-4911-AB9C-280EA13B05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2762714"/>
                  </p:ext>
                </p:extLst>
              </p:nvPr>
            </p:nvGraphicFramePr>
            <p:xfrm>
              <a:off x="4267200" y="2308702"/>
              <a:ext cx="3276600" cy="15544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92200">
                      <a:extLst>
                        <a:ext uri="{9D8B030D-6E8A-4147-A177-3AD203B41FA5}">
                          <a16:colId xmlns:a16="http://schemas.microsoft.com/office/drawing/2014/main" val="4171667629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523946260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1766665144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lnL w="12700" cmpd="sng">
                          <a:noFill/>
                        </a:lnL>
                        <a:blipFill>
                          <a:blip r:embed="rId3"/>
                          <a:stretch>
                            <a:fillRect l="-100556" t="-1176" r="-101667" b="-2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676" t="-1176" r="-2235" b="-20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658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lnT w="38100" cmpd="sng">
                          <a:noFill/>
                        </a:lnT>
                        <a:blipFill>
                          <a:blip r:embed="rId3"/>
                          <a:stretch>
                            <a:fillRect l="-1117" t="-100000" r="-202793" b="-1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556" t="-100000" r="-101667" b="-1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676" t="-100000" r="-2235" b="-1011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171076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17" t="-202353" r="-202793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556" t="-202353" r="-101667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676" t="-202353" r="-2235" b="-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037639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0193934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8847BE-064C-4CB5-8E65-33ED27DF2C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vi-VN" sz="2800" dirty="0">
                <a:solidFill>
                  <a:srgbClr val="0066FF"/>
                </a:solidFill>
              </a:rPr>
              <a:t>Ta </a:t>
            </a:r>
            <a:r>
              <a:rPr lang="vi-VN" sz="2800" dirty="0" err="1">
                <a:solidFill>
                  <a:srgbClr val="0066FF"/>
                </a:solidFill>
              </a:rPr>
              <a:t>trực</a:t>
            </a:r>
            <a:r>
              <a:rPr lang="vi-VN" sz="2800" dirty="0">
                <a:solidFill>
                  <a:srgbClr val="0066FF"/>
                </a:solidFill>
              </a:rPr>
              <a:t> quan </a:t>
            </a:r>
            <a:r>
              <a:rPr lang="vi-VN" sz="2800" dirty="0" err="1">
                <a:solidFill>
                  <a:srgbClr val="0066FF"/>
                </a:solidFill>
              </a:rPr>
              <a:t>hóa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quả</a:t>
            </a:r>
            <a:r>
              <a:rPr lang="vi-VN" sz="2800" dirty="0">
                <a:solidFill>
                  <a:srgbClr val="0066FF"/>
                </a:solidFill>
              </a:rPr>
              <a:t> mô </a:t>
            </a:r>
            <a:r>
              <a:rPr lang="vi-VN" sz="2800" dirty="0" err="1">
                <a:solidFill>
                  <a:srgbClr val="0066FF"/>
                </a:solidFill>
              </a:rPr>
              <a:t>hình</a:t>
            </a:r>
            <a:r>
              <a:rPr lang="vi-VN" sz="2800" dirty="0">
                <a:solidFill>
                  <a:srgbClr val="0066FF"/>
                </a:solidFill>
              </a:rPr>
              <a:t> trên </a:t>
            </a:r>
            <a:r>
              <a:rPr lang="vi-VN" sz="2800" dirty="0" err="1">
                <a:solidFill>
                  <a:srgbClr val="0066FF"/>
                </a:solidFill>
              </a:rPr>
              <a:t>mặt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phẳng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tọa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độ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bằng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vẽ</a:t>
            </a:r>
            <a:r>
              <a:rPr lang="vi-VN" sz="2800" dirty="0">
                <a:solidFill>
                  <a:srgbClr val="0066FF"/>
                </a:solidFill>
              </a:rPr>
              <a:t> 2 </a:t>
            </a:r>
            <a:r>
              <a:rPr lang="vi-VN" sz="2800" dirty="0" err="1">
                <a:solidFill>
                  <a:srgbClr val="0066FF"/>
                </a:solidFill>
              </a:rPr>
              <a:t>vùng</a:t>
            </a:r>
            <a:r>
              <a:rPr lang="vi-VN" sz="2800" dirty="0">
                <a:solidFill>
                  <a:srgbClr val="0066FF"/>
                </a:solidFill>
              </a:rPr>
              <a:t> phân chia </a:t>
            </a:r>
            <a:r>
              <a:rPr lang="vi-VN" sz="2800" dirty="0" err="1">
                <a:solidFill>
                  <a:srgbClr val="0066FF"/>
                </a:solidFill>
              </a:rPr>
              <a:t>mà</a:t>
            </a:r>
            <a:r>
              <a:rPr lang="vi-VN" sz="2800" dirty="0">
                <a:solidFill>
                  <a:srgbClr val="0066FF"/>
                </a:solidFill>
              </a:rPr>
              <a:t> mô </a:t>
            </a:r>
            <a:r>
              <a:rPr lang="vi-VN" sz="2800" dirty="0" err="1">
                <a:solidFill>
                  <a:srgbClr val="0066FF"/>
                </a:solidFill>
              </a:rPr>
              <a:t>hình</a:t>
            </a:r>
            <a:r>
              <a:rPr lang="vi-VN" sz="2800" dirty="0">
                <a:solidFill>
                  <a:srgbClr val="0066FF"/>
                </a:solidFill>
              </a:rPr>
              <a:t> thu </a:t>
            </a:r>
            <a:r>
              <a:rPr lang="vi-VN" sz="2800" dirty="0" err="1">
                <a:solidFill>
                  <a:srgbClr val="0066FF"/>
                </a:solidFill>
              </a:rPr>
              <a:t>được</a:t>
            </a:r>
            <a:r>
              <a:rPr lang="vi-VN" sz="2800" dirty="0">
                <a:solidFill>
                  <a:srgbClr val="0066FF"/>
                </a:solidFill>
              </a:rPr>
              <a:t> sau </a:t>
            </a:r>
            <a:r>
              <a:rPr lang="vi-VN" sz="2800" dirty="0" err="1">
                <a:solidFill>
                  <a:srgbClr val="0066FF"/>
                </a:solidFill>
              </a:rPr>
              <a:t>quá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trình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huấn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luyện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5941175-963E-495F-AC8B-4E11E314412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97600" y="1923070"/>
            <a:ext cx="5384800" cy="3880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774333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8847BE-064C-4CB5-8E65-33ED27DF2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>
                <a:solidFill>
                  <a:srgbClr val="0066FF"/>
                </a:solidFill>
              </a:rPr>
              <a:t>Xây </a:t>
            </a:r>
            <a:r>
              <a:rPr lang="vi-VN" sz="2800" dirty="0" err="1">
                <a:solidFill>
                  <a:srgbClr val="0066FF"/>
                </a:solidFill>
              </a:rPr>
              <a:t>dựng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hàm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trực</a:t>
            </a:r>
            <a:r>
              <a:rPr lang="vi-VN" sz="2800" dirty="0">
                <a:solidFill>
                  <a:srgbClr val="0066FF"/>
                </a:solidFill>
              </a:rPr>
              <a:t> quan </a:t>
            </a:r>
            <a:r>
              <a:rPr lang="vi-VN" sz="2800" dirty="0" err="1">
                <a:solidFill>
                  <a:srgbClr val="0066FF"/>
                </a:solidFill>
              </a:rPr>
              <a:t>hóa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quả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bằng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tạo</a:t>
            </a:r>
            <a:r>
              <a:rPr lang="vi-VN" sz="2800" dirty="0">
                <a:solidFill>
                  <a:srgbClr val="0066FF"/>
                </a:solidFill>
              </a:rPr>
              <a:t> 2 </a:t>
            </a:r>
            <a:r>
              <a:rPr lang="vi-VN" sz="2800" dirty="0" err="1">
                <a:solidFill>
                  <a:srgbClr val="0066FF"/>
                </a:solidFill>
              </a:rPr>
              <a:t>vùng</a:t>
            </a:r>
            <a:r>
              <a:rPr lang="vi-VN" sz="2800" dirty="0">
                <a:solidFill>
                  <a:srgbClr val="0066FF"/>
                </a:solidFill>
              </a:rPr>
              <a:t> phân chia </a:t>
            </a:r>
            <a:r>
              <a:rPr lang="vi-VN" sz="2800" dirty="0" err="1">
                <a:solidFill>
                  <a:srgbClr val="0066FF"/>
                </a:solidFill>
              </a:rPr>
              <a:t>mà</a:t>
            </a:r>
            <a:r>
              <a:rPr lang="vi-VN" sz="2800" dirty="0">
                <a:solidFill>
                  <a:srgbClr val="0066FF"/>
                </a:solidFill>
              </a:rPr>
              <a:t> mô </a:t>
            </a:r>
            <a:r>
              <a:rPr lang="vi-VN" sz="2800" dirty="0" err="1">
                <a:solidFill>
                  <a:srgbClr val="0066FF"/>
                </a:solidFill>
              </a:rPr>
              <a:t>hình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đạt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được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  <a:endParaRPr lang="vi-VN" sz="28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 startAt="26"/>
            </a:pPr>
            <a:r>
              <a:rPr lang="es-ES" dirty="0" err="1">
                <a:solidFill>
                  <a:srgbClr val="0000FF"/>
                </a:solidFill>
                <a:latin typeface="Consolas" panose="020B0609020204030204" pitchFamily="49" charset="0"/>
              </a:rPr>
              <a:t>def VisualizingResult(model, X_):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s-ES" dirty="0" err="1">
                <a:solidFill>
                  <a:srgbClr val="795E26"/>
                </a:solidFill>
                <a:latin typeface="Consolas" panose="020B0609020204030204" pitchFamily="49" charset="0"/>
              </a:rPr>
              <a:t/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s-ES" dirty="0" err="1">
                <a:solidFill>
                  <a:srgbClr val="001080"/>
                </a:solidFill>
                <a:latin typeface="Consolas" panose="020B0609020204030204" pitchFamily="49" charset="0"/>
              </a:rPr>
              <a:t/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/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</a:p>
          <a:p>
            <a:pPr marL="457200" indent="-457200">
              <a:buFont typeface="+mj-lt"/>
              <a:buAutoNum type="arabicPeriod" startAt="26"/>
            </a:pP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   X1 = X_[:, 0]</a:t>
            </a:r>
            <a:r>
              <a:rPr lang="vi-VN" dirty="0">
                <a:solidFill>
                  <a:srgbClr val="09885A"/>
                </a:solidFill>
                <a:latin typeface="Consolas" panose="020B0609020204030204" pitchFamily="49" charset="0"/>
              </a:rPr>
              <a:t/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</a:p>
          <a:p>
            <a:pPr marL="457200" indent="-457200">
              <a:buFont typeface="+mj-lt"/>
              <a:buAutoNum type="arabicPeriod" startAt="26"/>
            </a:pP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   X2 = X_[:, 1]</a:t>
            </a:r>
            <a:r>
              <a:rPr lang="vi-VN" dirty="0">
                <a:solidFill>
                  <a:srgbClr val="09885A"/>
                </a:solidFill>
                <a:latin typeface="Consolas" panose="020B0609020204030204" pitchFamily="49" charset="0"/>
              </a:rPr>
              <a:t/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</a:p>
          <a:p>
            <a:pPr marL="457200" indent="-457200">
              <a:buFont typeface="+mj-lt"/>
              <a:buAutoNum type="arabicPeriod" startAt="26"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X1_range = np.arange(start= X1.min()-1, stop= X1.max()+1, step = 0.01)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</a:p>
          <a:p>
            <a:pPr marL="457200" indent="-457200">
              <a:buFont typeface="+mj-lt"/>
              <a:buAutoNum type="arabicPeriod" startAt="26"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X2_range = np.arange(start= X2.min()-1, stop= X2.max()+1, step = 0.01)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</a:p>
          <a:p>
            <a:pPr marL="457200" indent="-457200">
              <a:buFont typeface="+mj-lt"/>
              <a:buAutoNum type="arabicPeriod" startAt="26"/>
            </a:pP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   X1_matrix, X2_matrix = np.meshgrid(X1_range, X2_range)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98501364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Huấn luyện mô hình: Tìm K Tối Ưu Bằng Phương Pháp Elbow (In [2])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8847BE-064C-4CB5-8E65-33ED27DF2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71600"/>
            <a:ext cx="10972800" cy="4937760"/>
          </a:xfrm>
        </p:spPr>
        <p:txBody>
          <a:bodyPr wrap="square"/>
          <a:lstStyle/>
          <a:p>
            <a:pPr algn="just"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Khảo sát tỷ lệ lỗi (Error Rate) khi thay đổi K từ 1 đến 30 (In [2]):</a:t>
            </a:r>
            <a:endParaRPr lang="vi-VN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error_rates = []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for k in range(1, 31):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    knn = KNeighborsClassifier(n_neighbors=k, metric='minkowski', p=2)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    knn.fit(X_train_scaled, y_train)</a:t>
            </a:r>
          </a:p>
          <a:p>
            <a:pPr>
              <a:spcAft>
                <a:spcPts val="4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    error_rates.append(np.mean(knn.predict(X_test_scaled) != y_test))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plt.plot(range(1, 31), error_rates, marker='o', color='blue', linestyle='--')</a:t>
            </a:r>
          </a:p>
          <a:p>
            <a:pPr>
              <a:spcAft>
                <a:spcPts val="4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plt.title('Error Rate vs. K Value (Elbow Method)', fontweight='bold'); plt.show()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📌 Nhận định khoa học: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K = 1: Rất dễ bị Overfitting do quá nhạy cảm với các điểm nhiễu lân cận.</a:t>
            </a:r>
          </a:p>
          <a:p>
            <a:pPr>
              <a:spcAft>
                <a:spcPts val="300"/>
              </a:spcAft>
              <a:defRPr sz="1500" b="1">
                <a:solidFill>
                  <a:srgbClr val="282828"/>
                </a:solidFill>
                <a:latin typeface="Calibri"/>
              </a:defRPr>
            </a:pPr>
            <a:r>
              <a:t>• K = 5 đến 7: Đạt điểm cân bằng tối ưu với tỷ lệ lỗi thấp nhất (~7%).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K quá lớn: Dẫn đến Underfitting vì ranh giới bị san phẳng quá mức.</a:t>
            </a:r>
          </a:p>
        </p:txBody>
      </p:sp>
    </p:spTree>
    <p:extLst>
      <p:ext uri="{BB962C8B-B14F-4D97-AF65-F5344CB8AC3E}">
        <p14:creationId xmlns:p14="http://schemas.microsoft.com/office/powerpoint/2010/main" val="3316206566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8847BE-064C-4CB5-8E65-33ED27DF2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sz="2800" dirty="0" err="1">
                <a:solidFill>
                  <a:srgbClr val="0066FF"/>
                </a:solidFill>
              </a:rPr>
              <a:t>Trực</a:t>
            </a:r>
            <a:r>
              <a:rPr lang="vi-VN" sz="2800" dirty="0">
                <a:solidFill>
                  <a:srgbClr val="0066FF"/>
                </a:solidFill>
              </a:rPr>
              <a:t> quan </a:t>
            </a:r>
            <a:r>
              <a:rPr lang="vi-VN" sz="2800" dirty="0" err="1">
                <a:solidFill>
                  <a:srgbClr val="0066FF"/>
                </a:solidFill>
              </a:rPr>
              <a:t>hóa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quả</a:t>
            </a:r>
            <a:r>
              <a:rPr lang="vi-VN" sz="2800" dirty="0">
                <a:solidFill>
                  <a:srgbClr val="0066FF"/>
                </a:solidFill>
              </a:rPr>
              <a:t> mô </a:t>
            </a:r>
            <a:r>
              <a:rPr lang="vi-VN" sz="2800" dirty="0" err="1">
                <a:solidFill>
                  <a:srgbClr val="0066FF"/>
                </a:solidFill>
              </a:rPr>
              <a:t>hình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 startAt="35"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VisualizingResult(classifier, X_train)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</a:p>
          <a:p>
            <a:pPr marL="514350" indent="-514350">
              <a:buFont typeface="+mj-lt"/>
              <a:buAutoNum type="arabicPeriod" startAt="35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987380924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FB1126-F750-41BF-AD3D-F8DE74B7E0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2300" y="1743869"/>
            <a:ext cx="5867400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798924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A321E8-246F-4EAF-A682-01E42CE71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Hoàn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thiện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quá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trình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trực</a:t>
            </a:r>
            <a:r>
              <a:rPr lang="vi-VN" sz="2800" dirty="0">
                <a:solidFill>
                  <a:srgbClr val="0066FF"/>
                </a:solidFill>
              </a:rPr>
              <a:t> quan </a:t>
            </a:r>
            <a:r>
              <a:rPr lang="vi-VN" sz="2800" dirty="0" err="1">
                <a:solidFill>
                  <a:srgbClr val="0066FF"/>
                </a:solidFill>
              </a:rPr>
              <a:t>bằng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vẽ</a:t>
            </a:r>
            <a:r>
              <a:rPr lang="vi-VN" sz="2800" dirty="0">
                <a:solidFill>
                  <a:srgbClr val="0066FF"/>
                </a:solidFill>
              </a:rPr>
              <a:t> thêm </a:t>
            </a:r>
            <a:r>
              <a:rPr lang="vi-VN" sz="2800" dirty="0" err="1">
                <a:solidFill>
                  <a:srgbClr val="0066FF"/>
                </a:solidFill>
              </a:rPr>
              <a:t>các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điểm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huấn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luyện</a:t>
            </a:r>
            <a:r>
              <a:rPr lang="vi-VN" sz="2800" dirty="0">
                <a:solidFill>
                  <a:srgbClr val="0066FF"/>
                </a:solidFill>
              </a:rPr>
              <a:t> lên </a:t>
            </a:r>
            <a:r>
              <a:rPr lang="vi-VN" sz="2800" dirty="0" err="1">
                <a:solidFill>
                  <a:srgbClr val="0066FF"/>
                </a:solidFill>
              </a:rPr>
              <a:t>mặt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phẳng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tọa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độ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algn="just"/>
            <a:endParaRPr lang="vi-VN" sz="2800" dirty="0">
              <a:solidFill>
                <a:srgbClr val="0066FF"/>
              </a:solidFill>
            </a:endParaRPr>
          </a:p>
          <a:p>
            <a:pPr marL="457200" indent="-457200">
              <a:buFont typeface="+mj-lt"/>
              <a:buAutoNum type="arabicPeriod" startAt="37"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VisualizingResult(classifier, X_train)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</a:p>
          <a:p>
            <a:pPr marL="457200" indent="-457200">
              <a:buFont typeface="+mj-lt"/>
              <a:buAutoNum type="arabicPeriod" startAt="37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VisualizingDataset(X_train, y_train)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</a:p>
          <a:p>
            <a:pPr marL="457200" indent="-457200">
              <a:buFont typeface="+mj-lt"/>
              <a:buAutoNum type="arabicPeriod" startAt="37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vi-VN" sz="2800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510146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E22CF-F325-4B0D-BB9C-4A5BDD91C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vi-VN"/>
              <a:t>Trực quan hóa kết quả mô hình</a:t>
            </a:r>
            <a:endParaRPr lang="vi-V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24BBFA5-4891-4081-AD5E-BDC9E382AC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3200" y="1205947"/>
            <a:ext cx="6687643" cy="495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167718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E22CF-F325-4B0D-BB9C-4A5BDD91C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Trực quan hóa kết quả mô hình</a:t>
            </a:r>
            <a:endParaRPr lang="vi-V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920D58-5361-4A92-8004-3A836CDECB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vi-VN" dirty="0" err="1">
                <a:solidFill>
                  <a:srgbClr val="0066FF"/>
                </a:solidFill>
              </a:rPr>
              <a:t>Nhận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xét</a:t>
            </a:r>
            <a:r>
              <a:rPr lang="vi-VN" dirty="0">
                <a:solidFill>
                  <a:srgbClr val="0066FF"/>
                </a:solidFill>
              </a:rPr>
              <a:t>:</a:t>
            </a:r>
          </a:p>
          <a:p>
            <a:pPr lvl="1" algn="just"/>
            <a:r>
              <a:rPr lang="vi-VN" sz="2800" dirty="0">
                <a:solidFill>
                  <a:srgbClr val="FF0000"/>
                </a:solidFill>
              </a:rPr>
              <a:t>Mô </a:t>
            </a:r>
            <a:r>
              <a:rPr lang="vi-VN" sz="2800" dirty="0" err="1">
                <a:solidFill>
                  <a:srgbClr val="FF0000"/>
                </a:solidFill>
              </a:rPr>
              <a:t>hình</a:t>
            </a:r>
            <a:r>
              <a:rPr lang="vi-VN" sz="2800" dirty="0">
                <a:solidFill>
                  <a:srgbClr val="FF0000"/>
                </a:solidFill>
              </a:rPr>
              <a:t> phân chia </a:t>
            </a:r>
            <a:r>
              <a:rPr lang="vi-VN" sz="2800" dirty="0" err="1">
                <a:solidFill>
                  <a:srgbClr val="FF0000"/>
                </a:solidFill>
              </a:rPr>
              <a:t>khá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tốt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  <a:p>
            <a:pPr lvl="1" algn="just"/>
            <a:r>
              <a:rPr lang="vi-VN" sz="2800" dirty="0" err="1">
                <a:solidFill>
                  <a:srgbClr val="0066FF"/>
                </a:solidFill>
              </a:rPr>
              <a:t>Đường</a:t>
            </a:r>
            <a:r>
              <a:rPr lang="vi-VN" sz="2800" dirty="0">
                <a:solidFill>
                  <a:srgbClr val="0066FF"/>
                </a:solidFill>
              </a:rPr>
              <a:t> phân chia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vẻ</a:t>
            </a:r>
            <a:r>
              <a:rPr lang="vi-VN" sz="2800" dirty="0">
                <a:solidFill>
                  <a:srgbClr val="0066FF"/>
                </a:solidFill>
              </a:rPr>
              <a:t> không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hình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dáng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ổn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định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4F47DE78-2CD9-4E6D-9A1D-5693A1E6EA1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5878" y="1417637"/>
            <a:ext cx="6111047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742153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87E84A-3B19-4FF8-969F-5C38D9EFB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trên </a:t>
            </a:r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test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B81405-0B4B-4752-8010-5BC101FF1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3219996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trên </a:t>
            </a:r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test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7C6AE8-60A2-49FB-A20C-4375C46A9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Tạo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i="1" dirty="0" err="1">
                <a:solidFill>
                  <a:srgbClr val="0066FF"/>
                </a:solidFill>
              </a:rPr>
              <a:t>confusion</a:t>
            </a:r>
            <a:r>
              <a:rPr lang="vi-VN" sz="2800" i="1" dirty="0">
                <a:solidFill>
                  <a:srgbClr val="0066FF"/>
                </a:solidFill>
              </a:rPr>
              <a:t> </a:t>
            </a:r>
            <a:r>
              <a:rPr lang="vi-VN" sz="2800" i="1" dirty="0" err="1">
                <a:solidFill>
                  <a:srgbClr val="0066FF"/>
                </a:solidFill>
              </a:rPr>
              <a:t>matrix</a:t>
            </a:r>
            <a:r>
              <a:rPr lang="vi-VN" sz="2800" i="1" dirty="0">
                <a:solidFill>
                  <a:srgbClr val="0066FF"/>
                </a:solidFill>
              </a:rPr>
              <a:t> </a:t>
            </a:r>
            <a:r>
              <a:rPr lang="vi-VN" sz="2800" dirty="0">
                <a:solidFill>
                  <a:srgbClr val="0066FF"/>
                </a:solidFill>
              </a:rPr>
              <a:t>trên </a:t>
            </a:r>
            <a:r>
              <a:rPr lang="vi-VN" sz="2800" dirty="0" err="1">
                <a:solidFill>
                  <a:srgbClr val="0066FF"/>
                </a:solidFill>
              </a:rPr>
              <a:t>tập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test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algn="just"/>
            <a:endParaRPr lang="vi-VN" sz="2800" dirty="0"/>
          </a:p>
          <a:p>
            <a:pPr marL="457200" indent="-457200">
              <a:buFont typeface="+mj-lt"/>
              <a:buAutoNum type="arabicPeriod" startAt="40"/>
            </a:pPr>
            <a:r>
              <a:rPr lang="fr-FR" dirty="0" sz="2000">
                <a:solidFill>
                  <a:srgbClr val="AF00DB"/>
                </a:solidFill>
                <a:latin typeface="Consolas" panose="020B0609020204030204" pitchFamily="49" charset="0"/>
              </a:rPr>
              <a:t>from sklearn.metrics import confusion_matrix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</a:p>
          <a:p>
            <a:pPr marL="457200" indent="-457200">
              <a:buFont typeface="+mj-lt"/>
              <a:buAutoNum type="arabicPeriod" startAt="40"/>
            </a:pPr>
            <a:r>
              <a:rPr lang="vi-VN" dirty="0" err="1" sz="2000">
                <a:solidFill>
                  <a:srgbClr val="000000"/>
                </a:solidFill>
                <a:latin typeface="Consolas" panose="020B0609020204030204" pitchFamily="49" charset="0"/>
              </a:rPr>
              <a:t>cm = confusion_matrix(y_test, classifier.predict(X_test))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</a:p>
          <a:p>
            <a:r>
              <a:rPr sz="2000">
                <a:solidFill>
                  <a:srgbClr val="000000"/>
                </a:solidFill>
                <a:latin typeface="Consolas"/>
              </a:rPr>
              <a:t>print(cm)</a:t>
            </a:r>
          </a:p>
        </p:txBody>
      </p:sp>
    </p:spTree>
    <p:extLst>
      <p:ext uri="{BB962C8B-B14F-4D97-AF65-F5344CB8AC3E}">
        <p14:creationId xmlns:p14="http://schemas.microsoft.com/office/powerpoint/2010/main" val="518765293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01FE9-BB2E-49B4-B0F1-3693843C0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trên </a:t>
            </a:r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test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95AD93-52A0-4D38-8C7C-5813D54C2C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Confusion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Matrix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in ra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Theo ma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trận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trên,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đúng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5+21=76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. </a:t>
                </a:r>
              </a:p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loại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sai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vi-VN" sz="28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+3=4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Tỉ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lệ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sai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/80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05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95AD93-52A0-4D38-8C7C-5813D54C2C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b="-377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04C35AC-FD6B-4911-AB9C-280EA13B059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267200" y="2308702"/>
              <a:ext cx="3276600" cy="15544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92200">
                      <a:extLst>
                        <a:ext uri="{9D8B030D-6E8A-4147-A177-3AD203B41FA5}">
                          <a16:colId xmlns:a16="http://schemas.microsoft.com/office/drawing/2014/main" val="4171667629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523946260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1766665144"/>
                        </a:ext>
                      </a:extLst>
                    </a:gridCol>
                  </a:tblGrid>
                  <a:tr h="43180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6580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mpd="sng">
                          <a:noFill/>
                        </a:lnT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41710761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03763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04C35AC-FD6B-4911-AB9C-280EA13B05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0520304"/>
                  </p:ext>
                </p:extLst>
              </p:nvPr>
            </p:nvGraphicFramePr>
            <p:xfrm>
              <a:off x="4267200" y="2308702"/>
              <a:ext cx="3276600" cy="15544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92200">
                      <a:extLst>
                        <a:ext uri="{9D8B030D-6E8A-4147-A177-3AD203B41FA5}">
                          <a16:colId xmlns:a16="http://schemas.microsoft.com/office/drawing/2014/main" val="4171667629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523946260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1766665144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658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mpd="sng">
                          <a:noFill/>
                        </a:lnT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556" t="-110465" r="-101667" b="-131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676" t="-110465" r="-2235" b="-1313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171076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556" t="-212941" r="-101667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676" t="-212941" r="-2235" b="-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037639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05861788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87E84A-3B19-4FF8-969F-5C38D9EFB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trên </a:t>
            </a:r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test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B145C5-2FC6-4997-B32D-879CA6F44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 err="1">
                <a:solidFill>
                  <a:srgbClr val="0066FF"/>
                </a:solidFill>
              </a:rPr>
              <a:t>Thực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hiện</a:t>
            </a:r>
            <a:r>
              <a:rPr lang="en-US" sz="2800" dirty="0">
                <a:solidFill>
                  <a:srgbClr val="0066FF"/>
                </a:solidFill>
              </a:rPr>
              <a:t> t</a:t>
            </a:r>
            <a:r>
              <a:rPr lang="vi-VN" sz="2800" dirty="0">
                <a:solidFill>
                  <a:srgbClr val="0066FF"/>
                </a:solidFill>
              </a:rPr>
              <a:t>ư</a:t>
            </a:r>
            <a:r>
              <a:rPr lang="en-US" sz="2800" dirty="0" err="1">
                <a:solidFill>
                  <a:srgbClr val="0066FF"/>
                </a:solidFill>
              </a:rPr>
              <a:t>ơng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tự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trực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quan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hóa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kết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quả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mô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hình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trên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tập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traning</a:t>
            </a:r>
            <a:r>
              <a:rPr lang="en-US" sz="2800" dirty="0">
                <a:solidFill>
                  <a:srgbClr val="0066FF"/>
                </a:solidFill>
              </a:rPr>
              <a:t>.</a:t>
            </a:r>
          </a:p>
          <a:p>
            <a:pPr algn="just"/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 startAt="42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VisualizingResult(classifier, X_test)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</a:p>
          <a:p>
            <a:pPr marL="457200" indent="-457200">
              <a:buFont typeface="+mj-lt"/>
              <a:buAutoNum type="arabicPeriod" startAt="42"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VisualizingDataset(X_test, y_test)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</a:p>
          <a:p>
            <a:pPr marL="457200" indent="-457200">
              <a:buFont typeface="+mj-lt"/>
              <a:buAutoNum type="arabicPeriod" startAt="42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vi-VN" sz="3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46220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87E84A-3B19-4FF8-969F-5C38D9EFB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4800" kern="1200" dirty="0" err="1">
                <a:latin typeface="+mj-lt"/>
                <a:ea typeface="+mj-ea"/>
                <a:cs typeface="+mj-cs"/>
              </a:rPr>
              <a:t>Kiểm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tra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kết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quả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trên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tập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test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06D7CD71-CC0A-4469-881E-AF5AE0A088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1223778"/>
            <a:ext cx="6629400" cy="48184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C37B588-7CF0-4805-BCDC-11DF65D1CD0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229600" y="2078519"/>
              <a:ext cx="3276600" cy="15544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92200">
                      <a:extLst>
                        <a:ext uri="{9D8B030D-6E8A-4147-A177-3AD203B41FA5}">
                          <a16:colId xmlns:a16="http://schemas.microsoft.com/office/drawing/2014/main" val="4171667629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523946260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1766665144"/>
                        </a:ext>
                      </a:extLst>
                    </a:gridCol>
                  </a:tblGrid>
                  <a:tr h="43180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6580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mpd="sng">
                          <a:noFill/>
                        </a:lnT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41710761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03763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C37B588-7CF0-4805-BCDC-11DF65D1CD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5156409"/>
                  </p:ext>
                </p:extLst>
              </p:nvPr>
            </p:nvGraphicFramePr>
            <p:xfrm>
              <a:off x="8229600" y="2078519"/>
              <a:ext cx="3276600" cy="15544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92200">
                      <a:extLst>
                        <a:ext uri="{9D8B030D-6E8A-4147-A177-3AD203B41FA5}">
                          <a16:colId xmlns:a16="http://schemas.microsoft.com/office/drawing/2014/main" val="4171667629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523946260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1766665144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658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mpd="sng">
                          <a:noFill/>
                        </a:lnT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556" t="-110465" r="-101667" b="-131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676" t="-110465" r="-2235" b="-1313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171076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556" t="-212941" r="-101667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676" t="-212941" r="-2235" b="-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037639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92819245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87E84A-3B19-4FF8-969F-5C38D9EFB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 wrap="square">
            <a:normAutofit/>
          </a:bodyPr>
          <a:lstStyle/>
          <a:p>
            <a:pPr eaLnBrk="1" hangingPunct="1">
              <a:lnSpc>
                <a:spcPct val="90000"/>
              </a:lnSpc>
              <a:defRPr sz="2800" b="1">
                <a:solidFill>
                  <a:srgbClr val="002060"/>
                </a:solidFill>
                <a:latin typeface="Calibri"/>
              </a:defRPr>
            </a:pPr>
            <a:r>
              <a:t>Kiểm tra kết quả: Tổng Kết Thuật Toán &amp; Câu Hỏi Thảo Luận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4540C1-FAA8-42E9-B0B2-2EFA782BC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71600"/>
            <a:ext cx="10972800" cy="4937760"/>
          </a:xfrm>
        </p:spPr>
        <p:txBody>
          <a:bodyPr wrap="square"/>
          <a:lstStyle/>
          <a:p>
            <a:pPr algn="just"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1. Đặc tính thuật toán K-Nearest Neighbors (Lazy Learner):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Không có pha huấn luyện tường minh: Thuật toán chỉ lưu toàn bộ tập huấn luyện vào bộ nhớ.</a:t>
            </a:r>
          </a:p>
          <a:p>
            <a:pPr>
              <a:spcAft>
                <a:spcPts val="300"/>
              </a:spcAft>
              <a:defRPr sz="1500" b="1">
                <a:solidFill>
                  <a:srgbClr val="282828"/>
                </a:solidFill>
                <a:latin typeface="Calibri"/>
              </a:defRPr>
            </a:pPr>
            <a:r>
              <a:t>• Chi phí tính toán dồn vào pha dự đoán: Mỗi khi có mẫu mới, phải tính khoảng cách tới toàn bộ N điểm dữ liệu.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2. Câu hỏi tư duy dành cho học viên: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Tại sao đối với KNN, việc Chuẩn hóa đặc trưng (StandardScaler) lại là BẮT BUỘC tuyệt đối?</a:t>
            </a:r>
          </a:p>
          <a:p>
            <a:pPr>
              <a:spcAft>
                <a:spcPts val="200"/>
              </a:spcAft>
              <a:defRPr sz="1200" b="0">
                <a:solidFill>
                  <a:srgbClr val="146428"/>
                </a:solidFill>
                <a:latin typeface="Consolas"/>
              </a:defRPr>
            </a:pPr>
            <a:r>
              <a:t>• Gợi ý: Nếu không chuẩn hóa, chênh lệch mức lương ($15,000 - $150,000) sẽ hoàn toàn lấn át biến Độ tuổi (18 - 60) trong công thức khoảng cách Euclidean!</a:t>
            </a:r>
          </a:p>
        </p:txBody>
      </p:sp>
    </p:spTree>
    <p:extLst>
      <p:ext uri="{BB962C8B-B14F-4D97-AF65-F5344CB8AC3E}">
        <p14:creationId xmlns:p14="http://schemas.microsoft.com/office/powerpoint/2010/main" val="2303035216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87E84A-3B19-4FF8-969F-5C38D9EFB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4800" kern="1200" dirty="0" err="1">
                <a:latin typeface="+mj-lt"/>
                <a:ea typeface="+mj-ea"/>
                <a:cs typeface="+mj-cs"/>
              </a:rPr>
              <a:t>Kiểm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tra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kết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quả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trên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tập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D4540C1-FAA8-42E9-B0B2-2EFA782BCA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Gọi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thực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hiện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hàm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so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sánh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trên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chỉ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mục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từ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thứ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đến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kiểm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thử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endParaRPr lang="vi-VN" sz="28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pPr marL="514350" indent="-514350">
                  <a:buFont typeface="+mj-lt"/>
                  <a:buAutoNum type="arabicPeriod" startAt="51"/>
                </a:pPr>
                <a:r>
                  <a:rPr lang="en-US" dirty="0">
                    <a:solidFill>
                      <a:srgbClr val="AF00DB"/>
                    </a:solidFill>
                    <a:latin typeface="Consolas" panose="020B0609020204030204" pitchFamily="49" charset="0"/>
                  </a:rPr>
                  <a:t>for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en-US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in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en-US" dirty="0">
                    <a:solidFill>
                      <a:srgbClr val="795E26"/>
                    </a:solidFill>
                    <a:latin typeface="Consolas" panose="020B0609020204030204" pitchFamily="49" charset="0"/>
                  </a:rPr>
                  <a:t>range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en-US" dirty="0">
                    <a:solidFill>
                      <a:srgbClr val="09885A"/>
                    </a:solidFill>
                    <a:latin typeface="Consolas" panose="020B0609020204030204" pitchFamily="49" charset="0"/>
                  </a:rPr>
                  <a:t>7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, </a:t>
                </a:r>
                <a:r>
                  <a:rPr lang="en-US" dirty="0">
                    <a:solidFill>
                      <a:srgbClr val="09885A"/>
                    </a:solidFill>
                    <a:latin typeface="Consolas" panose="020B0609020204030204" pitchFamily="49" charset="0"/>
                  </a:rPr>
                  <a:t>12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):</a:t>
                </a:r>
              </a:p>
              <a:p>
                <a:pPr marL="514350" indent="-514350">
                  <a:buFont typeface="+mj-lt"/>
                  <a:buAutoNum type="arabicPeriod" startAt="51"/>
                </a:pP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   </a:t>
                </a:r>
                <a:r>
                  <a:rPr lang="vi-VN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compare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(i)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D4540C1-FAA8-42E9-B0B2-2EFA782BCA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0591225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87E84A-3B19-4FF8-969F-5C38D9EFB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4800" kern="1200" dirty="0" err="1">
                <a:latin typeface="+mj-lt"/>
                <a:ea typeface="+mj-ea"/>
                <a:cs typeface="+mj-cs"/>
              </a:rPr>
              <a:t>Kiểm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tra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kết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quả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trên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tập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3">
                <a:extLst>
                  <a:ext uri="{FF2B5EF4-FFF2-40B4-BE49-F238E27FC236}">
                    <a16:creationId xmlns:a16="http://schemas.microsoft.com/office/drawing/2014/main" id="{ECC9B8FD-DF83-49A2-98AF-3CB75CF1DBE8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676398" y="1661160"/>
              <a:ext cx="8839200" cy="35356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3600337692"/>
                        </a:ext>
                      </a:extLst>
                    </a:gridCol>
                    <a:gridCol w="2164080">
                      <a:extLst>
                        <a:ext uri="{9D8B030D-6E8A-4147-A177-3AD203B41FA5}">
                          <a16:colId xmlns:a16="http://schemas.microsoft.com/office/drawing/2014/main" val="3658340494"/>
                        </a:ext>
                      </a:extLst>
                    </a:gridCol>
                    <a:gridCol w="2133600">
                      <a:extLst>
                        <a:ext uri="{9D8B030D-6E8A-4147-A177-3AD203B41FA5}">
                          <a16:colId xmlns:a16="http://schemas.microsoft.com/office/drawing/2014/main" val="1278605173"/>
                        </a:ext>
                      </a:extLst>
                    </a:gridCol>
                    <a:gridCol w="2895600">
                      <a:extLst>
                        <a:ext uri="{9D8B030D-6E8A-4147-A177-3AD203B41FA5}">
                          <a16:colId xmlns:a16="http://schemas.microsoft.com/office/drawing/2014/main" val="422024879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Age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Estimated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Purchased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Predicted</a:t>
                          </a:r>
                          <a:r>
                            <a:rPr lang="vi-VN" sz="28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Purchased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15625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36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44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53479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1906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47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43,000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4643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2353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28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2262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3">
                <a:extLst>
                  <a:ext uri="{FF2B5EF4-FFF2-40B4-BE49-F238E27FC236}">
                    <a16:creationId xmlns:a16="http://schemas.microsoft.com/office/drawing/2014/main" id="{ECC9B8FD-DF83-49A2-98AF-3CB75CF1DBE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39477727"/>
                  </p:ext>
                </p:extLst>
              </p:nvPr>
            </p:nvGraphicFramePr>
            <p:xfrm>
              <a:off x="1676398" y="1661160"/>
              <a:ext cx="8839200" cy="35356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3600337692"/>
                        </a:ext>
                      </a:extLst>
                    </a:gridCol>
                    <a:gridCol w="2164080">
                      <a:extLst>
                        <a:ext uri="{9D8B030D-6E8A-4147-A177-3AD203B41FA5}">
                          <a16:colId xmlns:a16="http://schemas.microsoft.com/office/drawing/2014/main" val="3658340494"/>
                        </a:ext>
                      </a:extLst>
                    </a:gridCol>
                    <a:gridCol w="2133600">
                      <a:extLst>
                        <a:ext uri="{9D8B030D-6E8A-4147-A177-3AD203B41FA5}">
                          <a16:colId xmlns:a16="http://schemas.microsoft.com/office/drawing/2014/main" val="1278605173"/>
                        </a:ext>
                      </a:extLst>
                    </a:gridCol>
                    <a:gridCol w="2895600">
                      <a:extLst>
                        <a:ext uri="{9D8B030D-6E8A-4147-A177-3AD203B41FA5}">
                          <a16:colId xmlns:a16="http://schemas.microsoft.com/office/drawing/2014/main" val="4220248793"/>
                        </a:ext>
                      </a:extLst>
                    </a:gridCol>
                  </a:tblGrid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Age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Estimated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Purchased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Predicted</a:t>
                          </a:r>
                          <a:r>
                            <a:rPr lang="vi-VN" sz="28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Purchased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156256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0" t="-194118" r="-439259" b="-4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338" t="-194118" r="-234085" b="-4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348" t="-194118" r="-136752" b="-4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5684" t="-194118" r="-1053" b="-40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534797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0" t="-290698" r="-439259" b="-2988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338" t="-290698" r="-234085" b="-2988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348" t="-290698" r="-136752" b="-2988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5684" t="-290698" r="-1053" b="-2988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190605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0" t="-395294" r="-439259" b="-2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338" t="-395294" r="-234085" b="-2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348" t="-395294" r="-136752" b="-2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5684" t="-395294" r="-1053" b="-20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46435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0" t="-495294" r="-439259" b="-1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338" t="-495294" r="-234085" b="-1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348" t="-495294" r="-136752" b="-1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5684" t="-495294" r="-1053" b="-10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235378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0" t="-595294" r="-439259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338" t="-595294" r="-234085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348" t="-595294" r="-136752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5684" t="-595294" r="-1053" b="-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22626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74567206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1A1E3B-52AC-4848-9A3B-814D413CE4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/>
              <a:t>Chúc các bạn học tốt</a:t>
            </a:r>
            <a:br>
              <a:rPr lang="en-US" sz="4000">
                <a:solidFill>
                  <a:srgbClr val="0066FF"/>
                </a:solidFill>
              </a:rPr>
            </a:br>
            <a:r>
              <a:rPr lang="en-US" sz="3200">
                <a:solidFill>
                  <a:srgbClr val="0066FF"/>
                </a:solidFill>
              </a:rPr>
              <a:t>TRƯỜNG ĐẠI HỌC CÔNG NGHỆ THÔNG TIN TP.HCM</a:t>
            </a:r>
            <a:br>
              <a:rPr lang="en-US" sz="3200">
                <a:solidFill>
                  <a:srgbClr val="0066FF"/>
                </a:solidFill>
              </a:rPr>
            </a:br>
            <a:br>
              <a:rPr lang="en-US" sz="3200">
                <a:solidFill>
                  <a:srgbClr val="0066FF"/>
                </a:solidFill>
              </a:rPr>
            </a:br>
            <a:r>
              <a:rPr lang="en-US" sz="4000"/>
              <a:t>Nhóm UIT-Together</a:t>
            </a:r>
            <a:br>
              <a:rPr lang="en-US" sz="4000">
                <a:solidFill>
                  <a:srgbClr val="0066FF"/>
                </a:solidFill>
              </a:rPr>
            </a:br>
            <a:r>
              <a:rPr lang="en-US" sz="4000">
                <a:solidFill>
                  <a:srgbClr val="0066FF"/>
                </a:solidFill>
              </a:rPr>
              <a:t>Nguyễn Tấn Trần Minh Khang</a:t>
            </a:r>
          </a:p>
        </p:txBody>
      </p:sp>
    </p:spTree>
    <p:extLst>
      <p:ext uri="{BB962C8B-B14F-4D97-AF65-F5344CB8AC3E}">
        <p14:creationId xmlns:p14="http://schemas.microsoft.com/office/powerpoint/2010/main" val="265189452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14697</TotalTime>
  <Words>2372</Words>
  <Application>Microsoft Office PowerPoint</Application>
  <PresentationFormat>Widescreen</PresentationFormat>
  <Paragraphs>391</Paragraphs>
  <Slides>66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1" baseType="lpstr">
      <vt:lpstr>Arial</vt:lpstr>
      <vt:lpstr>Cambria Math</vt:lpstr>
      <vt:lpstr>Consolas</vt:lpstr>
      <vt:lpstr>Courier New</vt:lpstr>
      <vt:lpstr>Default Design</vt:lpstr>
      <vt:lpstr>K NEAREST NEIGHBORS</vt:lpstr>
      <vt:lpstr>Nearest Neighbor Classifier</vt:lpstr>
      <vt:lpstr>Nearest Neighbor Classifier</vt:lpstr>
      <vt:lpstr>Nearest Neighbor Classifier</vt:lpstr>
      <vt:lpstr>EXAMPLE K-NN</vt:lpstr>
      <vt:lpstr>Nearest Neighbor Classifier</vt:lpstr>
      <vt:lpstr>Nearest Neighbor Classifier</vt:lpstr>
      <vt:lpstr>Nearest Neighbor Classifier</vt:lpstr>
      <vt:lpstr>1 – nearest neighbor</vt:lpstr>
      <vt:lpstr>1 – Nearest neighbor</vt:lpstr>
      <vt:lpstr>1 – Nearest neighbor</vt:lpstr>
      <vt:lpstr>1 – Nearest neighbor</vt:lpstr>
      <vt:lpstr>3 – Nearest neighbor</vt:lpstr>
      <vt:lpstr>3 – Nearest neighbor</vt:lpstr>
      <vt:lpstr>3 – Nearest neighbor</vt:lpstr>
      <vt:lpstr>3 – Nearest neighbor</vt:lpstr>
      <vt:lpstr>7 – Nearest neighbor</vt:lpstr>
      <vt:lpstr>7 – Nearest neighbor</vt:lpstr>
      <vt:lpstr>7 – Nearest neighbor</vt:lpstr>
      <vt:lpstr>9 – Nearest neighbor</vt:lpstr>
      <vt:lpstr>9 – Nearest neighbor</vt:lpstr>
      <vt:lpstr>9 – Nearest neighbor</vt:lpstr>
      <vt:lpstr>Các câu hỏi</vt:lpstr>
      <vt:lpstr>Các câu hỏi</vt:lpstr>
      <vt:lpstr>DATASET</vt:lpstr>
      <vt:lpstr>Dataset</vt:lpstr>
      <vt:lpstr>Dataset</vt:lpstr>
      <vt:lpstr>Dataset</vt:lpstr>
      <vt:lpstr>Dataset</vt:lpstr>
      <vt:lpstr>Tiền xử lý dữ liệu</vt:lpstr>
      <vt:lpstr>Tiền xử lý dữ liệu</vt:lpstr>
      <vt:lpstr>Tiền xử lý dữ liệu</vt:lpstr>
      <vt:lpstr>Tiền xử lý dữ liệu</vt:lpstr>
      <vt:lpstr>Trực quan hóa dữ liệu</vt:lpstr>
      <vt:lpstr>Trực quan hóa dữ liệu</vt:lpstr>
      <vt:lpstr>Trực quan hóa dữ liệu</vt:lpstr>
      <vt:lpstr>Trực quan hóa dữ liệu</vt:lpstr>
      <vt:lpstr>Trực quan hóa dữ liệu</vt:lpstr>
      <vt:lpstr>Trực quan hóa dữ liệu</vt:lpstr>
      <vt:lpstr>K Nearest Neighbors</vt:lpstr>
      <vt:lpstr>K Nearest Neighbors</vt:lpstr>
      <vt:lpstr>K Nearest Neighbors</vt:lpstr>
      <vt:lpstr>K Nearest Neighbors</vt:lpstr>
      <vt:lpstr>K Nearest Neighbors</vt:lpstr>
      <vt:lpstr>Huấn luyện mô hình</vt:lpstr>
      <vt:lpstr>Huấn luyện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Kiểm tra kết quả trên tập test</vt:lpstr>
      <vt:lpstr>Kiểm tra kết quả trên tập test</vt:lpstr>
      <vt:lpstr>Kiểm tra kết quả trên tập test</vt:lpstr>
      <vt:lpstr>Kiểm tra kết quả trên tập test</vt:lpstr>
      <vt:lpstr>Kiểm tra kết quả trên tập test</vt:lpstr>
      <vt:lpstr>Kiểm tra kết quả trên tập test</vt:lpstr>
      <vt:lpstr>Kiểm tra kết quả trên tập test</vt:lpstr>
      <vt:lpstr>Kiểm tra kết quả trên tập test</vt:lpstr>
      <vt:lpstr>Chúc các bạn học tốt TRƯỜNG ĐẠI HỌC CÔNG NGHỆ THÔNG TIN TP.HCM  Nhóm UIT-Together Nguyễn Tấn Trần Minh Khang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 cc</dc:title>
  <dc:creator>Hong</dc:creator>
  <cp:lastModifiedBy>Quan Chí Khánh An</cp:lastModifiedBy>
  <cp:revision>1325</cp:revision>
  <cp:lastPrinted>2013-08-30T01:32:34Z</cp:lastPrinted>
  <dcterms:created xsi:type="dcterms:W3CDTF">2008-06-14T04:13:27Z</dcterms:created>
  <dcterms:modified xsi:type="dcterms:W3CDTF">2023-10-17T15:51:22Z</dcterms:modified>
</cp:coreProperties>
</file>