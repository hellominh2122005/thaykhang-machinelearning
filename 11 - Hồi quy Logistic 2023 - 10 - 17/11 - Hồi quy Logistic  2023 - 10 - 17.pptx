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handoutMasters/handoutMaster1.xml" ContentType="application/vnd.openxmlformats-officedocument.presentationml.handoutMaster+xml"/>
  <Override PartName="/ppt/media/image7.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9"/>
  </p:notesMasterIdLst>
  <p:handoutMasterIdLst>
    <p:handoutMasterId r:id="rId50"/>
  </p:handoutMasterIdLst>
  <p:sldIdLst>
    <p:sldId id="328" r:id="rId2"/>
    <p:sldId id="387" r:id="rId3"/>
    <p:sldId id="388" r:id="rId4"/>
    <p:sldId id="329" r:id="rId5"/>
    <p:sldId id="330" r:id="rId6"/>
    <p:sldId id="331" r:id="rId7"/>
    <p:sldId id="332" r:id="rId8"/>
    <p:sldId id="389" r:id="rId9"/>
    <p:sldId id="333" r:id="rId10"/>
    <p:sldId id="334" r:id="rId11"/>
    <p:sldId id="335" r:id="rId12"/>
    <p:sldId id="336" r:id="rId13"/>
    <p:sldId id="337" r:id="rId14"/>
    <p:sldId id="338" r:id="rId15"/>
    <p:sldId id="368" r:id="rId16"/>
    <p:sldId id="360" r:id="rId17"/>
    <p:sldId id="361" r:id="rId18"/>
    <p:sldId id="370" r:id="rId19"/>
    <p:sldId id="344" r:id="rId20"/>
    <p:sldId id="345" r:id="rId21"/>
    <p:sldId id="346" r:id="rId22"/>
    <p:sldId id="362" r:id="rId23"/>
    <p:sldId id="347" r:id="rId24"/>
    <p:sldId id="371" r:id="rId25"/>
    <p:sldId id="372" r:id="rId26"/>
    <p:sldId id="342" r:id="rId27"/>
    <p:sldId id="343" r:id="rId28"/>
    <p:sldId id="348" r:id="rId29"/>
    <p:sldId id="357" r:id="rId30"/>
    <p:sldId id="358" r:id="rId31"/>
    <p:sldId id="349" r:id="rId32"/>
    <p:sldId id="365" r:id="rId33"/>
    <p:sldId id="350" r:id="rId34"/>
    <p:sldId id="373" r:id="rId35"/>
    <p:sldId id="374" r:id="rId36"/>
    <p:sldId id="375" r:id="rId37"/>
    <p:sldId id="376" r:id="rId38"/>
    <p:sldId id="351" r:id="rId39"/>
    <p:sldId id="352" r:id="rId40"/>
    <p:sldId id="366" r:id="rId41"/>
    <p:sldId id="378" r:id="rId42"/>
    <p:sldId id="355" r:id="rId43"/>
    <p:sldId id="356" r:id="rId44"/>
    <p:sldId id="379" r:id="rId45"/>
    <p:sldId id="380" r:id="rId46"/>
    <p:sldId id="381" r:id="rId47"/>
    <p:sldId id="273" r:id="rId48"/>
  </p:sldIdLst>
  <p:sldSz cx="12192000" cy="6858000"/>
  <p:notesSz cx="7315200" cy="9601200"/>
  <p:defaultTextStyle>
    <a:defPPr>
      <a:defRPr lang="en-US"/>
    </a:defPPr>
    <a:lvl1pPr algn="l" rtl="0" eaLnBrk="0" fontAlgn="base" hangingPunct="0">
      <a:spcBef>
        <a:spcPct val="0"/>
      </a:spcBef>
      <a:spcAft>
        <a:spcPct val="0"/>
      </a:spcAft>
      <a:defRPr kern="1200">
        <a:solidFill>
          <a:schemeClr val="tx1"/>
        </a:solidFill>
        <a:latin typeface="Arial" charset="0"/>
        <a:ea typeface="+mn-ea"/>
        <a:cs typeface="+mn-cs"/>
      </a:defRPr>
    </a:lvl1pPr>
    <a:lvl2pPr marL="457200" algn="l" rtl="0" eaLnBrk="0" fontAlgn="base" hangingPunct="0">
      <a:spcBef>
        <a:spcPct val="0"/>
      </a:spcBef>
      <a:spcAft>
        <a:spcPct val="0"/>
      </a:spcAft>
      <a:defRPr kern="1200">
        <a:solidFill>
          <a:schemeClr val="tx1"/>
        </a:solidFill>
        <a:latin typeface="Arial" charset="0"/>
        <a:ea typeface="+mn-ea"/>
        <a:cs typeface="+mn-cs"/>
      </a:defRPr>
    </a:lvl2pPr>
    <a:lvl3pPr marL="914400" algn="l" rtl="0" eaLnBrk="0" fontAlgn="base" hangingPunct="0">
      <a:spcBef>
        <a:spcPct val="0"/>
      </a:spcBef>
      <a:spcAft>
        <a:spcPct val="0"/>
      </a:spcAft>
      <a:defRPr kern="1200">
        <a:solidFill>
          <a:schemeClr val="tx1"/>
        </a:solidFill>
        <a:latin typeface="Arial" charset="0"/>
        <a:ea typeface="+mn-ea"/>
        <a:cs typeface="+mn-cs"/>
      </a:defRPr>
    </a:lvl3pPr>
    <a:lvl4pPr marL="1371600" algn="l" rtl="0" eaLnBrk="0" fontAlgn="base" hangingPunct="0">
      <a:spcBef>
        <a:spcPct val="0"/>
      </a:spcBef>
      <a:spcAft>
        <a:spcPct val="0"/>
      </a:spcAft>
      <a:defRPr kern="1200">
        <a:solidFill>
          <a:schemeClr val="tx1"/>
        </a:solidFill>
        <a:latin typeface="Arial" charset="0"/>
        <a:ea typeface="+mn-ea"/>
        <a:cs typeface="+mn-cs"/>
      </a:defRPr>
    </a:lvl4pPr>
    <a:lvl5pPr marL="1828800" algn="l" rtl="0" eaLnBrk="0" fontAlgn="base" hangingPunct="0">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66FF"/>
    <a:srgbClr val="000099"/>
    <a:srgbClr val="535386"/>
    <a:srgbClr val="008000"/>
    <a:srgbClr val="FF9933"/>
    <a:srgbClr val="FF0000"/>
    <a:srgbClr val="FF6600"/>
    <a:srgbClr val="66FFFF"/>
    <a:srgbClr val="FF3399"/>
    <a:srgbClr val="CC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8897" autoAdjust="0"/>
    <p:restoredTop sz="91124" autoAdjust="0"/>
  </p:normalViewPr>
  <p:slideViewPr>
    <p:cSldViewPr>
      <p:cViewPr varScale="1">
        <p:scale>
          <a:sx n="92" d="100"/>
          <a:sy n="92" d="100"/>
        </p:scale>
        <p:origin x="64" y="149"/>
      </p:cViewPr>
      <p:guideLst>
        <p:guide orient="horz" pos="2160"/>
        <p:guide pos="3840"/>
      </p:guideLst>
    </p:cSldViewPr>
  </p:slideViewPr>
  <p:notesTextViewPr>
    <p:cViewPr>
      <p:scale>
        <a:sx n="100" d="100"/>
        <a:sy n="100" d="100"/>
      </p:scale>
      <p:origin x="0" y="0"/>
    </p:cViewPr>
  </p:notesTextViewPr>
  <p:sorterViewPr>
    <p:cViewPr>
      <p:scale>
        <a:sx n="100" d="100"/>
        <a:sy n="100" d="100"/>
      </p:scale>
      <p:origin x="0" y="-29004"/>
    </p:cViewPr>
  </p:sorterViewPr>
  <p:notesViewPr>
    <p:cSldViewPr>
      <p:cViewPr varScale="1">
        <p:scale>
          <a:sx n="49" d="100"/>
          <a:sy n="49" d="100"/>
        </p:scale>
        <p:origin x="2668" y="48"/>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notesMaster" Target="notesMasters/notesMaster1.xml"/><Relationship Id="rId50" Type="http://schemas.openxmlformats.org/officeDocument/2006/relationships/handoutMaster" Target="handoutMasters/handoutMaster1.xml"/><Relationship Id="rId51" Type="http://schemas.openxmlformats.org/officeDocument/2006/relationships/presProps" Target="presProps.xml"/><Relationship Id="rId52" Type="http://schemas.openxmlformats.org/officeDocument/2006/relationships/viewProps" Target="viewProps.xml"/><Relationship Id="rId53" Type="http://schemas.openxmlformats.org/officeDocument/2006/relationships/theme" Target="theme/theme1.xml"/><Relationship Id="rId54"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170" name="Rectangle 2"/>
          <p:cNvSpPr>
            <a:spLocks noGrp="1" noChangeArrowheads="1"/>
          </p:cNvSpPr>
          <p:nvPr>
            <p:ph type="hdr" sz="quarter"/>
          </p:nvPr>
        </p:nvSpPr>
        <p:spPr bwMode="auto">
          <a:xfrm>
            <a:off x="0" y="0"/>
            <a:ext cx="3169920" cy="480060"/>
          </a:xfrm>
          <a:prstGeom prst="rect">
            <a:avLst/>
          </a:prstGeom>
          <a:noFill/>
          <a:ln w="9525">
            <a:noFill/>
            <a:miter lim="800000"/>
            <a:headEnd/>
            <a:tailEnd/>
          </a:ln>
          <a:effectLst/>
        </p:spPr>
        <p:txBody>
          <a:bodyPr vert="horz" wrap="square" lIns="96661" tIns="48331" rIns="96661" bIns="48331" numCol="1" anchor="t" anchorCtr="0" compatLnSpc="1">
            <a:prstTxWarp prst="textNoShape">
              <a:avLst/>
            </a:prstTxWarp>
          </a:bodyPr>
          <a:lstStyle>
            <a:lvl1pPr eaLnBrk="1" hangingPunct="1">
              <a:defRPr sz="1300">
                <a:latin typeface="Arial" charset="0"/>
              </a:defRPr>
            </a:lvl1pPr>
          </a:lstStyle>
          <a:p>
            <a:pPr>
              <a:defRPr/>
            </a:pPr>
            <a:endParaRPr lang="en-US"/>
          </a:p>
        </p:txBody>
      </p:sp>
      <p:sp>
        <p:nvSpPr>
          <p:cNvPr id="7171" name="Rectangle 3"/>
          <p:cNvSpPr>
            <a:spLocks noGrp="1" noChangeArrowheads="1"/>
          </p:cNvSpPr>
          <p:nvPr>
            <p:ph type="dt" sz="quarter" idx="1"/>
          </p:nvPr>
        </p:nvSpPr>
        <p:spPr bwMode="auto">
          <a:xfrm>
            <a:off x="4143587" y="0"/>
            <a:ext cx="3169920" cy="480060"/>
          </a:xfrm>
          <a:prstGeom prst="rect">
            <a:avLst/>
          </a:prstGeom>
          <a:noFill/>
          <a:ln w="9525">
            <a:noFill/>
            <a:miter lim="800000"/>
            <a:headEnd/>
            <a:tailEnd/>
          </a:ln>
          <a:effectLst/>
        </p:spPr>
        <p:txBody>
          <a:bodyPr vert="horz" wrap="square" lIns="96661" tIns="48331" rIns="96661" bIns="48331" numCol="1" anchor="t" anchorCtr="0" compatLnSpc="1">
            <a:prstTxWarp prst="textNoShape">
              <a:avLst/>
            </a:prstTxWarp>
          </a:bodyPr>
          <a:lstStyle>
            <a:lvl1pPr algn="r" eaLnBrk="1" hangingPunct="1">
              <a:defRPr sz="1300">
                <a:latin typeface="Arial" charset="0"/>
              </a:defRPr>
            </a:lvl1pPr>
          </a:lstStyle>
          <a:p>
            <a:pPr>
              <a:defRPr/>
            </a:pPr>
            <a:endParaRPr lang="en-US"/>
          </a:p>
        </p:txBody>
      </p:sp>
      <p:sp>
        <p:nvSpPr>
          <p:cNvPr id="7172" name="Rectangle 4"/>
          <p:cNvSpPr>
            <a:spLocks noGrp="1" noChangeArrowheads="1"/>
          </p:cNvSpPr>
          <p:nvPr>
            <p:ph type="ftr" sz="quarter" idx="2"/>
          </p:nvPr>
        </p:nvSpPr>
        <p:spPr bwMode="auto">
          <a:xfrm>
            <a:off x="0" y="9119474"/>
            <a:ext cx="3169920" cy="480060"/>
          </a:xfrm>
          <a:prstGeom prst="rect">
            <a:avLst/>
          </a:prstGeom>
          <a:noFill/>
          <a:ln w="9525">
            <a:noFill/>
            <a:miter lim="800000"/>
            <a:headEnd/>
            <a:tailEnd/>
          </a:ln>
          <a:effectLst/>
        </p:spPr>
        <p:txBody>
          <a:bodyPr vert="horz" wrap="square" lIns="96661" tIns="48331" rIns="96661" bIns="48331" numCol="1" anchor="b" anchorCtr="0" compatLnSpc="1">
            <a:prstTxWarp prst="textNoShape">
              <a:avLst/>
            </a:prstTxWarp>
          </a:bodyPr>
          <a:lstStyle>
            <a:lvl1pPr eaLnBrk="1" hangingPunct="1">
              <a:defRPr sz="1300">
                <a:latin typeface="Arial" charset="0"/>
              </a:defRPr>
            </a:lvl1pPr>
          </a:lstStyle>
          <a:p>
            <a:pPr>
              <a:defRPr/>
            </a:pPr>
            <a:endParaRPr lang="en-US"/>
          </a:p>
        </p:txBody>
      </p:sp>
      <p:sp>
        <p:nvSpPr>
          <p:cNvPr id="7173" name="Rectangle 5"/>
          <p:cNvSpPr>
            <a:spLocks noGrp="1" noChangeArrowheads="1"/>
          </p:cNvSpPr>
          <p:nvPr>
            <p:ph type="sldNum" sz="quarter" idx="3"/>
          </p:nvPr>
        </p:nvSpPr>
        <p:spPr bwMode="auto">
          <a:xfrm>
            <a:off x="4143587" y="9119474"/>
            <a:ext cx="3169920" cy="480060"/>
          </a:xfrm>
          <a:prstGeom prst="rect">
            <a:avLst/>
          </a:prstGeom>
          <a:noFill/>
          <a:ln w="9525">
            <a:noFill/>
            <a:miter lim="800000"/>
            <a:headEnd/>
            <a:tailEnd/>
          </a:ln>
          <a:effectLst/>
        </p:spPr>
        <p:txBody>
          <a:bodyPr vert="horz" wrap="square" lIns="96661" tIns="48331" rIns="96661" bIns="48331" numCol="1" anchor="b" anchorCtr="0" compatLnSpc="1">
            <a:prstTxWarp prst="textNoShape">
              <a:avLst/>
            </a:prstTxWarp>
          </a:bodyPr>
          <a:lstStyle>
            <a:lvl1pPr algn="r" eaLnBrk="1" hangingPunct="1">
              <a:defRPr sz="1300"/>
            </a:lvl1pPr>
          </a:lstStyle>
          <a:p>
            <a:pPr>
              <a:defRPr/>
            </a:pPr>
            <a:fld id="{49E2CB30-4184-4C1B-912F-A6AED0718E53}" type="slidenum">
              <a:rPr lang="en-US"/>
              <a:pPr>
                <a:defRPr/>
              </a:pPr>
              <a:t>‹#›</a:t>
            </a:fld>
            <a:endParaRPr lang="en-US"/>
          </a:p>
        </p:txBody>
      </p:sp>
    </p:spTree>
    <p:extLst>
      <p:ext uri="{BB962C8B-B14F-4D97-AF65-F5344CB8AC3E}">
        <p14:creationId xmlns:p14="http://schemas.microsoft.com/office/powerpoint/2010/main" val="134848663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22" name="Rectangle 2"/>
          <p:cNvSpPr>
            <a:spLocks noGrp="1" noChangeArrowheads="1"/>
          </p:cNvSpPr>
          <p:nvPr>
            <p:ph type="hdr" sz="quarter"/>
          </p:nvPr>
        </p:nvSpPr>
        <p:spPr bwMode="auto">
          <a:xfrm>
            <a:off x="0" y="0"/>
            <a:ext cx="3169920" cy="480060"/>
          </a:xfrm>
          <a:prstGeom prst="rect">
            <a:avLst/>
          </a:prstGeom>
          <a:noFill/>
          <a:ln w="9525">
            <a:noFill/>
            <a:miter lim="800000"/>
            <a:headEnd/>
            <a:tailEnd/>
          </a:ln>
          <a:effectLst/>
        </p:spPr>
        <p:txBody>
          <a:bodyPr vert="horz" wrap="square" lIns="96661" tIns="48331" rIns="96661" bIns="48331" numCol="1" anchor="t" anchorCtr="0" compatLnSpc="1">
            <a:prstTxWarp prst="textNoShape">
              <a:avLst/>
            </a:prstTxWarp>
          </a:bodyPr>
          <a:lstStyle>
            <a:lvl1pPr eaLnBrk="1" hangingPunct="1">
              <a:defRPr sz="1300">
                <a:latin typeface="Arial" charset="0"/>
              </a:defRPr>
            </a:lvl1pPr>
          </a:lstStyle>
          <a:p>
            <a:pPr>
              <a:defRPr/>
            </a:pPr>
            <a:endParaRPr lang="en-US"/>
          </a:p>
        </p:txBody>
      </p:sp>
      <p:sp>
        <p:nvSpPr>
          <p:cNvPr id="5123" name="Rectangle 3"/>
          <p:cNvSpPr>
            <a:spLocks noGrp="1" noChangeArrowheads="1"/>
          </p:cNvSpPr>
          <p:nvPr>
            <p:ph type="dt" idx="1"/>
          </p:nvPr>
        </p:nvSpPr>
        <p:spPr bwMode="auto">
          <a:xfrm>
            <a:off x="4143587" y="0"/>
            <a:ext cx="3169920" cy="480060"/>
          </a:xfrm>
          <a:prstGeom prst="rect">
            <a:avLst/>
          </a:prstGeom>
          <a:noFill/>
          <a:ln w="9525">
            <a:noFill/>
            <a:miter lim="800000"/>
            <a:headEnd/>
            <a:tailEnd/>
          </a:ln>
          <a:effectLst/>
        </p:spPr>
        <p:txBody>
          <a:bodyPr vert="horz" wrap="square" lIns="96661" tIns="48331" rIns="96661" bIns="48331" numCol="1" anchor="t" anchorCtr="0" compatLnSpc="1">
            <a:prstTxWarp prst="textNoShape">
              <a:avLst/>
            </a:prstTxWarp>
          </a:bodyPr>
          <a:lstStyle>
            <a:lvl1pPr algn="r" eaLnBrk="1" hangingPunct="1">
              <a:defRPr sz="1300">
                <a:latin typeface="Arial" charset="0"/>
              </a:defRPr>
            </a:lvl1pPr>
          </a:lstStyle>
          <a:p>
            <a:pPr>
              <a:defRPr/>
            </a:pPr>
            <a:endParaRPr lang="en-US"/>
          </a:p>
        </p:txBody>
      </p:sp>
      <p:sp>
        <p:nvSpPr>
          <p:cNvPr id="31748" name="Rectangle 4"/>
          <p:cNvSpPr>
            <a:spLocks noGrp="1" noRot="1" noChangeAspect="1" noChangeArrowheads="1" noTextEdit="1"/>
          </p:cNvSpPr>
          <p:nvPr>
            <p:ph type="sldImg" idx="2"/>
          </p:nvPr>
        </p:nvSpPr>
        <p:spPr bwMode="auto">
          <a:xfrm>
            <a:off x="457200" y="720725"/>
            <a:ext cx="6400800" cy="360045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125" name="Rectangle 5"/>
          <p:cNvSpPr>
            <a:spLocks noGrp="1" noChangeArrowheads="1"/>
          </p:cNvSpPr>
          <p:nvPr>
            <p:ph type="body" sz="quarter" idx="3"/>
          </p:nvPr>
        </p:nvSpPr>
        <p:spPr bwMode="auto">
          <a:xfrm>
            <a:off x="731520" y="4560570"/>
            <a:ext cx="5852160" cy="4320540"/>
          </a:xfrm>
          <a:prstGeom prst="rect">
            <a:avLst/>
          </a:prstGeom>
          <a:noFill/>
          <a:ln w="9525">
            <a:noFill/>
            <a:miter lim="800000"/>
            <a:headEnd/>
            <a:tailEnd/>
          </a:ln>
          <a:effectLst/>
        </p:spPr>
        <p:txBody>
          <a:bodyPr vert="horz" wrap="square" lIns="96661" tIns="48331" rIns="96661" bIns="48331"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126" name="Rectangle 6"/>
          <p:cNvSpPr>
            <a:spLocks noGrp="1" noChangeArrowheads="1"/>
          </p:cNvSpPr>
          <p:nvPr>
            <p:ph type="ftr" sz="quarter" idx="4"/>
          </p:nvPr>
        </p:nvSpPr>
        <p:spPr bwMode="auto">
          <a:xfrm>
            <a:off x="0" y="9119474"/>
            <a:ext cx="3169920" cy="480060"/>
          </a:xfrm>
          <a:prstGeom prst="rect">
            <a:avLst/>
          </a:prstGeom>
          <a:noFill/>
          <a:ln w="9525">
            <a:noFill/>
            <a:miter lim="800000"/>
            <a:headEnd/>
            <a:tailEnd/>
          </a:ln>
          <a:effectLst/>
        </p:spPr>
        <p:txBody>
          <a:bodyPr vert="horz" wrap="square" lIns="96661" tIns="48331" rIns="96661" bIns="48331" numCol="1" anchor="b" anchorCtr="0" compatLnSpc="1">
            <a:prstTxWarp prst="textNoShape">
              <a:avLst/>
            </a:prstTxWarp>
          </a:bodyPr>
          <a:lstStyle>
            <a:lvl1pPr eaLnBrk="1" hangingPunct="1">
              <a:defRPr sz="1300">
                <a:latin typeface="Arial" charset="0"/>
              </a:defRPr>
            </a:lvl1pPr>
          </a:lstStyle>
          <a:p>
            <a:pPr>
              <a:defRPr/>
            </a:pPr>
            <a:endParaRPr lang="en-US"/>
          </a:p>
        </p:txBody>
      </p:sp>
      <p:sp>
        <p:nvSpPr>
          <p:cNvPr id="5127" name="Rectangle 7"/>
          <p:cNvSpPr>
            <a:spLocks noGrp="1" noChangeArrowheads="1"/>
          </p:cNvSpPr>
          <p:nvPr>
            <p:ph type="sldNum" sz="quarter" idx="5"/>
          </p:nvPr>
        </p:nvSpPr>
        <p:spPr bwMode="auto">
          <a:xfrm>
            <a:off x="4143587" y="9119474"/>
            <a:ext cx="3169920" cy="480060"/>
          </a:xfrm>
          <a:prstGeom prst="rect">
            <a:avLst/>
          </a:prstGeom>
          <a:noFill/>
          <a:ln w="9525">
            <a:noFill/>
            <a:miter lim="800000"/>
            <a:headEnd/>
            <a:tailEnd/>
          </a:ln>
          <a:effectLst/>
        </p:spPr>
        <p:txBody>
          <a:bodyPr vert="horz" wrap="square" lIns="96661" tIns="48331" rIns="96661" bIns="48331" numCol="1" anchor="b" anchorCtr="0" compatLnSpc="1">
            <a:prstTxWarp prst="textNoShape">
              <a:avLst/>
            </a:prstTxWarp>
          </a:bodyPr>
          <a:lstStyle>
            <a:lvl1pPr algn="r" eaLnBrk="1" hangingPunct="1">
              <a:defRPr sz="1300"/>
            </a:lvl1pPr>
          </a:lstStyle>
          <a:p>
            <a:pPr>
              <a:defRPr/>
            </a:pPr>
            <a:fld id="{95859DDC-9015-4B39-98F8-9F9A698DFEA6}" type="slidenum">
              <a:rPr lang="en-US"/>
              <a:pPr>
                <a:defRPr/>
              </a:pPr>
              <a:t>‹#›</a:t>
            </a:fld>
            <a:endParaRPr lang="en-US"/>
          </a:p>
        </p:txBody>
      </p:sp>
    </p:spTree>
    <p:extLst>
      <p:ext uri="{BB962C8B-B14F-4D97-AF65-F5344CB8AC3E}">
        <p14:creationId xmlns:p14="http://schemas.microsoft.com/office/powerpoint/2010/main" val="3990862811"/>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720725"/>
            <a:ext cx="6400800" cy="360045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95859DDC-9015-4B39-98F8-9F9A698DFEA6}" type="slidenum">
              <a:rPr lang="en-US" smtClean="0"/>
              <a:pPr>
                <a:defRPr/>
              </a:pPr>
              <a:t>1</a:t>
            </a:fld>
            <a:endParaRPr lang="en-US"/>
          </a:p>
        </p:txBody>
      </p:sp>
    </p:spTree>
    <p:extLst>
      <p:ext uri="{BB962C8B-B14F-4D97-AF65-F5344CB8AC3E}">
        <p14:creationId xmlns:p14="http://schemas.microsoft.com/office/powerpoint/2010/main" val="408973193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0"/>
        <p:cNvGrpSpPr/>
        <p:nvPr/>
      </p:nvGrpSpPr>
      <p:grpSpPr>
        <a:xfrm>
          <a:off x="0" y="0"/>
          <a:ext cx="0" cy="0"/>
          <a:chOff x="0" y="0"/>
          <a:chExt cx="0" cy="0"/>
        </a:xfrm>
      </p:grpSpPr>
      <p:sp>
        <p:nvSpPr>
          <p:cNvPr id="531" name="Google Shape;531;p50:notes"/>
          <p:cNvSpPr txBox="1">
            <a:spLocks noGrp="1"/>
          </p:cNvSpPr>
          <p:nvPr>
            <p:ph type="body" idx="1"/>
          </p:nvPr>
        </p:nvSpPr>
        <p:spPr>
          <a:xfrm>
            <a:off x="731520" y="4560570"/>
            <a:ext cx="5852160" cy="4320540"/>
          </a:xfrm>
          <a:prstGeom prst="rect">
            <a:avLst/>
          </a:prstGeom>
        </p:spPr>
        <p:txBody>
          <a:bodyPr spcFirstLastPara="1" wrap="square" lIns="96645" tIns="48309" rIns="96645" bIns="48309" anchor="t" anchorCtr="0">
            <a:noAutofit/>
          </a:bodyPr>
          <a:lstStyle/>
          <a:p>
            <a:pPr>
              <a:spcBef>
                <a:spcPts val="381"/>
              </a:spcBef>
              <a:spcAft>
                <a:spcPts val="0"/>
              </a:spcAft>
            </a:pPr>
            <a:endParaRPr/>
          </a:p>
        </p:txBody>
      </p:sp>
      <p:sp>
        <p:nvSpPr>
          <p:cNvPr id="532" name="Google Shape;532;p50:notes"/>
          <p:cNvSpPr>
            <a:spLocks noGrp="1" noRot="1" noChangeAspect="1"/>
          </p:cNvSpPr>
          <p:nvPr>
            <p:ph type="sldImg" idx="2"/>
          </p:nvPr>
        </p:nvSpPr>
        <p:spPr>
          <a:xfrm>
            <a:off x="457200" y="720725"/>
            <a:ext cx="6400800" cy="36004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lvl1pPr>
              <a:defRPr>
                <a:solidFill>
                  <a:srgbClr val="FF0000"/>
                </a:solidFill>
              </a:defRPr>
            </a:lvl1pPr>
          </a:lstStyle>
          <a:p>
            <a:r>
              <a:rPr lang="en-US"/>
              <a:t>Click to edit Master title style</a:t>
            </a:r>
            <a:endParaRPr lang="vi-VN"/>
          </a:p>
        </p:txBody>
      </p:sp>
      <p:sp>
        <p:nvSpPr>
          <p:cNvPr id="3" name="Subtitle 2"/>
          <p:cNvSpPr>
            <a:spLocks noGrp="1"/>
          </p:cNvSpPr>
          <p:nvPr>
            <p:ph type="subTitle" idx="1"/>
          </p:nvPr>
        </p:nvSpPr>
        <p:spPr>
          <a:xfrm>
            <a:off x="1828800" y="3886200"/>
            <a:ext cx="85344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endParaRPr lang="vi-VN"/>
          </a:p>
        </p:txBody>
      </p:sp>
      <p:sp>
        <p:nvSpPr>
          <p:cNvPr id="4" name="Rectangle 4"/>
          <p:cNvSpPr>
            <a:spLocks noGrp="1" noChangeArrowheads="1"/>
          </p:cNvSpPr>
          <p:nvPr>
            <p:ph type="dt" sz="half" idx="10"/>
          </p:nvPr>
        </p:nvSpPr>
        <p:spPr>
          <a:xfrm>
            <a:off x="609600" y="6245225"/>
            <a:ext cx="2844800" cy="476250"/>
          </a:xfrm>
          <a:prstGeom prst="rect">
            <a:avLst/>
          </a:prstGeom>
          <a:ln/>
        </p:spPr>
        <p:txBody>
          <a:bodyPr/>
          <a:lstStyle>
            <a:lvl1pPr>
              <a:defRPr/>
            </a:lvl1pPr>
          </a:lstStyle>
          <a:p>
            <a:pPr>
              <a:defRPr/>
            </a:pPr>
            <a:fld id="{E06228A5-DE51-45EB-A51E-AC7C60465EA1}" type="datetime1">
              <a:rPr lang="en-US" smtClean="0"/>
              <a:t>10/17/2023</a:t>
            </a:fld>
            <a:endParaRPr lang="en-US"/>
          </a:p>
        </p:txBody>
      </p:sp>
      <p:sp>
        <p:nvSpPr>
          <p:cNvPr id="5" name="Rectangle 5"/>
          <p:cNvSpPr>
            <a:spLocks noGrp="1" noChangeArrowheads="1"/>
          </p:cNvSpPr>
          <p:nvPr>
            <p:ph type="ftr" sz="quarter" idx="11"/>
          </p:nvPr>
        </p:nvSpPr>
        <p:spPr>
          <a:xfrm>
            <a:off x="4165600" y="6245225"/>
            <a:ext cx="3860800" cy="476250"/>
          </a:xfrm>
          <a:prstGeom prst="rect">
            <a:avLst/>
          </a:prstGeom>
          <a:ln/>
        </p:spPr>
        <p:txBody>
          <a:bodyPr/>
          <a:lstStyle>
            <a:lvl1pPr>
              <a:defRPr/>
            </a:lvl1pPr>
          </a:lstStyle>
          <a:p>
            <a:pPr>
              <a:defRPr/>
            </a:pPr>
            <a:r>
              <a:rPr lang="en-US"/>
              <a:t>Trang</a:t>
            </a:r>
          </a:p>
        </p:txBody>
      </p:sp>
    </p:spTree>
    <p:extLst>
      <p:ext uri="{BB962C8B-B14F-4D97-AF65-F5344CB8AC3E}">
        <p14:creationId xmlns:p14="http://schemas.microsoft.com/office/powerpoint/2010/main" val="4056157480"/>
      </p:ext>
    </p:extLst>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lvl1pPr>
              <a:defRPr>
                <a:solidFill>
                  <a:srgbClr val="FF0000"/>
                </a:solidFill>
              </a:defRPr>
            </a:lvl1pPr>
          </a:lstStyle>
          <a:p>
            <a:r>
              <a:rPr lang="en-US"/>
              <a:t>Click to edit Master title style</a:t>
            </a:r>
            <a:endParaRPr lang="vi-VN"/>
          </a:p>
        </p:txBody>
      </p:sp>
      <p:sp>
        <p:nvSpPr>
          <p:cNvPr id="4" name="Rectangle 4"/>
          <p:cNvSpPr>
            <a:spLocks noGrp="1" noChangeArrowheads="1"/>
          </p:cNvSpPr>
          <p:nvPr>
            <p:ph type="dt" sz="half" idx="10"/>
          </p:nvPr>
        </p:nvSpPr>
        <p:spPr>
          <a:xfrm>
            <a:off x="609600" y="6245225"/>
            <a:ext cx="2844800" cy="476250"/>
          </a:xfrm>
          <a:prstGeom prst="rect">
            <a:avLst/>
          </a:prstGeom>
          <a:ln/>
        </p:spPr>
        <p:txBody>
          <a:bodyPr/>
          <a:lstStyle>
            <a:lvl1pPr>
              <a:defRPr/>
            </a:lvl1pPr>
          </a:lstStyle>
          <a:p>
            <a:pPr>
              <a:defRPr/>
            </a:pPr>
            <a:fld id="{E06228A5-DE51-45EB-A51E-AC7C60465EA1}" type="datetime1">
              <a:rPr lang="en-US" smtClean="0"/>
              <a:t>10/17/2023</a:t>
            </a:fld>
            <a:endParaRPr lang="en-US"/>
          </a:p>
        </p:txBody>
      </p:sp>
      <p:sp>
        <p:nvSpPr>
          <p:cNvPr id="5" name="Rectangle 5"/>
          <p:cNvSpPr>
            <a:spLocks noGrp="1" noChangeArrowheads="1"/>
          </p:cNvSpPr>
          <p:nvPr>
            <p:ph type="ftr" sz="quarter" idx="11"/>
          </p:nvPr>
        </p:nvSpPr>
        <p:spPr>
          <a:xfrm>
            <a:off x="4165600" y="6245225"/>
            <a:ext cx="3860800" cy="476250"/>
          </a:xfrm>
          <a:prstGeom prst="rect">
            <a:avLst/>
          </a:prstGeom>
          <a:ln/>
        </p:spPr>
        <p:txBody>
          <a:bodyPr/>
          <a:lstStyle>
            <a:lvl1pPr>
              <a:defRPr/>
            </a:lvl1pPr>
          </a:lstStyle>
          <a:p>
            <a:pPr>
              <a:defRPr/>
            </a:pPr>
            <a:r>
              <a:rPr lang="en-US"/>
              <a:t>Trang</a:t>
            </a:r>
          </a:p>
        </p:txBody>
      </p:sp>
      <p:sp>
        <p:nvSpPr>
          <p:cNvPr id="8" name="Content Placeholder 7">
            <a:extLst>
              <a:ext uri="{FF2B5EF4-FFF2-40B4-BE49-F238E27FC236}">
                <a16:creationId xmlns:a16="http://schemas.microsoft.com/office/drawing/2014/main" id="{85ECD57B-8953-404B-916A-A293790A969C}"/>
              </a:ext>
            </a:extLst>
          </p:cNvPr>
          <p:cNvSpPr>
            <a:spLocks noGrp="1"/>
          </p:cNvSpPr>
          <p:nvPr>
            <p:ph sz="quarter" idx="12"/>
          </p:nvPr>
        </p:nvSpPr>
        <p:spPr>
          <a:xfrm>
            <a:off x="6113252" y="3886200"/>
            <a:ext cx="6078748" cy="1752600"/>
          </a:xfrm>
        </p:spPr>
        <p:txBody>
          <a:bodyPr/>
          <a:lstStyle>
            <a:lvl1pPr marL="457200" indent="-457200">
              <a:buFont typeface="+mj-lt"/>
              <a:buAutoNum type="arabicPeriod"/>
              <a:defRPr sz="2400"/>
            </a:lvl1pPr>
          </a:lstStyle>
          <a:p>
            <a:pPr lvl="0"/>
            <a:r>
              <a:rPr lang="en-US"/>
              <a:t>Click to edit Master text styles</a:t>
            </a:r>
          </a:p>
        </p:txBody>
      </p:sp>
      <p:sp>
        <p:nvSpPr>
          <p:cNvPr id="11" name="Content Placeholder 7">
            <a:extLst>
              <a:ext uri="{FF2B5EF4-FFF2-40B4-BE49-F238E27FC236}">
                <a16:creationId xmlns:a16="http://schemas.microsoft.com/office/drawing/2014/main" id="{2807CFBA-96BC-41B7-B1E8-81E4609FC59B}"/>
              </a:ext>
            </a:extLst>
          </p:cNvPr>
          <p:cNvSpPr>
            <a:spLocks noGrp="1"/>
          </p:cNvSpPr>
          <p:nvPr>
            <p:ph sz="quarter" idx="13"/>
          </p:nvPr>
        </p:nvSpPr>
        <p:spPr>
          <a:xfrm>
            <a:off x="0" y="3886200"/>
            <a:ext cx="6096000" cy="1752600"/>
          </a:xfrm>
        </p:spPr>
        <p:txBody>
          <a:bodyPr/>
          <a:lstStyle>
            <a:lvl1pPr marL="457200" indent="-457200">
              <a:buFont typeface="+mj-lt"/>
              <a:buAutoNum type="arabicPeriod"/>
              <a:defRPr sz="2400"/>
            </a:lvl1pPr>
          </a:lstStyle>
          <a:p>
            <a:pPr lvl="0"/>
            <a:r>
              <a:rPr lang="en-US"/>
              <a:t>Click to edit Master text styles</a:t>
            </a:r>
          </a:p>
        </p:txBody>
      </p:sp>
    </p:spTree>
    <p:extLst>
      <p:ext uri="{BB962C8B-B14F-4D97-AF65-F5344CB8AC3E}">
        <p14:creationId xmlns:p14="http://schemas.microsoft.com/office/powerpoint/2010/main" val="274285959"/>
      </p:ext>
    </p:extLst>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1"/>
            </a:lvl1pPr>
          </a:lstStyle>
          <a:p>
            <a:r>
              <a:rPr lang="en-US"/>
              <a:t>Click to edit Master title style</a:t>
            </a:r>
            <a:endParaRPr lang="vi-VN"/>
          </a:p>
        </p:txBody>
      </p:sp>
      <p:sp>
        <p:nvSpPr>
          <p:cNvPr id="3" name="Content Placeholder 2"/>
          <p:cNvSpPr>
            <a:spLocks noGrp="1"/>
          </p:cNvSpPr>
          <p:nvPr>
            <p:ph idx="1"/>
          </p:nvPr>
        </p:nvSpPr>
        <p:spPr/>
        <p:txBody>
          <a:bodyPr/>
          <a:lstStyle>
            <a:lvl1pPr>
              <a:defRPr sz="2400"/>
            </a:lvl1pPr>
            <a:lvl2pPr>
              <a:defRPr sz="2400"/>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4" name="Rectangle 4"/>
          <p:cNvSpPr>
            <a:spLocks noGrp="1" noChangeArrowheads="1"/>
          </p:cNvSpPr>
          <p:nvPr>
            <p:ph type="dt" sz="half" idx="10"/>
          </p:nvPr>
        </p:nvSpPr>
        <p:spPr>
          <a:xfrm>
            <a:off x="609600" y="6245225"/>
            <a:ext cx="2844800" cy="476250"/>
          </a:xfrm>
          <a:prstGeom prst="rect">
            <a:avLst/>
          </a:prstGeom>
          <a:ln/>
        </p:spPr>
        <p:txBody>
          <a:bodyPr/>
          <a:lstStyle>
            <a:lvl1pPr>
              <a:defRPr/>
            </a:lvl1pPr>
          </a:lstStyle>
          <a:p>
            <a:pPr>
              <a:defRPr/>
            </a:pPr>
            <a:fld id="{FF7459F9-7608-4E7E-AF0C-31D775524873}" type="datetime1">
              <a:rPr lang="en-US" smtClean="0"/>
              <a:t>10/17/2023</a:t>
            </a:fld>
            <a:endParaRPr lang="en-US"/>
          </a:p>
        </p:txBody>
      </p:sp>
      <p:sp>
        <p:nvSpPr>
          <p:cNvPr id="5" name="Rectangle 5"/>
          <p:cNvSpPr>
            <a:spLocks noGrp="1" noChangeArrowheads="1"/>
          </p:cNvSpPr>
          <p:nvPr>
            <p:ph type="ftr" sz="quarter" idx="11"/>
          </p:nvPr>
        </p:nvSpPr>
        <p:spPr>
          <a:xfrm>
            <a:off x="4165600" y="6245225"/>
            <a:ext cx="3860800" cy="476250"/>
          </a:xfrm>
          <a:prstGeom prst="rect">
            <a:avLst/>
          </a:prstGeom>
          <a:ln/>
        </p:spPr>
        <p:txBody>
          <a:bodyPr/>
          <a:lstStyle>
            <a:lvl1pPr>
              <a:defRPr/>
            </a:lvl1pPr>
          </a:lstStyle>
          <a:p>
            <a:pPr>
              <a:defRPr/>
            </a:pPr>
            <a:r>
              <a:rPr lang="en-US"/>
              <a:t>Trang</a:t>
            </a:r>
          </a:p>
        </p:txBody>
      </p:sp>
    </p:spTree>
    <p:extLst>
      <p:ext uri="{BB962C8B-B14F-4D97-AF65-F5344CB8AC3E}">
        <p14:creationId xmlns:p14="http://schemas.microsoft.com/office/powerpoint/2010/main" val="1765536986"/>
      </p:ext>
    </p:extLst>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3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1"/>
            </a:lvl1pPr>
          </a:lstStyle>
          <a:p>
            <a:r>
              <a:rPr lang="en-US"/>
              <a:t>Click to edit Master title style</a:t>
            </a:r>
            <a:endParaRPr lang="vi-VN"/>
          </a:p>
        </p:txBody>
      </p:sp>
      <p:sp>
        <p:nvSpPr>
          <p:cNvPr id="3" name="Content Placeholder 2"/>
          <p:cNvSpPr>
            <a:spLocks noGrp="1"/>
          </p:cNvSpPr>
          <p:nvPr>
            <p:ph idx="1"/>
          </p:nvPr>
        </p:nvSpPr>
        <p:spPr>
          <a:xfrm>
            <a:off x="609600" y="1600201"/>
            <a:ext cx="10972800" cy="838199"/>
          </a:xfrm>
        </p:spPr>
        <p:txBody>
          <a:bodyPr/>
          <a:lstStyle>
            <a:lvl1pPr>
              <a:defRPr sz="2400"/>
            </a:lvl1pPr>
            <a:lvl2pPr>
              <a:defRPr sz="2400"/>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4" name="Rectangle 4"/>
          <p:cNvSpPr>
            <a:spLocks noGrp="1" noChangeArrowheads="1"/>
          </p:cNvSpPr>
          <p:nvPr>
            <p:ph type="dt" sz="half" idx="10"/>
          </p:nvPr>
        </p:nvSpPr>
        <p:spPr>
          <a:xfrm>
            <a:off x="609600" y="6245225"/>
            <a:ext cx="2844800" cy="476250"/>
          </a:xfrm>
          <a:prstGeom prst="rect">
            <a:avLst/>
          </a:prstGeom>
          <a:ln/>
        </p:spPr>
        <p:txBody>
          <a:bodyPr/>
          <a:lstStyle>
            <a:lvl1pPr>
              <a:defRPr/>
            </a:lvl1pPr>
          </a:lstStyle>
          <a:p>
            <a:pPr>
              <a:defRPr/>
            </a:pPr>
            <a:fld id="{FF7459F9-7608-4E7E-AF0C-31D775524873}" type="datetime1">
              <a:rPr lang="en-US" smtClean="0"/>
              <a:t>10/17/2023</a:t>
            </a:fld>
            <a:endParaRPr lang="en-US"/>
          </a:p>
        </p:txBody>
      </p:sp>
      <p:sp>
        <p:nvSpPr>
          <p:cNvPr id="5" name="Rectangle 5"/>
          <p:cNvSpPr>
            <a:spLocks noGrp="1" noChangeArrowheads="1"/>
          </p:cNvSpPr>
          <p:nvPr>
            <p:ph type="ftr" sz="quarter" idx="11"/>
          </p:nvPr>
        </p:nvSpPr>
        <p:spPr>
          <a:xfrm>
            <a:off x="4165600" y="6245225"/>
            <a:ext cx="3860800" cy="476250"/>
          </a:xfrm>
          <a:prstGeom prst="rect">
            <a:avLst/>
          </a:prstGeom>
          <a:ln/>
        </p:spPr>
        <p:txBody>
          <a:bodyPr/>
          <a:lstStyle>
            <a:lvl1pPr>
              <a:defRPr/>
            </a:lvl1pPr>
          </a:lstStyle>
          <a:p>
            <a:pPr>
              <a:defRPr/>
            </a:pPr>
            <a:r>
              <a:rPr lang="en-US"/>
              <a:t>Trang</a:t>
            </a:r>
          </a:p>
        </p:txBody>
      </p:sp>
    </p:spTree>
    <p:extLst>
      <p:ext uri="{BB962C8B-B14F-4D97-AF65-F5344CB8AC3E}">
        <p14:creationId xmlns:p14="http://schemas.microsoft.com/office/powerpoint/2010/main" val="1526738733"/>
      </p:ext>
    </p:extLst>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0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1"/>
            </a:lvl1pPr>
          </a:lstStyle>
          <a:p>
            <a:r>
              <a:rPr lang="en-US"/>
              <a:t>Click to edit Master title style</a:t>
            </a:r>
            <a:endParaRPr lang="vi-VN"/>
          </a:p>
        </p:txBody>
      </p:sp>
      <p:sp>
        <p:nvSpPr>
          <p:cNvPr id="3" name="Content Placeholder 2"/>
          <p:cNvSpPr>
            <a:spLocks noGrp="1"/>
          </p:cNvSpPr>
          <p:nvPr>
            <p:ph idx="1"/>
          </p:nvPr>
        </p:nvSpPr>
        <p:spPr>
          <a:xfrm>
            <a:off x="609600" y="1600201"/>
            <a:ext cx="8610600" cy="4525963"/>
          </a:xfrm>
        </p:spPr>
        <p:txBody>
          <a:bodyPr/>
          <a:lstStyle>
            <a:lvl1pPr algn="just">
              <a:defRPr sz="3200"/>
            </a:lvl1pPr>
            <a:lvl2pPr>
              <a:defRPr sz="3200"/>
            </a:lvl2pPr>
            <a:lvl3pPr>
              <a:defRPr sz="3200"/>
            </a:lvl3pPr>
            <a:lvl4pPr>
              <a:defRPr sz="2800"/>
            </a:lvl4pPr>
            <a:lvl5pPr>
              <a:defRPr sz="2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4" name="Rectangle 4"/>
          <p:cNvSpPr>
            <a:spLocks noGrp="1" noChangeArrowheads="1"/>
          </p:cNvSpPr>
          <p:nvPr>
            <p:ph type="dt" sz="half" idx="10"/>
          </p:nvPr>
        </p:nvSpPr>
        <p:spPr>
          <a:xfrm>
            <a:off x="609600" y="6245225"/>
            <a:ext cx="2844800" cy="476250"/>
          </a:xfrm>
          <a:prstGeom prst="rect">
            <a:avLst/>
          </a:prstGeom>
          <a:ln/>
        </p:spPr>
        <p:txBody>
          <a:bodyPr/>
          <a:lstStyle>
            <a:lvl1pPr>
              <a:defRPr/>
            </a:lvl1pPr>
          </a:lstStyle>
          <a:p>
            <a:pPr>
              <a:defRPr/>
            </a:pPr>
            <a:fld id="{FF7459F9-7608-4E7E-AF0C-31D775524873}" type="datetime1">
              <a:rPr lang="en-US" smtClean="0"/>
              <a:t>10/17/2023</a:t>
            </a:fld>
            <a:endParaRPr lang="en-US"/>
          </a:p>
        </p:txBody>
      </p:sp>
      <p:sp>
        <p:nvSpPr>
          <p:cNvPr id="5" name="Rectangle 5"/>
          <p:cNvSpPr>
            <a:spLocks noGrp="1" noChangeArrowheads="1"/>
          </p:cNvSpPr>
          <p:nvPr>
            <p:ph type="ftr" sz="quarter" idx="11"/>
          </p:nvPr>
        </p:nvSpPr>
        <p:spPr>
          <a:xfrm>
            <a:off x="4165600" y="6245225"/>
            <a:ext cx="3860800" cy="476250"/>
          </a:xfrm>
          <a:prstGeom prst="rect">
            <a:avLst/>
          </a:prstGeom>
          <a:ln/>
        </p:spPr>
        <p:txBody>
          <a:bodyPr/>
          <a:lstStyle>
            <a:lvl1pPr>
              <a:defRPr/>
            </a:lvl1pPr>
          </a:lstStyle>
          <a:p>
            <a:pPr>
              <a:defRPr/>
            </a:pPr>
            <a:r>
              <a:rPr lang="en-US"/>
              <a:t>Trang</a:t>
            </a:r>
          </a:p>
        </p:txBody>
      </p:sp>
      <p:sp>
        <p:nvSpPr>
          <p:cNvPr id="6" name="Content Placeholder 2">
            <a:extLst>
              <a:ext uri="{FF2B5EF4-FFF2-40B4-BE49-F238E27FC236}">
                <a16:creationId xmlns:a16="http://schemas.microsoft.com/office/drawing/2014/main" id="{72215DFE-C786-4C03-A1F8-74645480087D}"/>
              </a:ext>
            </a:extLst>
          </p:cNvPr>
          <p:cNvSpPr>
            <a:spLocks noGrp="1"/>
          </p:cNvSpPr>
          <p:nvPr>
            <p:ph idx="12"/>
          </p:nvPr>
        </p:nvSpPr>
        <p:spPr>
          <a:xfrm>
            <a:off x="9220200" y="1600200"/>
            <a:ext cx="2362200" cy="4525963"/>
          </a:xfrm>
        </p:spPr>
        <p:txBody>
          <a:bodyPr/>
          <a:lstStyle>
            <a:lvl1pPr>
              <a:defRPr sz="2400"/>
            </a:lvl1pPr>
            <a:lvl2pPr>
              <a:defRPr sz="2400"/>
            </a:lvl2pPr>
          </a:lstStyle>
          <a:p>
            <a:pPr lvl="0"/>
            <a:r>
              <a:rPr lang="en-US"/>
              <a:t>Click to edit Master text styles</a:t>
            </a:r>
          </a:p>
        </p:txBody>
      </p:sp>
    </p:spTree>
    <p:extLst>
      <p:ext uri="{BB962C8B-B14F-4D97-AF65-F5344CB8AC3E}">
        <p14:creationId xmlns:p14="http://schemas.microsoft.com/office/powerpoint/2010/main" val="2322547086"/>
      </p:ext>
    </p:extLst>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vi-VN"/>
          </a:p>
        </p:txBody>
      </p:sp>
      <p:sp>
        <p:nvSpPr>
          <p:cNvPr id="3" name="Content Placeholder 2"/>
          <p:cNvSpPr>
            <a:spLocks noGrp="1"/>
          </p:cNvSpPr>
          <p:nvPr>
            <p:ph idx="1"/>
          </p:nvPr>
        </p:nvSpPr>
        <p:spPr>
          <a:xfrm>
            <a:off x="609600" y="1600202"/>
            <a:ext cx="10972800" cy="3352799"/>
          </a:xfrm>
        </p:spPr>
        <p:txBody>
          <a:bodyPr/>
          <a:lstStyle>
            <a:lvl1pPr>
              <a:defRPr sz="2400"/>
            </a:lvl1pPr>
            <a:lvl2pPr>
              <a:defRPr sz="2400"/>
            </a:lvl2pPr>
            <a:lvl3pPr>
              <a:defRPr sz="2000"/>
            </a:lvl3pPr>
            <a:lvl4pPr>
              <a:defRPr sz="1800"/>
            </a:lvl4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Date Placeholder 4"/>
          <p:cNvSpPr>
            <a:spLocks noGrp="1" noChangeArrowheads="1"/>
          </p:cNvSpPr>
          <p:nvPr>
            <p:ph type="dt" sz="half" idx="14"/>
          </p:nvPr>
        </p:nvSpPr>
        <p:spPr>
          <a:xfrm>
            <a:off x="609600" y="6245225"/>
            <a:ext cx="2844800" cy="476250"/>
          </a:xfrm>
          <a:prstGeom prst="rect">
            <a:avLst/>
          </a:prstGeom>
          <a:ln/>
        </p:spPr>
        <p:txBody>
          <a:bodyPr/>
          <a:lstStyle>
            <a:lvl1pPr>
              <a:defRPr/>
            </a:lvl1pPr>
          </a:lstStyle>
          <a:p>
            <a:pPr>
              <a:defRPr/>
            </a:pPr>
            <a:fld id="{811DB780-8063-410B-88BC-AD4AA3925B34}" type="datetime1">
              <a:rPr lang="en-US" smtClean="0"/>
              <a:t>10/17/2023</a:t>
            </a:fld>
            <a:endParaRPr lang="en-US"/>
          </a:p>
        </p:txBody>
      </p:sp>
      <p:sp>
        <p:nvSpPr>
          <p:cNvPr id="6" name="Footer Placeholder 5"/>
          <p:cNvSpPr>
            <a:spLocks noGrp="1" noChangeArrowheads="1"/>
          </p:cNvSpPr>
          <p:nvPr>
            <p:ph type="ftr" sz="quarter" idx="15"/>
          </p:nvPr>
        </p:nvSpPr>
        <p:spPr>
          <a:xfrm>
            <a:off x="4165600" y="6245225"/>
            <a:ext cx="3860800" cy="476250"/>
          </a:xfrm>
          <a:prstGeom prst="rect">
            <a:avLst/>
          </a:prstGeom>
          <a:ln/>
        </p:spPr>
        <p:txBody>
          <a:bodyPr/>
          <a:lstStyle>
            <a:lvl1pPr>
              <a:defRPr/>
            </a:lvl1pPr>
          </a:lstStyle>
          <a:p>
            <a:pPr>
              <a:defRPr/>
            </a:pPr>
            <a:r>
              <a:rPr lang="en-US"/>
              <a:t>Trang</a:t>
            </a:r>
          </a:p>
        </p:txBody>
      </p:sp>
      <p:sp>
        <p:nvSpPr>
          <p:cNvPr id="8" name="Content Placeholder 2">
            <a:extLst>
              <a:ext uri="{FF2B5EF4-FFF2-40B4-BE49-F238E27FC236}">
                <a16:creationId xmlns:a16="http://schemas.microsoft.com/office/drawing/2014/main" id="{96160E72-CB3B-4B35-B991-A52F0E9D9B5B}"/>
              </a:ext>
            </a:extLst>
          </p:cNvPr>
          <p:cNvSpPr>
            <a:spLocks noGrp="1"/>
          </p:cNvSpPr>
          <p:nvPr>
            <p:ph idx="16" hasCustomPrompt="1"/>
          </p:nvPr>
        </p:nvSpPr>
        <p:spPr>
          <a:xfrm>
            <a:off x="609600" y="5134896"/>
            <a:ext cx="10972800" cy="990600"/>
          </a:xfrm>
        </p:spPr>
        <p:txBody>
          <a:bodyPr/>
          <a:lstStyle>
            <a:lvl1pPr>
              <a:defRPr sz="2400"/>
            </a:lvl1pPr>
            <a:lvl2pPr>
              <a:defRPr sz="2400"/>
            </a:lvl2pPr>
            <a:lvl3pPr>
              <a:defRPr sz="2000"/>
            </a:lvl3pPr>
            <a:lvl4pPr>
              <a:defRPr sz="1800"/>
            </a:lvl4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149570494"/>
      </p:ext>
    </p:extLst>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vi-VN"/>
          </a:p>
        </p:txBody>
      </p:sp>
      <p:sp>
        <p:nvSpPr>
          <p:cNvPr id="3" name="Content Placeholder 2"/>
          <p:cNvSpPr>
            <a:spLocks noGrp="1"/>
          </p:cNvSpPr>
          <p:nvPr>
            <p:ph idx="1"/>
          </p:nvPr>
        </p:nvSpPr>
        <p:spPr>
          <a:xfrm>
            <a:off x="609600" y="1600202"/>
            <a:ext cx="10972800" cy="4286862"/>
          </a:xfrm>
        </p:spPr>
        <p:txBody>
          <a:bodyPr/>
          <a:lstStyle>
            <a:lvl1pPr>
              <a:defRPr sz="2400"/>
            </a:lvl1pPr>
            <a:lvl2pPr>
              <a:defRPr sz="2400"/>
            </a:lvl2pPr>
            <a:lvl3pPr>
              <a:defRPr sz="2000"/>
            </a:lvl3pPr>
            <a:lvl4pPr>
              <a:defRPr sz="1800"/>
            </a:lvl4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Date Placeholder 4"/>
          <p:cNvSpPr>
            <a:spLocks noGrp="1" noChangeArrowheads="1"/>
          </p:cNvSpPr>
          <p:nvPr>
            <p:ph type="dt" sz="half" idx="14"/>
          </p:nvPr>
        </p:nvSpPr>
        <p:spPr>
          <a:xfrm>
            <a:off x="609600" y="6245225"/>
            <a:ext cx="2844800" cy="476250"/>
          </a:xfrm>
          <a:prstGeom prst="rect">
            <a:avLst/>
          </a:prstGeom>
          <a:ln/>
        </p:spPr>
        <p:txBody>
          <a:bodyPr/>
          <a:lstStyle>
            <a:lvl1pPr>
              <a:defRPr/>
            </a:lvl1pPr>
          </a:lstStyle>
          <a:p>
            <a:pPr>
              <a:defRPr/>
            </a:pPr>
            <a:fld id="{811DB780-8063-410B-88BC-AD4AA3925B34}" type="datetime1">
              <a:rPr lang="en-US" smtClean="0"/>
              <a:t>10/17/2023</a:t>
            </a:fld>
            <a:endParaRPr lang="en-US"/>
          </a:p>
        </p:txBody>
      </p:sp>
      <p:sp>
        <p:nvSpPr>
          <p:cNvPr id="6" name="Footer Placeholder 5"/>
          <p:cNvSpPr>
            <a:spLocks noGrp="1" noChangeArrowheads="1"/>
          </p:cNvSpPr>
          <p:nvPr>
            <p:ph type="ftr" sz="quarter" idx="15"/>
          </p:nvPr>
        </p:nvSpPr>
        <p:spPr>
          <a:xfrm>
            <a:off x="4165600" y="6245225"/>
            <a:ext cx="3860800" cy="476250"/>
          </a:xfrm>
          <a:prstGeom prst="rect">
            <a:avLst/>
          </a:prstGeom>
          <a:ln/>
        </p:spPr>
        <p:txBody>
          <a:bodyPr/>
          <a:lstStyle>
            <a:lvl1pPr>
              <a:defRPr/>
            </a:lvl1pPr>
          </a:lstStyle>
          <a:p>
            <a:pPr>
              <a:defRPr/>
            </a:pPr>
            <a:r>
              <a:rPr lang="en-US"/>
              <a:t>Trang</a:t>
            </a:r>
          </a:p>
        </p:txBody>
      </p:sp>
      <p:sp>
        <p:nvSpPr>
          <p:cNvPr id="8" name="Content Placeholder 2">
            <a:extLst>
              <a:ext uri="{FF2B5EF4-FFF2-40B4-BE49-F238E27FC236}">
                <a16:creationId xmlns:a16="http://schemas.microsoft.com/office/drawing/2014/main" id="{96160E72-CB3B-4B35-B991-A52F0E9D9B5B}"/>
              </a:ext>
            </a:extLst>
          </p:cNvPr>
          <p:cNvSpPr>
            <a:spLocks noGrp="1"/>
          </p:cNvSpPr>
          <p:nvPr>
            <p:ph idx="16" hasCustomPrompt="1"/>
          </p:nvPr>
        </p:nvSpPr>
        <p:spPr>
          <a:xfrm>
            <a:off x="609600" y="5887064"/>
            <a:ext cx="10972800" cy="258096"/>
          </a:xfrm>
        </p:spPr>
        <p:txBody>
          <a:bodyPr/>
          <a:lstStyle>
            <a:lvl1pPr>
              <a:defRPr sz="1600">
                <a:latin typeface="Courier New" panose="02070309020205020404" pitchFamily="49" charset="0"/>
                <a:cs typeface="Courier New" panose="02070309020205020404" pitchFamily="49" charset="0"/>
              </a:defRPr>
            </a:lvl1pPr>
            <a:lvl2pPr>
              <a:defRPr sz="2400"/>
            </a:lvl2pPr>
            <a:lvl3pPr>
              <a:defRPr sz="2000"/>
            </a:lvl3pPr>
            <a:lvl4pPr>
              <a:defRPr sz="1800"/>
            </a:lvl4pPr>
          </a:lstStyle>
          <a:p>
            <a:pPr lvl="0"/>
            <a:r>
              <a:rPr lang="en-US"/>
              <a:t>Click to edit Master text styles</a:t>
            </a:r>
          </a:p>
        </p:txBody>
      </p:sp>
    </p:spTree>
    <p:extLst>
      <p:ext uri="{BB962C8B-B14F-4D97-AF65-F5344CB8AC3E}">
        <p14:creationId xmlns:p14="http://schemas.microsoft.com/office/powerpoint/2010/main" val="1605361444"/>
      </p:ext>
    </p:extLst>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endParaRPr lang="vi-VN"/>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p:cNvSpPr>
            <a:spLocks noGrp="1" noChangeArrowheads="1"/>
          </p:cNvSpPr>
          <p:nvPr>
            <p:ph type="dt" sz="half" idx="10"/>
          </p:nvPr>
        </p:nvSpPr>
        <p:spPr>
          <a:xfrm>
            <a:off x="609600" y="6245225"/>
            <a:ext cx="2844800" cy="476250"/>
          </a:xfrm>
          <a:prstGeom prst="rect">
            <a:avLst/>
          </a:prstGeom>
          <a:ln/>
        </p:spPr>
        <p:txBody>
          <a:bodyPr/>
          <a:lstStyle>
            <a:lvl1pPr>
              <a:defRPr/>
            </a:lvl1pPr>
          </a:lstStyle>
          <a:p>
            <a:pPr>
              <a:defRPr/>
            </a:pPr>
            <a:fld id="{710B3D5E-27DF-4C36-B508-84F53F5E9CA0}" type="datetime1">
              <a:rPr lang="en-US" smtClean="0"/>
              <a:t>10/17/2023</a:t>
            </a:fld>
            <a:endParaRPr lang="en-US"/>
          </a:p>
        </p:txBody>
      </p:sp>
      <p:sp>
        <p:nvSpPr>
          <p:cNvPr id="5" name="Rectangle 5"/>
          <p:cNvSpPr>
            <a:spLocks noGrp="1" noChangeArrowheads="1"/>
          </p:cNvSpPr>
          <p:nvPr>
            <p:ph type="ftr" sz="quarter" idx="11"/>
          </p:nvPr>
        </p:nvSpPr>
        <p:spPr>
          <a:xfrm>
            <a:off x="4165600" y="6245225"/>
            <a:ext cx="3860800" cy="476250"/>
          </a:xfrm>
          <a:prstGeom prst="rect">
            <a:avLst/>
          </a:prstGeom>
          <a:ln/>
        </p:spPr>
        <p:txBody>
          <a:bodyPr/>
          <a:lstStyle>
            <a:lvl1pPr>
              <a:defRPr/>
            </a:lvl1pPr>
          </a:lstStyle>
          <a:p>
            <a:pPr>
              <a:defRPr/>
            </a:pPr>
            <a:r>
              <a:rPr lang="en-US"/>
              <a:t>Trang</a:t>
            </a:r>
          </a:p>
        </p:txBody>
      </p:sp>
    </p:spTree>
    <p:extLst>
      <p:ext uri="{BB962C8B-B14F-4D97-AF65-F5344CB8AC3E}">
        <p14:creationId xmlns:p14="http://schemas.microsoft.com/office/powerpoint/2010/main" val="3701271873"/>
      </p:ext>
    </p:extLst>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Two Content">
    <p:spTree>
      <p:nvGrpSpPr>
        <p:cNvPr id="1" name=""/>
        <p:cNvGrpSpPr/>
        <p:nvPr/>
      </p:nvGrpSpPr>
      <p:grpSpPr>
        <a:xfrm>
          <a:off x="0" y="0"/>
          <a:ext cx="0" cy="0"/>
          <a:chOff x="0" y="0"/>
          <a:chExt cx="0" cy="0"/>
        </a:xfrm>
      </p:grpSpPr>
      <p:sp>
        <p:nvSpPr>
          <p:cNvPr id="4" name="Content Placeholder 3"/>
          <p:cNvSpPr>
            <a:spLocks noGrp="1"/>
          </p:cNvSpPr>
          <p:nvPr>
            <p:ph sz="half" idx="2"/>
          </p:nvPr>
        </p:nvSpPr>
        <p:spPr>
          <a:xfrm>
            <a:off x="6197600" y="1066801"/>
            <a:ext cx="5994400" cy="5059363"/>
          </a:xfrm>
        </p:spPr>
        <p:txBody>
          <a:bodyPr/>
          <a:lstStyle>
            <a:lvl1pPr>
              <a:defRPr sz="24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5" name="Date Placeholder 4"/>
          <p:cNvSpPr>
            <a:spLocks noGrp="1" noChangeArrowheads="1"/>
          </p:cNvSpPr>
          <p:nvPr>
            <p:ph type="dt" sz="half" idx="10"/>
          </p:nvPr>
        </p:nvSpPr>
        <p:spPr>
          <a:xfrm>
            <a:off x="609600" y="6245225"/>
            <a:ext cx="2844800" cy="476250"/>
          </a:xfrm>
          <a:prstGeom prst="rect">
            <a:avLst/>
          </a:prstGeom>
          <a:ln/>
        </p:spPr>
        <p:txBody>
          <a:bodyPr/>
          <a:lstStyle>
            <a:lvl1pPr>
              <a:defRPr/>
            </a:lvl1pPr>
          </a:lstStyle>
          <a:p>
            <a:pPr>
              <a:defRPr/>
            </a:pPr>
            <a:fld id="{40D93FF4-33B5-438C-8DD9-E29AB6BB8043}" type="datetime1">
              <a:rPr lang="en-US" smtClean="0"/>
              <a:t>10/17/2023</a:t>
            </a:fld>
            <a:endParaRPr lang="en-US"/>
          </a:p>
        </p:txBody>
      </p:sp>
      <p:sp>
        <p:nvSpPr>
          <p:cNvPr id="6" name="Footer Placeholder 5"/>
          <p:cNvSpPr>
            <a:spLocks noGrp="1" noChangeArrowheads="1"/>
          </p:cNvSpPr>
          <p:nvPr>
            <p:ph type="ftr" sz="quarter" idx="11"/>
          </p:nvPr>
        </p:nvSpPr>
        <p:spPr>
          <a:xfrm>
            <a:off x="4165600" y="6245225"/>
            <a:ext cx="3860800" cy="476250"/>
          </a:xfrm>
          <a:prstGeom prst="rect">
            <a:avLst/>
          </a:prstGeom>
          <a:ln/>
        </p:spPr>
        <p:txBody>
          <a:bodyPr/>
          <a:lstStyle>
            <a:lvl1pPr>
              <a:defRPr/>
            </a:lvl1pPr>
          </a:lstStyle>
          <a:p>
            <a:pPr>
              <a:defRPr/>
            </a:pPr>
            <a:r>
              <a:rPr lang="en-US"/>
              <a:t>Trang</a:t>
            </a:r>
          </a:p>
        </p:txBody>
      </p:sp>
      <p:sp>
        <p:nvSpPr>
          <p:cNvPr id="8" name="Content Placeholder 3">
            <a:extLst>
              <a:ext uri="{FF2B5EF4-FFF2-40B4-BE49-F238E27FC236}">
                <a16:creationId xmlns:a16="http://schemas.microsoft.com/office/drawing/2014/main" id="{B49A9FAE-4758-4C46-8541-F381798C5CD5}"/>
              </a:ext>
            </a:extLst>
          </p:cNvPr>
          <p:cNvSpPr>
            <a:spLocks noGrp="1"/>
          </p:cNvSpPr>
          <p:nvPr>
            <p:ph sz="half" idx="12"/>
          </p:nvPr>
        </p:nvSpPr>
        <p:spPr>
          <a:xfrm>
            <a:off x="6197600" y="76202"/>
            <a:ext cx="5994400" cy="838199"/>
          </a:xfrm>
          <a:solidFill>
            <a:srgbClr val="00B0F0"/>
          </a:solidFill>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endParaRPr lang="vi-VN"/>
          </a:p>
        </p:txBody>
      </p:sp>
    </p:spTree>
    <p:extLst>
      <p:ext uri="{BB962C8B-B14F-4D97-AF65-F5344CB8AC3E}">
        <p14:creationId xmlns:p14="http://schemas.microsoft.com/office/powerpoint/2010/main" val="1774061367"/>
      </p:ext>
    </p:extLst>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4_Two Content">
    <p:spTree>
      <p:nvGrpSpPr>
        <p:cNvPr id="1" name=""/>
        <p:cNvGrpSpPr/>
        <p:nvPr/>
      </p:nvGrpSpPr>
      <p:grpSpPr>
        <a:xfrm>
          <a:off x="0" y="0"/>
          <a:ext cx="0" cy="0"/>
          <a:chOff x="0" y="0"/>
          <a:chExt cx="0" cy="0"/>
        </a:xfrm>
      </p:grpSpPr>
      <p:sp>
        <p:nvSpPr>
          <p:cNvPr id="4" name="Content Placeholder 3"/>
          <p:cNvSpPr>
            <a:spLocks noGrp="1"/>
          </p:cNvSpPr>
          <p:nvPr>
            <p:ph sz="half" idx="2"/>
          </p:nvPr>
        </p:nvSpPr>
        <p:spPr>
          <a:xfrm>
            <a:off x="6197600" y="1066801"/>
            <a:ext cx="3022600" cy="5059363"/>
          </a:xfrm>
        </p:spPr>
        <p:txBody>
          <a:bodyPr/>
          <a:lstStyle>
            <a:lvl1pPr>
              <a:defRPr sz="24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5" name="Date Placeholder 4"/>
          <p:cNvSpPr>
            <a:spLocks noGrp="1" noChangeArrowheads="1"/>
          </p:cNvSpPr>
          <p:nvPr>
            <p:ph type="dt" sz="half" idx="10"/>
          </p:nvPr>
        </p:nvSpPr>
        <p:spPr>
          <a:xfrm>
            <a:off x="609600" y="6245225"/>
            <a:ext cx="2844800" cy="476250"/>
          </a:xfrm>
          <a:prstGeom prst="rect">
            <a:avLst/>
          </a:prstGeom>
          <a:ln/>
        </p:spPr>
        <p:txBody>
          <a:bodyPr/>
          <a:lstStyle>
            <a:lvl1pPr>
              <a:defRPr/>
            </a:lvl1pPr>
          </a:lstStyle>
          <a:p>
            <a:pPr>
              <a:defRPr/>
            </a:pPr>
            <a:fld id="{40D93FF4-33B5-438C-8DD9-E29AB6BB8043}" type="datetime1">
              <a:rPr lang="en-US" smtClean="0"/>
              <a:t>10/17/2023</a:t>
            </a:fld>
            <a:endParaRPr lang="en-US"/>
          </a:p>
        </p:txBody>
      </p:sp>
      <p:sp>
        <p:nvSpPr>
          <p:cNvPr id="6" name="Footer Placeholder 5"/>
          <p:cNvSpPr>
            <a:spLocks noGrp="1" noChangeArrowheads="1"/>
          </p:cNvSpPr>
          <p:nvPr>
            <p:ph type="ftr" sz="quarter" idx="11"/>
          </p:nvPr>
        </p:nvSpPr>
        <p:spPr>
          <a:xfrm>
            <a:off x="4165600" y="6245225"/>
            <a:ext cx="3860800" cy="476250"/>
          </a:xfrm>
          <a:prstGeom prst="rect">
            <a:avLst/>
          </a:prstGeom>
          <a:ln/>
        </p:spPr>
        <p:txBody>
          <a:bodyPr/>
          <a:lstStyle>
            <a:lvl1pPr>
              <a:defRPr/>
            </a:lvl1pPr>
          </a:lstStyle>
          <a:p>
            <a:pPr>
              <a:defRPr/>
            </a:pPr>
            <a:r>
              <a:rPr lang="en-US"/>
              <a:t>Trang</a:t>
            </a:r>
          </a:p>
        </p:txBody>
      </p:sp>
      <p:sp>
        <p:nvSpPr>
          <p:cNvPr id="8" name="Content Placeholder 3">
            <a:extLst>
              <a:ext uri="{FF2B5EF4-FFF2-40B4-BE49-F238E27FC236}">
                <a16:creationId xmlns:a16="http://schemas.microsoft.com/office/drawing/2014/main" id="{B49A9FAE-4758-4C46-8541-F381798C5CD5}"/>
              </a:ext>
            </a:extLst>
          </p:cNvPr>
          <p:cNvSpPr>
            <a:spLocks noGrp="1"/>
          </p:cNvSpPr>
          <p:nvPr>
            <p:ph sz="half" idx="12"/>
          </p:nvPr>
        </p:nvSpPr>
        <p:spPr>
          <a:xfrm>
            <a:off x="6197600" y="76202"/>
            <a:ext cx="5994400" cy="838199"/>
          </a:xfrm>
          <a:solidFill>
            <a:srgbClr val="00B0F0"/>
          </a:solidFill>
        </p:spPr>
        <p:txBody>
          <a:bodyPr/>
          <a:lstStyle>
            <a:lvl1pPr marL="0" indent="0">
              <a:buNone/>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endParaRPr lang="vi-VN"/>
          </a:p>
        </p:txBody>
      </p:sp>
      <p:sp>
        <p:nvSpPr>
          <p:cNvPr id="7" name="Content Placeholder 3">
            <a:extLst>
              <a:ext uri="{FF2B5EF4-FFF2-40B4-BE49-F238E27FC236}">
                <a16:creationId xmlns:a16="http://schemas.microsoft.com/office/drawing/2014/main" id="{41B544BE-4259-4202-9EEF-29A5F771B6E3}"/>
              </a:ext>
            </a:extLst>
          </p:cNvPr>
          <p:cNvSpPr>
            <a:spLocks noGrp="1"/>
          </p:cNvSpPr>
          <p:nvPr>
            <p:ph sz="half" idx="13"/>
          </p:nvPr>
        </p:nvSpPr>
        <p:spPr>
          <a:xfrm>
            <a:off x="9239864" y="1066800"/>
            <a:ext cx="2952136" cy="5059363"/>
          </a:xfrm>
        </p:spPr>
        <p:txBody>
          <a:bodyPr/>
          <a:lstStyle>
            <a:lvl1pPr>
              <a:defRPr sz="24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Tree>
    <p:extLst>
      <p:ext uri="{BB962C8B-B14F-4D97-AF65-F5344CB8AC3E}">
        <p14:creationId xmlns:p14="http://schemas.microsoft.com/office/powerpoint/2010/main" val="3023345052"/>
      </p:ext>
    </p:extLst>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3_Two Content">
    <p:spTree>
      <p:nvGrpSpPr>
        <p:cNvPr id="1" name=""/>
        <p:cNvGrpSpPr/>
        <p:nvPr/>
      </p:nvGrpSpPr>
      <p:grpSpPr>
        <a:xfrm>
          <a:off x="0" y="0"/>
          <a:ext cx="0" cy="0"/>
          <a:chOff x="0" y="0"/>
          <a:chExt cx="0" cy="0"/>
        </a:xfrm>
      </p:grpSpPr>
      <p:sp>
        <p:nvSpPr>
          <p:cNvPr id="4" name="Content Placeholder 3"/>
          <p:cNvSpPr>
            <a:spLocks noGrp="1"/>
          </p:cNvSpPr>
          <p:nvPr>
            <p:ph sz="half" idx="2"/>
          </p:nvPr>
        </p:nvSpPr>
        <p:spPr>
          <a:xfrm>
            <a:off x="6197600" y="685800"/>
            <a:ext cx="5994400" cy="5440364"/>
          </a:xfrm>
          <a:solidFill>
            <a:schemeClr val="bg1"/>
          </a:solidFill>
        </p:spPr>
        <p:txBody>
          <a:bodyPr/>
          <a:lstStyle>
            <a:lvl1pPr>
              <a:defRPr sz="24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5" name="Date Placeholder 4"/>
          <p:cNvSpPr>
            <a:spLocks noGrp="1" noChangeArrowheads="1"/>
          </p:cNvSpPr>
          <p:nvPr>
            <p:ph type="dt" sz="half" idx="10"/>
          </p:nvPr>
        </p:nvSpPr>
        <p:spPr>
          <a:xfrm>
            <a:off x="609600" y="6245225"/>
            <a:ext cx="2844800" cy="476250"/>
          </a:xfrm>
          <a:prstGeom prst="rect">
            <a:avLst/>
          </a:prstGeom>
          <a:ln/>
        </p:spPr>
        <p:txBody>
          <a:bodyPr/>
          <a:lstStyle>
            <a:lvl1pPr>
              <a:defRPr/>
            </a:lvl1pPr>
          </a:lstStyle>
          <a:p>
            <a:pPr>
              <a:defRPr/>
            </a:pPr>
            <a:fld id="{40D93FF4-33B5-438C-8DD9-E29AB6BB8043}" type="datetime1">
              <a:rPr lang="en-US" smtClean="0"/>
              <a:t>10/17/2023</a:t>
            </a:fld>
            <a:endParaRPr lang="en-US"/>
          </a:p>
        </p:txBody>
      </p:sp>
      <p:sp>
        <p:nvSpPr>
          <p:cNvPr id="6" name="Footer Placeholder 5"/>
          <p:cNvSpPr>
            <a:spLocks noGrp="1" noChangeArrowheads="1"/>
          </p:cNvSpPr>
          <p:nvPr>
            <p:ph type="ftr" sz="quarter" idx="11"/>
          </p:nvPr>
        </p:nvSpPr>
        <p:spPr>
          <a:xfrm>
            <a:off x="4165600" y="6245225"/>
            <a:ext cx="3860800" cy="476250"/>
          </a:xfrm>
          <a:prstGeom prst="rect">
            <a:avLst/>
          </a:prstGeom>
          <a:ln/>
        </p:spPr>
        <p:txBody>
          <a:bodyPr/>
          <a:lstStyle>
            <a:lvl1pPr>
              <a:defRPr/>
            </a:lvl1pPr>
          </a:lstStyle>
          <a:p>
            <a:pPr>
              <a:defRPr/>
            </a:pPr>
            <a:r>
              <a:rPr lang="en-US"/>
              <a:t>Trang</a:t>
            </a:r>
          </a:p>
        </p:txBody>
      </p:sp>
    </p:spTree>
    <p:extLst>
      <p:ext uri="{BB962C8B-B14F-4D97-AF65-F5344CB8AC3E}">
        <p14:creationId xmlns:p14="http://schemas.microsoft.com/office/powerpoint/2010/main" val="2425146391"/>
      </p:ext>
    </p:extLst>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2_Two Content">
    <p:spTree>
      <p:nvGrpSpPr>
        <p:cNvPr id="1" name=""/>
        <p:cNvGrpSpPr/>
        <p:nvPr/>
      </p:nvGrpSpPr>
      <p:grpSpPr>
        <a:xfrm>
          <a:off x="0" y="0"/>
          <a:ext cx="0" cy="0"/>
          <a:chOff x="0" y="0"/>
          <a:chExt cx="0" cy="0"/>
        </a:xfrm>
      </p:grpSpPr>
      <p:sp>
        <p:nvSpPr>
          <p:cNvPr id="4" name="Content Placeholder 3"/>
          <p:cNvSpPr>
            <a:spLocks noGrp="1"/>
          </p:cNvSpPr>
          <p:nvPr>
            <p:ph sz="half" idx="2"/>
          </p:nvPr>
        </p:nvSpPr>
        <p:spPr>
          <a:xfrm>
            <a:off x="6197600" y="0"/>
            <a:ext cx="5994400" cy="6172200"/>
          </a:xfrm>
          <a:solidFill>
            <a:schemeClr val="bg1"/>
          </a:solidFill>
        </p:spPr>
        <p:txBody>
          <a:bodyPr/>
          <a:lstStyle>
            <a:lvl1pPr>
              <a:defRPr sz="24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5" name="Date Placeholder 4"/>
          <p:cNvSpPr>
            <a:spLocks noGrp="1" noChangeArrowheads="1"/>
          </p:cNvSpPr>
          <p:nvPr>
            <p:ph type="dt" sz="half" idx="10"/>
          </p:nvPr>
        </p:nvSpPr>
        <p:spPr>
          <a:xfrm>
            <a:off x="609600" y="6245225"/>
            <a:ext cx="2844800" cy="476250"/>
          </a:xfrm>
          <a:prstGeom prst="rect">
            <a:avLst/>
          </a:prstGeom>
          <a:ln/>
        </p:spPr>
        <p:txBody>
          <a:bodyPr/>
          <a:lstStyle>
            <a:lvl1pPr>
              <a:defRPr/>
            </a:lvl1pPr>
          </a:lstStyle>
          <a:p>
            <a:pPr>
              <a:defRPr/>
            </a:pPr>
            <a:fld id="{40D93FF4-33B5-438C-8DD9-E29AB6BB8043}" type="datetime1">
              <a:rPr lang="en-US" smtClean="0"/>
              <a:t>10/17/2023</a:t>
            </a:fld>
            <a:endParaRPr lang="en-US"/>
          </a:p>
        </p:txBody>
      </p:sp>
      <p:sp>
        <p:nvSpPr>
          <p:cNvPr id="6" name="Footer Placeholder 5"/>
          <p:cNvSpPr>
            <a:spLocks noGrp="1" noChangeArrowheads="1"/>
          </p:cNvSpPr>
          <p:nvPr>
            <p:ph type="ftr" sz="quarter" idx="11"/>
          </p:nvPr>
        </p:nvSpPr>
        <p:spPr>
          <a:xfrm>
            <a:off x="4165600" y="6245225"/>
            <a:ext cx="3860800" cy="476250"/>
          </a:xfrm>
          <a:prstGeom prst="rect">
            <a:avLst/>
          </a:prstGeom>
          <a:ln/>
        </p:spPr>
        <p:txBody>
          <a:bodyPr/>
          <a:lstStyle>
            <a:lvl1pPr>
              <a:defRPr/>
            </a:lvl1pPr>
          </a:lstStyle>
          <a:p>
            <a:pPr>
              <a:defRPr/>
            </a:pPr>
            <a:r>
              <a:rPr lang="en-US"/>
              <a:t>Trang</a:t>
            </a:r>
          </a:p>
        </p:txBody>
      </p:sp>
    </p:spTree>
    <p:extLst>
      <p:ext uri="{BB962C8B-B14F-4D97-AF65-F5344CB8AC3E}">
        <p14:creationId xmlns:p14="http://schemas.microsoft.com/office/powerpoint/2010/main" val="1400774800"/>
      </p:ext>
    </p:extLst>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vi-VN"/>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5" name="Date Placeholder 4"/>
          <p:cNvSpPr>
            <a:spLocks noGrp="1" noChangeArrowheads="1"/>
          </p:cNvSpPr>
          <p:nvPr>
            <p:ph type="dt" sz="half" idx="10"/>
          </p:nvPr>
        </p:nvSpPr>
        <p:spPr>
          <a:xfrm>
            <a:off x="609600" y="6245225"/>
            <a:ext cx="2844800" cy="476250"/>
          </a:xfrm>
          <a:prstGeom prst="rect">
            <a:avLst/>
          </a:prstGeom>
          <a:ln/>
        </p:spPr>
        <p:txBody>
          <a:bodyPr/>
          <a:lstStyle>
            <a:lvl1pPr>
              <a:defRPr/>
            </a:lvl1pPr>
          </a:lstStyle>
          <a:p>
            <a:pPr>
              <a:defRPr/>
            </a:pPr>
            <a:fld id="{40D93FF4-33B5-438C-8DD9-E29AB6BB8043}" type="datetime1">
              <a:rPr lang="en-US" smtClean="0"/>
              <a:t>10/17/2023</a:t>
            </a:fld>
            <a:endParaRPr lang="en-US"/>
          </a:p>
        </p:txBody>
      </p:sp>
      <p:sp>
        <p:nvSpPr>
          <p:cNvPr id="6" name="Footer Placeholder 5"/>
          <p:cNvSpPr>
            <a:spLocks noGrp="1" noChangeArrowheads="1"/>
          </p:cNvSpPr>
          <p:nvPr>
            <p:ph type="ftr" sz="quarter" idx="11"/>
          </p:nvPr>
        </p:nvSpPr>
        <p:spPr>
          <a:xfrm>
            <a:off x="4165600" y="6245225"/>
            <a:ext cx="3860800" cy="476250"/>
          </a:xfrm>
          <a:prstGeom prst="rect">
            <a:avLst/>
          </a:prstGeom>
          <a:ln/>
        </p:spPr>
        <p:txBody>
          <a:bodyPr/>
          <a:lstStyle>
            <a:lvl1pPr>
              <a:defRPr/>
            </a:lvl1pPr>
          </a:lstStyle>
          <a:p>
            <a:pPr>
              <a:defRPr/>
            </a:pPr>
            <a:r>
              <a:rPr lang="en-US"/>
              <a:t>Trang</a:t>
            </a:r>
          </a:p>
        </p:txBody>
      </p:sp>
    </p:spTree>
    <p:extLst>
      <p:ext uri="{BB962C8B-B14F-4D97-AF65-F5344CB8AC3E}">
        <p14:creationId xmlns:p14="http://schemas.microsoft.com/office/powerpoint/2010/main" val="562599125"/>
      </p:ext>
    </p:extLst>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twoObj" preserve="1">
  <p:cSld name="5_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vi-VN"/>
          </a:p>
        </p:txBody>
      </p:sp>
      <p:sp>
        <p:nvSpPr>
          <p:cNvPr id="3" name="Content Placeholder 2"/>
          <p:cNvSpPr>
            <a:spLocks noGrp="1"/>
          </p:cNvSpPr>
          <p:nvPr>
            <p:ph sz="half" idx="1"/>
          </p:nvPr>
        </p:nvSpPr>
        <p:spPr>
          <a:xfrm>
            <a:off x="609600" y="1600201"/>
            <a:ext cx="5384800" cy="4525963"/>
          </a:xfrm>
        </p:spPr>
        <p:txBody>
          <a:bodyPr/>
          <a:lstStyle>
            <a:lvl1pPr>
              <a:defRPr sz="24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4" name="Content Placeholder 3"/>
          <p:cNvSpPr>
            <a:spLocks noGrp="1"/>
          </p:cNvSpPr>
          <p:nvPr>
            <p:ph sz="half" idx="2"/>
          </p:nvPr>
        </p:nvSpPr>
        <p:spPr>
          <a:xfrm>
            <a:off x="6197600" y="1600201"/>
            <a:ext cx="5994400" cy="4525963"/>
          </a:xfrm>
        </p:spPr>
        <p:txBody>
          <a:bodyPr/>
          <a:lstStyle>
            <a:lvl1pPr>
              <a:defRPr sz="24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5" name="Date Placeholder 4"/>
          <p:cNvSpPr>
            <a:spLocks noGrp="1" noChangeArrowheads="1"/>
          </p:cNvSpPr>
          <p:nvPr>
            <p:ph type="dt" sz="half" idx="10"/>
          </p:nvPr>
        </p:nvSpPr>
        <p:spPr>
          <a:xfrm>
            <a:off x="609600" y="6245225"/>
            <a:ext cx="2844800" cy="476250"/>
          </a:xfrm>
          <a:prstGeom prst="rect">
            <a:avLst/>
          </a:prstGeom>
          <a:ln/>
        </p:spPr>
        <p:txBody>
          <a:bodyPr/>
          <a:lstStyle>
            <a:lvl1pPr>
              <a:defRPr/>
            </a:lvl1pPr>
          </a:lstStyle>
          <a:p>
            <a:pPr>
              <a:defRPr/>
            </a:pPr>
            <a:fld id="{40D93FF4-33B5-438C-8DD9-E29AB6BB8043}" type="datetime1">
              <a:rPr lang="en-US" smtClean="0"/>
              <a:t>10/17/2023</a:t>
            </a:fld>
            <a:endParaRPr lang="en-US"/>
          </a:p>
        </p:txBody>
      </p:sp>
      <p:sp>
        <p:nvSpPr>
          <p:cNvPr id="6" name="Footer Placeholder 5"/>
          <p:cNvSpPr>
            <a:spLocks noGrp="1" noChangeArrowheads="1"/>
          </p:cNvSpPr>
          <p:nvPr>
            <p:ph type="ftr" sz="quarter" idx="11"/>
          </p:nvPr>
        </p:nvSpPr>
        <p:spPr>
          <a:xfrm>
            <a:off x="4165600" y="6245225"/>
            <a:ext cx="3860800" cy="476250"/>
          </a:xfrm>
          <a:prstGeom prst="rect">
            <a:avLst/>
          </a:prstGeom>
          <a:ln/>
        </p:spPr>
        <p:txBody>
          <a:bodyPr/>
          <a:lstStyle>
            <a:lvl1pPr>
              <a:defRPr/>
            </a:lvl1pPr>
          </a:lstStyle>
          <a:p>
            <a:pPr>
              <a:defRPr/>
            </a:pPr>
            <a:r>
              <a:rPr lang="en-US"/>
              <a:t>Trang</a:t>
            </a:r>
          </a:p>
        </p:txBody>
      </p:sp>
    </p:spTree>
    <p:extLst>
      <p:ext uri="{BB962C8B-B14F-4D97-AF65-F5344CB8AC3E}">
        <p14:creationId xmlns:p14="http://schemas.microsoft.com/office/powerpoint/2010/main" val="3194170472"/>
      </p:ext>
    </p:extLst>
  </p:cSld>
  <p:clrMapOvr>
    <a:masterClrMapping/>
  </p:clrMapOvr>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6_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vi-VN"/>
          </a:p>
        </p:txBody>
      </p:sp>
      <p:sp>
        <p:nvSpPr>
          <p:cNvPr id="3" name="Content Placeholder 2"/>
          <p:cNvSpPr>
            <a:spLocks noGrp="1"/>
          </p:cNvSpPr>
          <p:nvPr>
            <p:ph sz="half" idx="1"/>
          </p:nvPr>
        </p:nvSpPr>
        <p:spPr>
          <a:xfrm>
            <a:off x="0" y="1600201"/>
            <a:ext cx="5994400" cy="4525963"/>
          </a:xfrm>
        </p:spPr>
        <p:txBody>
          <a:bodyPr/>
          <a:lstStyle>
            <a:lvl1pPr>
              <a:defRPr sz="24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4" name="Content Placeholder 3"/>
          <p:cNvSpPr>
            <a:spLocks noGrp="1"/>
          </p:cNvSpPr>
          <p:nvPr>
            <p:ph sz="half" idx="2"/>
          </p:nvPr>
        </p:nvSpPr>
        <p:spPr>
          <a:xfrm>
            <a:off x="6197600" y="1600201"/>
            <a:ext cx="5994400" cy="4525963"/>
          </a:xfrm>
        </p:spPr>
        <p:txBody>
          <a:bodyPr/>
          <a:lstStyle>
            <a:lvl1pPr>
              <a:defRPr sz="24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5" name="Date Placeholder 4"/>
          <p:cNvSpPr>
            <a:spLocks noGrp="1" noChangeArrowheads="1"/>
          </p:cNvSpPr>
          <p:nvPr>
            <p:ph type="dt" sz="half" idx="10"/>
          </p:nvPr>
        </p:nvSpPr>
        <p:spPr>
          <a:xfrm>
            <a:off x="609600" y="6245225"/>
            <a:ext cx="2844800" cy="476250"/>
          </a:xfrm>
          <a:prstGeom prst="rect">
            <a:avLst/>
          </a:prstGeom>
          <a:ln/>
        </p:spPr>
        <p:txBody>
          <a:bodyPr/>
          <a:lstStyle>
            <a:lvl1pPr>
              <a:defRPr/>
            </a:lvl1pPr>
          </a:lstStyle>
          <a:p>
            <a:pPr>
              <a:defRPr/>
            </a:pPr>
            <a:fld id="{40D93FF4-33B5-438C-8DD9-E29AB6BB8043}" type="datetime1">
              <a:rPr lang="en-US" smtClean="0"/>
              <a:t>10/17/2023</a:t>
            </a:fld>
            <a:endParaRPr lang="en-US"/>
          </a:p>
        </p:txBody>
      </p:sp>
      <p:sp>
        <p:nvSpPr>
          <p:cNvPr id="6" name="Footer Placeholder 5"/>
          <p:cNvSpPr>
            <a:spLocks noGrp="1" noChangeArrowheads="1"/>
          </p:cNvSpPr>
          <p:nvPr>
            <p:ph type="ftr" sz="quarter" idx="11"/>
          </p:nvPr>
        </p:nvSpPr>
        <p:spPr>
          <a:xfrm>
            <a:off x="4165600" y="6245225"/>
            <a:ext cx="3860800" cy="476250"/>
          </a:xfrm>
          <a:prstGeom prst="rect">
            <a:avLst/>
          </a:prstGeom>
          <a:ln/>
        </p:spPr>
        <p:txBody>
          <a:bodyPr/>
          <a:lstStyle>
            <a:lvl1pPr>
              <a:defRPr/>
            </a:lvl1pPr>
          </a:lstStyle>
          <a:p>
            <a:pPr>
              <a:defRPr/>
            </a:pPr>
            <a:r>
              <a:rPr lang="en-US"/>
              <a:t>Trang</a:t>
            </a:r>
          </a:p>
        </p:txBody>
      </p:sp>
    </p:spTree>
    <p:extLst>
      <p:ext uri="{BB962C8B-B14F-4D97-AF65-F5344CB8AC3E}">
        <p14:creationId xmlns:p14="http://schemas.microsoft.com/office/powerpoint/2010/main" val="99894408"/>
      </p:ext>
    </p:extLst>
  </p:cSld>
  <p:clrMapOvr>
    <a:masterClrMapping/>
  </p:clrMapOvr>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8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vi-VN"/>
          </a:p>
        </p:txBody>
      </p:sp>
      <p:sp>
        <p:nvSpPr>
          <p:cNvPr id="3" name="Content Placeholder 2"/>
          <p:cNvSpPr>
            <a:spLocks noGrp="1"/>
          </p:cNvSpPr>
          <p:nvPr>
            <p:ph idx="1"/>
          </p:nvPr>
        </p:nvSpPr>
        <p:spPr>
          <a:xfrm>
            <a:off x="0" y="1600202"/>
            <a:ext cx="3962400" cy="4286862"/>
          </a:xfrm>
        </p:spPr>
        <p:txBody>
          <a:bodyPr/>
          <a:lstStyle>
            <a:lvl1pPr>
              <a:defRPr sz="3200"/>
            </a:lvl1pPr>
            <a:lvl2pPr>
              <a:defRPr sz="3200"/>
            </a:lvl2pPr>
            <a:lvl3pPr>
              <a:defRPr sz="2800"/>
            </a:lvl3pPr>
            <a:lvl4pPr>
              <a:defRPr sz="2400"/>
            </a:lvl4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Date Placeholder 4"/>
          <p:cNvSpPr>
            <a:spLocks noGrp="1" noChangeArrowheads="1"/>
          </p:cNvSpPr>
          <p:nvPr>
            <p:ph type="dt" sz="half" idx="14"/>
          </p:nvPr>
        </p:nvSpPr>
        <p:spPr>
          <a:xfrm>
            <a:off x="609600" y="6245225"/>
            <a:ext cx="2844800" cy="476250"/>
          </a:xfrm>
          <a:prstGeom prst="rect">
            <a:avLst/>
          </a:prstGeom>
          <a:ln/>
        </p:spPr>
        <p:txBody>
          <a:bodyPr/>
          <a:lstStyle>
            <a:lvl1pPr>
              <a:defRPr/>
            </a:lvl1pPr>
          </a:lstStyle>
          <a:p>
            <a:pPr>
              <a:defRPr/>
            </a:pPr>
            <a:fld id="{811DB780-8063-410B-88BC-AD4AA3925B34}" type="datetime1">
              <a:rPr lang="en-US" smtClean="0"/>
              <a:t>10/17/2023</a:t>
            </a:fld>
            <a:endParaRPr lang="en-US"/>
          </a:p>
        </p:txBody>
      </p:sp>
      <p:sp>
        <p:nvSpPr>
          <p:cNvPr id="6" name="Footer Placeholder 5"/>
          <p:cNvSpPr>
            <a:spLocks noGrp="1" noChangeArrowheads="1"/>
          </p:cNvSpPr>
          <p:nvPr>
            <p:ph type="ftr" sz="quarter" idx="15"/>
          </p:nvPr>
        </p:nvSpPr>
        <p:spPr>
          <a:xfrm>
            <a:off x="4165600" y="6245225"/>
            <a:ext cx="3860800" cy="476250"/>
          </a:xfrm>
          <a:prstGeom prst="rect">
            <a:avLst/>
          </a:prstGeom>
          <a:ln/>
        </p:spPr>
        <p:txBody>
          <a:bodyPr/>
          <a:lstStyle>
            <a:lvl1pPr>
              <a:defRPr/>
            </a:lvl1pPr>
          </a:lstStyle>
          <a:p>
            <a:pPr>
              <a:defRPr/>
            </a:pPr>
            <a:r>
              <a:rPr lang="en-US"/>
              <a:t>Trang</a:t>
            </a:r>
          </a:p>
        </p:txBody>
      </p:sp>
      <p:sp>
        <p:nvSpPr>
          <p:cNvPr id="8" name="Content Placeholder 2">
            <a:extLst>
              <a:ext uri="{FF2B5EF4-FFF2-40B4-BE49-F238E27FC236}">
                <a16:creationId xmlns:a16="http://schemas.microsoft.com/office/drawing/2014/main" id="{96160E72-CB3B-4B35-B991-A52F0E9D9B5B}"/>
              </a:ext>
            </a:extLst>
          </p:cNvPr>
          <p:cNvSpPr>
            <a:spLocks noGrp="1"/>
          </p:cNvSpPr>
          <p:nvPr>
            <p:ph idx="16" hasCustomPrompt="1"/>
          </p:nvPr>
        </p:nvSpPr>
        <p:spPr>
          <a:xfrm>
            <a:off x="0" y="5887064"/>
            <a:ext cx="12192000" cy="258096"/>
          </a:xfrm>
        </p:spPr>
        <p:txBody>
          <a:bodyPr/>
          <a:lstStyle>
            <a:lvl1pPr>
              <a:defRPr sz="1600">
                <a:latin typeface="Courier New" panose="02070309020205020404" pitchFamily="49" charset="0"/>
                <a:cs typeface="Courier New" panose="02070309020205020404" pitchFamily="49" charset="0"/>
              </a:defRPr>
            </a:lvl1pPr>
            <a:lvl2pPr>
              <a:defRPr sz="2400"/>
            </a:lvl2pPr>
            <a:lvl3pPr>
              <a:defRPr sz="2000"/>
            </a:lvl3pPr>
            <a:lvl4pPr>
              <a:defRPr sz="1800"/>
            </a:lvl4pPr>
          </a:lstStyle>
          <a:p>
            <a:pPr lvl="0"/>
            <a:r>
              <a:rPr lang="en-US"/>
              <a:t>Click to edit Master text styles</a:t>
            </a:r>
          </a:p>
        </p:txBody>
      </p:sp>
      <p:sp>
        <p:nvSpPr>
          <p:cNvPr id="7" name="Content Placeholder 2">
            <a:extLst>
              <a:ext uri="{FF2B5EF4-FFF2-40B4-BE49-F238E27FC236}">
                <a16:creationId xmlns:a16="http://schemas.microsoft.com/office/drawing/2014/main" id="{9FCB7F62-31CE-479A-B75D-E680BBC27871}"/>
              </a:ext>
            </a:extLst>
          </p:cNvPr>
          <p:cNvSpPr>
            <a:spLocks noGrp="1"/>
          </p:cNvSpPr>
          <p:nvPr>
            <p:ph idx="17"/>
          </p:nvPr>
        </p:nvSpPr>
        <p:spPr>
          <a:xfrm>
            <a:off x="8229600" y="1600200"/>
            <a:ext cx="3962400" cy="4286862"/>
          </a:xfrm>
        </p:spPr>
        <p:txBody>
          <a:bodyPr/>
          <a:lstStyle>
            <a:lvl1pPr>
              <a:defRPr sz="3200"/>
            </a:lvl1pPr>
            <a:lvl2pPr>
              <a:defRPr sz="3200"/>
            </a:lvl2pPr>
            <a:lvl3pPr>
              <a:defRPr sz="2800"/>
            </a:lvl3pPr>
            <a:lvl4pPr>
              <a:defRPr sz="2400"/>
            </a:lvl4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Content Placeholder 2">
            <a:extLst>
              <a:ext uri="{FF2B5EF4-FFF2-40B4-BE49-F238E27FC236}">
                <a16:creationId xmlns:a16="http://schemas.microsoft.com/office/drawing/2014/main" id="{90AFCEF9-0FFB-4670-A771-DA310A1C55BF}"/>
              </a:ext>
            </a:extLst>
          </p:cNvPr>
          <p:cNvSpPr>
            <a:spLocks noGrp="1"/>
          </p:cNvSpPr>
          <p:nvPr>
            <p:ph idx="18"/>
          </p:nvPr>
        </p:nvSpPr>
        <p:spPr>
          <a:xfrm>
            <a:off x="4114800" y="1600200"/>
            <a:ext cx="3962400" cy="4286862"/>
          </a:xfrm>
        </p:spPr>
        <p:txBody>
          <a:bodyPr/>
          <a:lstStyle>
            <a:lvl1pPr>
              <a:defRPr sz="3200"/>
            </a:lvl1pPr>
            <a:lvl2pPr>
              <a:defRPr sz="3200"/>
            </a:lvl2pPr>
            <a:lvl3pPr>
              <a:defRPr sz="2800"/>
            </a:lvl3pPr>
            <a:lvl4pPr>
              <a:defRPr sz="2400"/>
            </a:lvl4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53865494"/>
      </p:ext>
    </p:extLst>
  </p:cSld>
  <p:clrMapOvr>
    <a:masterClrMapping/>
  </p:clrMapOvr>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9_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vi-VN"/>
          </a:p>
        </p:txBody>
      </p:sp>
      <p:sp>
        <p:nvSpPr>
          <p:cNvPr id="3" name="Content Placeholder 2"/>
          <p:cNvSpPr>
            <a:spLocks noGrp="1"/>
          </p:cNvSpPr>
          <p:nvPr>
            <p:ph sz="half" idx="1"/>
          </p:nvPr>
        </p:nvSpPr>
        <p:spPr>
          <a:xfrm>
            <a:off x="0" y="1600201"/>
            <a:ext cx="2844800" cy="4525963"/>
          </a:xfrm>
        </p:spPr>
        <p:txBody>
          <a:bodyPr/>
          <a:lstStyle>
            <a:lvl1pPr>
              <a:defRPr sz="24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5" name="Date Placeholder 4"/>
          <p:cNvSpPr>
            <a:spLocks noGrp="1" noChangeArrowheads="1"/>
          </p:cNvSpPr>
          <p:nvPr>
            <p:ph type="dt" sz="half" idx="10"/>
          </p:nvPr>
        </p:nvSpPr>
        <p:spPr>
          <a:xfrm>
            <a:off x="609600" y="6245225"/>
            <a:ext cx="2844800" cy="476250"/>
          </a:xfrm>
          <a:prstGeom prst="rect">
            <a:avLst/>
          </a:prstGeom>
          <a:ln/>
        </p:spPr>
        <p:txBody>
          <a:bodyPr/>
          <a:lstStyle>
            <a:lvl1pPr>
              <a:defRPr/>
            </a:lvl1pPr>
          </a:lstStyle>
          <a:p>
            <a:pPr>
              <a:defRPr/>
            </a:pPr>
            <a:fld id="{40D93FF4-33B5-438C-8DD9-E29AB6BB8043}" type="datetime1">
              <a:rPr lang="en-US" smtClean="0"/>
              <a:t>10/17/2023</a:t>
            </a:fld>
            <a:endParaRPr lang="en-US"/>
          </a:p>
        </p:txBody>
      </p:sp>
      <p:sp>
        <p:nvSpPr>
          <p:cNvPr id="6" name="Footer Placeholder 5"/>
          <p:cNvSpPr>
            <a:spLocks noGrp="1" noChangeArrowheads="1"/>
          </p:cNvSpPr>
          <p:nvPr>
            <p:ph type="ftr" sz="quarter" idx="11"/>
          </p:nvPr>
        </p:nvSpPr>
        <p:spPr>
          <a:xfrm>
            <a:off x="4165600" y="6245225"/>
            <a:ext cx="3860800" cy="476250"/>
          </a:xfrm>
          <a:prstGeom prst="rect">
            <a:avLst/>
          </a:prstGeom>
          <a:ln/>
        </p:spPr>
        <p:txBody>
          <a:bodyPr/>
          <a:lstStyle>
            <a:lvl1pPr>
              <a:defRPr/>
            </a:lvl1pPr>
          </a:lstStyle>
          <a:p>
            <a:pPr>
              <a:defRPr/>
            </a:pPr>
            <a:r>
              <a:rPr lang="en-US"/>
              <a:t>Trang</a:t>
            </a:r>
          </a:p>
        </p:txBody>
      </p:sp>
      <p:sp>
        <p:nvSpPr>
          <p:cNvPr id="7" name="Content Placeholder 2">
            <a:extLst>
              <a:ext uri="{FF2B5EF4-FFF2-40B4-BE49-F238E27FC236}">
                <a16:creationId xmlns:a16="http://schemas.microsoft.com/office/drawing/2014/main" id="{1E586163-080C-4D92-9FF5-83B9A124C31B}"/>
              </a:ext>
            </a:extLst>
          </p:cNvPr>
          <p:cNvSpPr>
            <a:spLocks noGrp="1"/>
          </p:cNvSpPr>
          <p:nvPr>
            <p:ph sz="half" idx="12"/>
          </p:nvPr>
        </p:nvSpPr>
        <p:spPr>
          <a:xfrm>
            <a:off x="3098800" y="1600200"/>
            <a:ext cx="2844800" cy="4525963"/>
          </a:xfrm>
        </p:spPr>
        <p:txBody>
          <a:bodyPr/>
          <a:lstStyle>
            <a:lvl1pPr>
              <a:defRPr sz="24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8" name="Content Placeholder 2">
            <a:extLst>
              <a:ext uri="{FF2B5EF4-FFF2-40B4-BE49-F238E27FC236}">
                <a16:creationId xmlns:a16="http://schemas.microsoft.com/office/drawing/2014/main" id="{60879BDB-29CC-404E-9DCA-E89C7B9070DD}"/>
              </a:ext>
            </a:extLst>
          </p:cNvPr>
          <p:cNvSpPr>
            <a:spLocks noGrp="1"/>
          </p:cNvSpPr>
          <p:nvPr>
            <p:ph sz="half" idx="13"/>
          </p:nvPr>
        </p:nvSpPr>
        <p:spPr>
          <a:xfrm>
            <a:off x="6210300" y="1600200"/>
            <a:ext cx="2844800" cy="4525963"/>
          </a:xfrm>
        </p:spPr>
        <p:txBody>
          <a:bodyPr/>
          <a:lstStyle>
            <a:lvl1pPr>
              <a:defRPr sz="24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9" name="Content Placeholder 2">
            <a:extLst>
              <a:ext uri="{FF2B5EF4-FFF2-40B4-BE49-F238E27FC236}">
                <a16:creationId xmlns:a16="http://schemas.microsoft.com/office/drawing/2014/main" id="{2494B703-5983-4A4F-B197-D2C64EAA9F6A}"/>
              </a:ext>
            </a:extLst>
          </p:cNvPr>
          <p:cNvSpPr>
            <a:spLocks noGrp="1"/>
          </p:cNvSpPr>
          <p:nvPr>
            <p:ph sz="half" idx="14"/>
          </p:nvPr>
        </p:nvSpPr>
        <p:spPr>
          <a:xfrm>
            <a:off x="9347200" y="1600200"/>
            <a:ext cx="2844800" cy="4525963"/>
          </a:xfrm>
        </p:spPr>
        <p:txBody>
          <a:bodyPr/>
          <a:lstStyle>
            <a:lvl1pPr>
              <a:defRPr sz="24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Tree>
    <p:extLst>
      <p:ext uri="{BB962C8B-B14F-4D97-AF65-F5344CB8AC3E}">
        <p14:creationId xmlns:p14="http://schemas.microsoft.com/office/powerpoint/2010/main" val="2306970055"/>
      </p:ext>
    </p:extLst>
  </p:cSld>
  <p:clrMapOvr>
    <a:masterClrMapping/>
  </p:clrMapOvr>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0_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vi-VN"/>
          </a:p>
        </p:txBody>
      </p:sp>
      <p:sp>
        <p:nvSpPr>
          <p:cNvPr id="3" name="Content Placeholder 2"/>
          <p:cNvSpPr>
            <a:spLocks noGrp="1"/>
          </p:cNvSpPr>
          <p:nvPr>
            <p:ph sz="half" idx="1"/>
          </p:nvPr>
        </p:nvSpPr>
        <p:spPr>
          <a:xfrm>
            <a:off x="609600" y="1600201"/>
            <a:ext cx="8077200" cy="990599"/>
          </a:xfrm>
        </p:spPr>
        <p:txBody>
          <a:bodyPr/>
          <a:lstStyle>
            <a:lvl1pPr>
              <a:defRPr sz="3200"/>
            </a:lvl1pPr>
            <a:lvl2pPr>
              <a:defRPr sz="2800"/>
            </a:lvl2pPr>
            <a:lvl3pPr>
              <a:defRPr sz="2400"/>
            </a:lvl3pPr>
            <a:lvl4pPr>
              <a:defRPr sz="2000"/>
            </a:lvl4pPr>
            <a:lvl5pPr>
              <a:defRPr sz="2000"/>
            </a:lvl5pPr>
            <a:lvl6pPr>
              <a:defRPr sz="1800"/>
            </a:lvl6pPr>
            <a:lvl7pPr>
              <a:defRPr sz="1800"/>
            </a:lvl7pPr>
            <a:lvl8pPr>
              <a:defRPr sz="1800"/>
            </a:lvl8pPr>
            <a:lvl9pPr>
              <a:defRPr sz="1800"/>
            </a:lvl9pPr>
          </a:lstStyle>
          <a:p>
            <a:pPr lvl="0"/>
            <a:r>
              <a:rPr lang="en-US"/>
              <a:t>Click to edit Master text styles</a:t>
            </a:r>
          </a:p>
        </p:txBody>
      </p:sp>
      <p:sp>
        <p:nvSpPr>
          <p:cNvPr id="4" name="Content Placeholder 3"/>
          <p:cNvSpPr>
            <a:spLocks noGrp="1"/>
          </p:cNvSpPr>
          <p:nvPr>
            <p:ph sz="half" idx="2"/>
          </p:nvPr>
        </p:nvSpPr>
        <p:spPr>
          <a:xfrm>
            <a:off x="8763000" y="1600201"/>
            <a:ext cx="2819400" cy="990599"/>
          </a:xfrm>
        </p:spPr>
        <p:txBody>
          <a:bodyPr/>
          <a:lstStyle>
            <a:lvl1pPr>
              <a:defRPr sz="3200"/>
            </a:lvl1pPr>
            <a:lvl2pPr>
              <a:defRPr sz="2800"/>
            </a:lvl2pPr>
            <a:lvl3pPr>
              <a:defRPr sz="2400"/>
            </a:lvl3pPr>
            <a:lvl4pPr>
              <a:defRPr sz="2000"/>
            </a:lvl4pPr>
            <a:lvl5pPr>
              <a:defRPr sz="2000"/>
            </a:lvl5pPr>
            <a:lvl6pPr>
              <a:defRPr sz="1800"/>
            </a:lvl6pPr>
            <a:lvl7pPr>
              <a:defRPr sz="1800"/>
            </a:lvl7pPr>
            <a:lvl8pPr>
              <a:defRPr sz="1800"/>
            </a:lvl8pPr>
            <a:lvl9pPr>
              <a:defRPr sz="1800"/>
            </a:lvl9pPr>
          </a:lstStyle>
          <a:p>
            <a:pPr lvl="0"/>
            <a:r>
              <a:rPr lang="en-US"/>
              <a:t>Click to edit Master text styles</a:t>
            </a:r>
            <a:endParaRPr lang="vi-VN"/>
          </a:p>
        </p:txBody>
      </p:sp>
      <p:sp>
        <p:nvSpPr>
          <p:cNvPr id="5" name="Date Placeholder 4"/>
          <p:cNvSpPr>
            <a:spLocks noGrp="1" noChangeArrowheads="1"/>
          </p:cNvSpPr>
          <p:nvPr>
            <p:ph type="dt" sz="half" idx="10"/>
          </p:nvPr>
        </p:nvSpPr>
        <p:spPr>
          <a:xfrm>
            <a:off x="609600" y="6245225"/>
            <a:ext cx="2844800" cy="476250"/>
          </a:xfrm>
          <a:prstGeom prst="rect">
            <a:avLst/>
          </a:prstGeom>
          <a:ln/>
        </p:spPr>
        <p:txBody>
          <a:bodyPr/>
          <a:lstStyle>
            <a:lvl1pPr>
              <a:defRPr/>
            </a:lvl1pPr>
          </a:lstStyle>
          <a:p>
            <a:pPr>
              <a:defRPr/>
            </a:pPr>
            <a:fld id="{40D93FF4-33B5-438C-8DD9-E29AB6BB8043}" type="datetime1">
              <a:rPr lang="en-US" smtClean="0"/>
              <a:t>10/17/2023</a:t>
            </a:fld>
            <a:endParaRPr lang="en-US"/>
          </a:p>
        </p:txBody>
      </p:sp>
      <p:sp>
        <p:nvSpPr>
          <p:cNvPr id="6" name="Footer Placeholder 5"/>
          <p:cNvSpPr>
            <a:spLocks noGrp="1" noChangeArrowheads="1"/>
          </p:cNvSpPr>
          <p:nvPr>
            <p:ph type="ftr" sz="quarter" idx="11"/>
          </p:nvPr>
        </p:nvSpPr>
        <p:spPr>
          <a:xfrm>
            <a:off x="4165600" y="6245225"/>
            <a:ext cx="3860800" cy="476250"/>
          </a:xfrm>
          <a:prstGeom prst="rect">
            <a:avLst/>
          </a:prstGeom>
          <a:ln/>
        </p:spPr>
        <p:txBody>
          <a:bodyPr/>
          <a:lstStyle>
            <a:lvl1pPr>
              <a:defRPr/>
            </a:lvl1pPr>
          </a:lstStyle>
          <a:p>
            <a:pPr>
              <a:defRPr/>
            </a:pPr>
            <a:r>
              <a:rPr lang="en-US"/>
              <a:t>Trang</a:t>
            </a:r>
          </a:p>
        </p:txBody>
      </p:sp>
      <p:sp>
        <p:nvSpPr>
          <p:cNvPr id="21" name="Content Placeholder 2">
            <a:extLst>
              <a:ext uri="{FF2B5EF4-FFF2-40B4-BE49-F238E27FC236}">
                <a16:creationId xmlns:a16="http://schemas.microsoft.com/office/drawing/2014/main" id="{E4A1A4A6-69C0-4EC3-B5CC-CC08837714D4}"/>
              </a:ext>
            </a:extLst>
          </p:cNvPr>
          <p:cNvSpPr>
            <a:spLocks noGrp="1"/>
          </p:cNvSpPr>
          <p:nvPr>
            <p:ph sz="half" idx="12"/>
          </p:nvPr>
        </p:nvSpPr>
        <p:spPr>
          <a:xfrm>
            <a:off x="609600" y="2680855"/>
            <a:ext cx="8077200" cy="900545"/>
          </a:xfrm>
        </p:spPr>
        <p:txBody>
          <a:bodyPr/>
          <a:lstStyle>
            <a:lvl1pPr>
              <a:defRPr sz="3200"/>
            </a:lvl1pPr>
            <a:lvl2pPr>
              <a:defRPr sz="2800"/>
            </a:lvl2pPr>
            <a:lvl3pPr>
              <a:defRPr sz="2400"/>
            </a:lvl3pPr>
            <a:lvl4pPr>
              <a:defRPr sz="2000"/>
            </a:lvl4pPr>
            <a:lvl5pPr>
              <a:defRPr sz="2000"/>
            </a:lvl5pPr>
            <a:lvl6pPr>
              <a:defRPr sz="1800"/>
            </a:lvl6pPr>
            <a:lvl7pPr>
              <a:defRPr sz="1800"/>
            </a:lvl7pPr>
            <a:lvl8pPr>
              <a:defRPr sz="1800"/>
            </a:lvl8pPr>
            <a:lvl9pPr>
              <a:defRPr sz="1800"/>
            </a:lvl9pPr>
          </a:lstStyle>
          <a:p>
            <a:pPr lvl="0"/>
            <a:r>
              <a:rPr lang="en-US"/>
              <a:t>Click to edit Master text styles</a:t>
            </a:r>
          </a:p>
        </p:txBody>
      </p:sp>
      <p:sp>
        <p:nvSpPr>
          <p:cNvPr id="22" name="Content Placeholder 3">
            <a:extLst>
              <a:ext uri="{FF2B5EF4-FFF2-40B4-BE49-F238E27FC236}">
                <a16:creationId xmlns:a16="http://schemas.microsoft.com/office/drawing/2014/main" id="{3E39D719-3B3B-4F96-BE3F-4E767D23D3DC}"/>
              </a:ext>
            </a:extLst>
          </p:cNvPr>
          <p:cNvSpPr>
            <a:spLocks noGrp="1"/>
          </p:cNvSpPr>
          <p:nvPr>
            <p:ph sz="half" idx="13"/>
          </p:nvPr>
        </p:nvSpPr>
        <p:spPr>
          <a:xfrm>
            <a:off x="8763000" y="2680855"/>
            <a:ext cx="2819400" cy="900545"/>
          </a:xfrm>
        </p:spPr>
        <p:txBody>
          <a:bodyPr/>
          <a:lstStyle>
            <a:lvl1pPr>
              <a:defRPr sz="3200"/>
            </a:lvl1pPr>
            <a:lvl2pPr>
              <a:defRPr sz="2800"/>
            </a:lvl2pPr>
            <a:lvl3pPr>
              <a:defRPr sz="2400"/>
            </a:lvl3pPr>
            <a:lvl4pPr>
              <a:defRPr sz="2000"/>
            </a:lvl4pPr>
            <a:lvl5pPr>
              <a:defRPr sz="2000"/>
            </a:lvl5pPr>
            <a:lvl6pPr>
              <a:defRPr sz="1800"/>
            </a:lvl6pPr>
            <a:lvl7pPr>
              <a:defRPr sz="1800"/>
            </a:lvl7pPr>
            <a:lvl8pPr>
              <a:defRPr sz="1800"/>
            </a:lvl8pPr>
            <a:lvl9pPr>
              <a:defRPr sz="1800"/>
            </a:lvl9pPr>
          </a:lstStyle>
          <a:p>
            <a:pPr lvl="0"/>
            <a:r>
              <a:rPr lang="en-US"/>
              <a:t>Click to edit Master text styles</a:t>
            </a:r>
            <a:endParaRPr lang="vi-VN"/>
          </a:p>
        </p:txBody>
      </p:sp>
      <p:sp>
        <p:nvSpPr>
          <p:cNvPr id="23" name="Content Placeholder 2">
            <a:extLst>
              <a:ext uri="{FF2B5EF4-FFF2-40B4-BE49-F238E27FC236}">
                <a16:creationId xmlns:a16="http://schemas.microsoft.com/office/drawing/2014/main" id="{D7791AFD-E53B-48D7-8A3C-24F9B9314932}"/>
              </a:ext>
            </a:extLst>
          </p:cNvPr>
          <p:cNvSpPr>
            <a:spLocks noGrp="1"/>
          </p:cNvSpPr>
          <p:nvPr>
            <p:ph sz="half" idx="14"/>
          </p:nvPr>
        </p:nvSpPr>
        <p:spPr>
          <a:xfrm>
            <a:off x="609600" y="3733801"/>
            <a:ext cx="8077200" cy="990599"/>
          </a:xfrm>
        </p:spPr>
        <p:txBody>
          <a:bodyPr/>
          <a:lstStyle>
            <a:lvl1pPr>
              <a:defRPr sz="3200"/>
            </a:lvl1pPr>
            <a:lvl2pPr>
              <a:defRPr sz="2800"/>
            </a:lvl2pPr>
            <a:lvl3pPr>
              <a:defRPr sz="2400"/>
            </a:lvl3pPr>
            <a:lvl4pPr>
              <a:defRPr sz="2000"/>
            </a:lvl4pPr>
            <a:lvl5pPr>
              <a:defRPr sz="2000"/>
            </a:lvl5pPr>
            <a:lvl6pPr>
              <a:defRPr sz="1800"/>
            </a:lvl6pPr>
            <a:lvl7pPr>
              <a:defRPr sz="1800"/>
            </a:lvl7pPr>
            <a:lvl8pPr>
              <a:defRPr sz="1800"/>
            </a:lvl8pPr>
            <a:lvl9pPr>
              <a:defRPr sz="1800"/>
            </a:lvl9pPr>
          </a:lstStyle>
          <a:p>
            <a:pPr lvl="0"/>
            <a:r>
              <a:rPr lang="en-US"/>
              <a:t>Click to edit Master text styles</a:t>
            </a:r>
          </a:p>
        </p:txBody>
      </p:sp>
      <p:sp>
        <p:nvSpPr>
          <p:cNvPr id="24" name="Content Placeholder 3">
            <a:extLst>
              <a:ext uri="{FF2B5EF4-FFF2-40B4-BE49-F238E27FC236}">
                <a16:creationId xmlns:a16="http://schemas.microsoft.com/office/drawing/2014/main" id="{7784060D-E07A-4765-948A-FC9071F8DDC5}"/>
              </a:ext>
            </a:extLst>
          </p:cNvPr>
          <p:cNvSpPr>
            <a:spLocks noGrp="1"/>
          </p:cNvSpPr>
          <p:nvPr>
            <p:ph sz="half" idx="15"/>
          </p:nvPr>
        </p:nvSpPr>
        <p:spPr>
          <a:xfrm>
            <a:off x="8763000" y="3733801"/>
            <a:ext cx="2819400" cy="990599"/>
          </a:xfrm>
        </p:spPr>
        <p:txBody>
          <a:bodyPr/>
          <a:lstStyle>
            <a:lvl1pPr>
              <a:defRPr sz="3200"/>
            </a:lvl1pPr>
            <a:lvl2pPr>
              <a:defRPr sz="2800"/>
            </a:lvl2pPr>
            <a:lvl3pPr>
              <a:defRPr sz="2400"/>
            </a:lvl3pPr>
            <a:lvl4pPr>
              <a:defRPr sz="2000"/>
            </a:lvl4pPr>
            <a:lvl5pPr>
              <a:defRPr sz="2000"/>
            </a:lvl5pPr>
            <a:lvl6pPr>
              <a:defRPr sz="1800"/>
            </a:lvl6pPr>
            <a:lvl7pPr>
              <a:defRPr sz="1800"/>
            </a:lvl7pPr>
            <a:lvl8pPr>
              <a:defRPr sz="1800"/>
            </a:lvl8pPr>
            <a:lvl9pPr>
              <a:defRPr sz="1800"/>
            </a:lvl9pPr>
          </a:lstStyle>
          <a:p>
            <a:pPr lvl="0"/>
            <a:r>
              <a:rPr lang="en-US"/>
              <a:t>Click to edit Master text styles</a:t>
            </a:r>
            <a:endParaRPr lang="vi-VN"/>
          </a:p>
        </p:txBody>
      </p:sp>
      <p:sp>
        <p:nvSpPr>
          <p:cNvPr id="25" name="Content Placeholder 2">
            <a:extLst>
              <a:ext uri="{FF2B5EF4-FFF2-40B4-BE49-F238E27FC236}">
                <a16:creationId xmlns:a16="http://schemas.microsoft.com/office/drawing/2014/main" id="{A67EFF06-2483-4600-B6B9-3D1CE50220DD}"/>
              </a:ext>
            </a:extLst>
          </p:cNvPr>
          <p:cNvSpPr>
            <a:spLocks noGrp="1"/>
          </p:cNvSpPr>
          <p:nvPr>
            <p:ph sz="half" idx="16"/>
          </p:nvPr>
        </p:nvSpPr>
        <p:spPr>
          <a:xfrm>
            <a:off x="609600" y="4814455"/>
            <a:ext cx="8077200" cy="900545"/>
          </a:xfrm>
        </p:spPr>
        <p:txBody>
          <a:bodyPr/>
          <a:lstStyle>
            <a:lvl1pPr>
              <a:defRPr sz="3200"/>
            </a:lvl1pPr>
            <a:lvl2pPr>
              <a:defRPr sz="2800"/>
            </a:lvl2pPr>
            <a:lvl3pPr>
              <a:defRPr sz="2400"/>
            </a:lvl3pPr>
            <a:lvl4pPr>
              <a:defRPr sz="2000"/>
            </a:lvl4pPr>
            <a:lvl5pPr>
              <a:defRPr sz="2000"/>
            </a:lvl5pPr>
            <a:lvl6pPr>
              <a:defRPr sz="1800"/>
            </a:lvl6pPr>
            <a:lvl7pPr>
              <a:defRPr sz="1800"/>
            </a:lvl7pPr>
            <a:lvl8pPr>
              <a:defRPr sz="1800"/>
            </a:lvl8pPr>
            <a:lvl9pPr>
              <a:defRPr sz="1800"/>
            </a:lvl9pPr>
          </a:lstStyle>
          <a:p>
            <a:pPr lvl="0"/>
            <a:r>
              <a:rPr lang="en-US"/>
              <a:t>Click to edit Master text styles</a:t>
            </a:r>
          </a:p>
        </p:txBody>
      </p:sp>
      <p:sp>
        <p:nvSpPr>
          <p:cNvPr id="26" name="Content Placeholder 3">
            <a:extLst>
              <a:ext uri="{FF2B5EF4-FFF2-40B4-BE49-F238E27FC236}">
                <a16:creationId xmlns:a16="http://schemas.microsoft.com/office/drawing/2014/main" id="{C22FA758-800C-4200-9C64-1F16B8C51CA7}"/>
              </a:ext>
            </a:extLst>
          </p:cNvPr>
          <p:cNvSpPr>
            <a:spLocks noGrp="1"/>
          </p:cNvSpPr>
          <p:nvPr>
            <p:ph sz="half" idx="17"/>
          </p:nvPr>
        </p:nvSpPr>
        <p:spPr>
          <a:xfrm>
            <a:off x="8763000" y="4814455"/>
            <a:ext cx="2819400" cy="900545"/>
          </a:xfrm>
        </p:spPr>
        <p:txBody>
          <a:bodyPr/>
          <a:lstStyle>
            <a:lvl1pPr>
              <a:defRPr sz="3200"/>
            </a:lvl1pPr>
            <a:lvl2pPr>
              <a:defRPr sz="2800"/>
            </a:lvl2pPr>
            <a:lvl3pPr>
              <a:defRPr sz="2400"/>
            </a:lvl3pPr>
            <a:lvl4pPr>
              <a:defRPr sz="2000"/>
            </a:lvl4pPr>
            <a:lvl5pPr>
              <a:defRPr sz="2000"/>
            </a:lvl5pPr>
            <a:lvl6pPr>
              <a:defRPr sz="1800"/>
            </a:lvl6pPr>
            <a:lvl7pPr>
              <a:defRPr sz="1800"/>
            </a:lvl7pPr>
            <a:lvl8pPr>
              <a:defRPr sz="1800"/>
            </a:lvl8pPr>
            <a:lvl9pPr>
              <a:defRPr sz="1800"/>
            </a:lvl9pPr>
          </a:lstStyle>
          <a:p>
            <a:pPr lvl="0"/>
            <a:r>
              <a:rPr lang="en-US"/>
              <a:t>Click to edit Master text styles</a:t>
            </a:r>
            <a:endParaRPr lang="vi-VN"/>
          </a:p>
        </p:txBody>
      </p:sp>
    </p:spTree>
    <p:extLst>
      <p:ext uri="{BB962C8B-B14F-4D97-AF65-F5344CB8AC3E}">
        <p14:creationId xmlns:p14="http://schemas.microsoft.com/office/powerpoint/2010/main" val="1809676352"/>
      </p:ext>
    </p:extLst>
  </p:cSld>
  <p:clrMapOvr>
    <a:masterClrMapping/>
  </p:clrMapOvr>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vi-VN"/>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7" name="Rectangle 4"/>
          <p:cNvSpPr>
            <a:spLocks noGrp="1" noChangeArrowheads="1"/>
          </p:cNvSpPr>
          <p:nvPr>
            <p:ph type="dt" sz="half" idx="10"/>
          </p:nvPr>
        </p:nvSpPr>
        <p:spPr>
          <a:xfrm>
            <a:off x="609600" y="6245225"/>
            <a:ext cx="2844800" cy="476250"/>
          </a:xfrm>
          <a:prstGeom prst="rect">
            <a:avLst/>
          </a:prstGeom>
          <a:ln/>
        </p:spPr>
        <p:txBody>
          <a:bodyPr/>
          <a:lstStyle>
            <a:lvl1pPr>
              <a:defRPr/>
            </a:lvl1pPr>
          </a:lstStyle>
          <a:p>
            <a:pPr>
              <a:defRPr/>
            </a:pPr>
            <a:fld id="{B0E5A6EA-EB31-4A91-90CD-BB8F6438FCF1}" type="datetime1">
              <a:rPr lang="en-US" smtClean="0"/>
              <a:t>10/17/2023</a:t>
            </a:fld>
            <a:endParaRPr lang="en-US"/>
          </a:p>
        </p:txBody>
      </p:sp>
      <p:sp>
        <p:nvSpPr>
          <p:cNvPr id="8" name="Rectangle 5"/>
          <p:cNvSpPr>
            <a:spLocks noGrp="1" noChangeArrowheads="1"/>
          </p:cNvSpPr>
          <p:nvPr>
            <p:ph type="ftr" sz="quarter" idx="11"/>
          </p:nvPr>
        </p:nvSpPr>
        <p:spPr>
          <a:xfrm>
            <a:off x="4165600" y="6245225"/>
            <a:ext cx="3860800" cy="476250"/>
          </a:xfrm>
          <a:prstGeom prst="rect">
            <a:avLst/>
          </a:prstGeom>
          <a:ln/>
        </p:spPr>
        <p:txBody>
          <a:bodyPr/>
          <a:lstStyle>
            <a:lvl1pPr>
              <a:defRPr/>
            </a:lvl1pPr>
          </a:lstStyle>
          <a:p>
            <a:pPr>
              <a:defRPr/>
            </a:pPr>
            <a:r>
              <a:rPr lang="en-US"/>
              <a:t>Trang</a:t>
            </a:r>
          </a:p>
        </p:txBody>
      </p:sp>
    </p:spTree>
    <p:extLst>
      <p:ext uri="{BB962C8B-B14F-4D97-AF65-F5344CB8AC3E}">
        <p14:creationId xmlns:p14="http://schemas.microsoft.com/office/powerpoint/2010/main" val="2132287914"/>
      </p:ext>
    </p:extLst>
  </p:cSld>
  <p:clrMapOvr>
    <a:masterClrMapping/>
  </p:clrMapOvr>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twoTxTwoObj" preserve="1">
  <p:cSld name="2_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vi-VN"/>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998632"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7" name="Rectangle 4"/>
          <p:cNvSpPr>
            <a:spLocks noGrp="1" noChangeArrowheads="1"/>
          </p:cNvSpPr>
          <p:nvPr>
            <p:ph type="dt" sz="half" idx="10"/>
          </p:nvPr>
        </p:nvSpPr>
        <p:spPr>
          <a:xfrm>
            <a:off x="609600" y="6245225"/>
            <a:ext cx="2844800" cy="476250"/>
          </a:xfrm>
          <a:prstGeom prst="rect">
            <a:avLst/>
          </a:prstGeom>
          <a:ln/>
        </p:spPr>
        <p:txBody>
          <a:bodyPr/>
          <a:lstStyle>
            <a:lvl1pPr>
              <a:defRPr/>
            </a:lvl1pPr>
          </a:lstStyle>
          <a:p>
            <a:pPr>
              <a:defRPr/>
            </a:pPr>
            <a:fld id="{B0E5A6EA-EB31-4A91-90CD-BB8F6438FCF1}" type="datetime1">
              <a:rPr lang="en-US" smtClean="0"/>
              <a:t>10/17/2023</a:t>
            </a:fld>
            <a:endParaRPr lang="en-US"/>
          </a:p>
        </p:txBody>
      </p:sp>
      <p:sp>
        <p:nvSpPr>
          <p:cNvPr id="8" name="Rectangle 5"/>
          <p:cNvSpPr>
            <a:spLocks noGrp="1" noChangeArrowheads="1"/>
          </p:cNvSpPr>
          <p:nvPr>
            <p:ph type="ftr" sz="quarter" idx="11"/>
          </p:nvPr>
        </p:nvSpPr>
        <p:spPr>
          <a:xfrm>
            <a:off x="4165600" y="6245225"/>
            <a:ext cx="3860800" cy="476250"/>
          </a:xfrm>
          <a:prstGeom prst="rect">
            <a:avLst/>
          </a:prstGeom>
          <a:ln/>
        </p:spPr>
        <p:txBody>
          <a:bodyPr/>
          <a:lstStyle>
            <a:lvl1pPr>
              <a:defRPr/>
            </a:lvl1pPr>
          </a:lstStyle>
          <a:p>
            <a:pPr>
              <a:defRPr/>
            </a:pPr>
            <a:r>
              <a:rPr lang="en-US"/>
              <a:t>Trang</a:t>
            </a:r>
          </a:p>
        </p:txBody>
      </p:sp>
    </p:spTree>
    <p:extLst>
      <p:ext uri="{BB962C8B-B14F-4D97-AF65-F5344CB8AC3E}">
        <p14:creationId xmlns:p14="http://schemas.microsoft.com/office/powerpoint/2010/main" val="3621836187"/>
      </p:ext>
    </p:extLst>
  </p:cSld>
  <p:clrMapOvr>
    <a:masterClrMapping/>
  </p:clrMapOvr>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_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vi-VN"/>
          </a:p>
        </p:txBody>
      </p:sp>
      <p:sp>
        <p:nvSpPr>
          <p:cNvPr id="3" name="Text Placeholder 2"/>
          <p:cNvSpPr>
            <a:spLocks noGrp="1"/>
          </p:cNvSpPr>
          <p:nvPr>
            <p:ph type="body" idx="1"/>
          </p:nvPr>
        </p:nvSpPr>
        <p:spPr>
          <a:xfrm>
            <a:off x="609600" y="1535113"/>
            <a:ext cx="10972800" cy="639762"/>
          </a:xfrm>
        </p:spPr>
        <p:txBody>
          <a:bodyPr anchor="b"/>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7" name="Rectangle 4"/>
          <p:cNvSpPr>
            <a:spLocks noGrp="1" noChangeArrowheads="1"/>
          </p:cNvSpPr>
          <p:nvPr>
            <p:ph type="dt" sz="half" idx="10"/>
          </p:nvPr>
        </p:nvSpPr>
        <p:spPr>
          <a:xfrm>
            <a:off x="609600" y="6245225"/>
            <a:ext cx="2844800" cy="476250"/>
          </a:xfrm>
          <a:prstGeom prst="rect">
            <a:avLst/>
          </a:prstGeom>
          <a:ln/>
        </p:spPr>
        <p:txBody>
          <a:bodyPr/>
          <a:lstStyle>
            <a:lvl1pPr>
              <a:defRPr/>
            </a:lvl1pPr>
          </a:lstStyle>
          <a:p>
            <a:pPr>
              <a:defRPr/>
            </a:pPr>
            <a:fld id="{B0E5A6EA-EB31-4A91-90CD-BB8F6438FCF1}" type="datetime1">
              <a:rPr lang="en-US" smtClean="0"/>
              <a:t>10/17/2023</a:t>
            </a:fld>
            <a:endParaRPr lang="en-US"/>
          </a:p>
        </p:txBody>
      </p:sp>
      <p:sp>
        <p:nvSpPr>
          <p:cNvPr id="8" name="Rectangle 5"/>
          <p:cNvSpPr>
            <a:spLocks noGrp="1" noChangeArrowheads="1"/>
          </p:cNvSpPr>
          <p:nvPr>
            <p:ph type="ftr" sz="quarter" idx="11"/>
          </p:nvPr>
        </p:nvSpPr>
        <p:spPr>
          <a:xfrm>
            <a:off x="4165600" y="6245225"/>
            <a:ext cx="3860800" cy="476250"/>
          </a:xfrm>
          <a:prstGeom prst="rect">
            <a:avLst/>
          </a:prstGeom>
          <a:ln/>
        </p:spPr>
        <p:txBody>
          <a:bodyPr/>
          <a:lstStyle>
            <a:lvl1pPr>
              <a:defRPr/>
            </a:lvl1pPr>
          </a:lstStyle>
          <a:p>
            <a:pPr>
              <a:defRPr/>
            </a:pPr>
            <a:r>
              <a:rPr lang="en-US"/>
              <a:t>Trang</a:t>
            </a:r>
          </a:p>
        </p:txBody>
      </p:sp>
    </p:spTree>
    <p:extLst>
      <p:ext uri="{BB962C8B-B14F-4D97-AF65-F5344CB8AC3E}">
        <p14:creationId xmlns:p14="http://schemas.microsoft.com/office/powerpoint/2010/main" val="2792634591"/>
      </p:ext>
    </p:extLst>
  </p:cSld>
  <p:clrMapOvr>
    <a:masterClrMapping/>
  </p:clrMapOvr>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3_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vi-VN"/>
          </a:p>
        </p:txBody>
      </p:sp>
      <p:sp>
        <p:nvSpPr>
          <p:cNvPr id="3" name="Text Placeholder 2"/>
          <p:cNvSpPr>
            <a:spLocks noGrp="1"/>
          </p:cNvSpPr>
          <p:nvPr>
            <p:ph type="body" idx="1"/>
          </p:nvPr>
        </p:nvSpPr>
        <p:spPr>
          <a:xfrm>
            <a:off x="609600" y="1535113"/>
            <a:ext cx="10972800" cy="639762"/>
          </a:xfrm>
        </p:spPr>
        <p:txBody>
          <a:bodyPr anchor="b"/>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6" name="Content Placeholder 5"/>
          <p:cNvSpPr>
            <a:spLocks noGrp="1"/>
          </p:cNvSpPr>
          <p:nvPr>
            <p:ph sz="quarter" idx="4"/>
          </p:nvPr>
        </p:nvSpPr>
        <p:spPr>
          <a:xfrm>
            <a:off x="6193368" y="2174875"/>
            <a:ext cx="5998632"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7" name="Rectangle 4"/>
          <p:cNvSpPr>
            <a:spLocks noGrp="1" noChangeArrowheads="1"/>
          </p:cNvSpPr>
          <p:nvPr>
            <p:ph type="dt" sz="half" idx="10"/>
          </p:nvPr>
        </p:nvSpPr>
        <p:spPr>
          <a:xfrm>
            <a:off x="609600" y="6245225"/>
            <a:ext cx="2844800" cy="476250"/>
          </a:xfrm>
          <a:prstGeom prst="rect">
            <a:avLst/>
          </a:prstGeom>
          <a:ln/>
        </p:spPr>
        <p:txBody>
          <a:bodyPr/>
          <a:lstStyle>
            <a:lvl1pPr>
              <a:defRPr/>
            </a:lvl1pPr>
          </a:lstStyle>
          <a:p>
            <a:pPr>
              <a:defRPr/>
            </a:pPr>
            <a:fld id="{B0E5A6EA-EB31-4A91-90CD-BB8F6438FCF1}" type="datetime1">
              <a:rPr lang="en-US" smtClean="0"/>
              <a:t>10/17/2023</a:t>
            </a:fld>
            <a:endParaRPr lang="en-US"/>
          </a:p>
        </p:txBody>
      </p:sp>
      <p:sp>
        <p:nvSpPr>
          <p:cNvPr id="8" name="Rectangle 5"/>
          <p:cNvSpPr>
            <a:spLocks noGrp="1" noChangeArrowheads="1"/>
          </p:cNvSpPr>
          <p:nvPr>
            <p:ph type="ftr" sz="quarter" idx="11"/>
          </p:nvPr>
        </p:nvSpPr>
        <p:spPr>
          <a:xfrm>
            <a:off x="4165600" y="6245225"/>
            <a:ext cx="3860800" cy="476250"/>
          </a:xfrm>
          <a:prstGeom prst="rect">
            <a:avLst/>
          </a:prstGeom>
          <a:ln/>
        </p:spPr>
        <p:txBody>
          <a:bodyPr/>
          <a:lstStyle>
            <a:lvl1pPr>
              <a:defRPr/>
            </a:lvl1pPr>
          </a:lstStyle>
          <a:p>
            <a:pPr>
              <a:defRPr/>
            </a:pPr>
            <a:r>
              <a:rPr lang="en-US"/>
              <a:t>Trang</a:t>
            </a:r>
          </a:p>
        </p:txBody>
      </p:sp>
    </p:spTree>
    <p:extLst>
      <p:ext uri="{BB962C8B-B14F-4D97-AF65-F5344CB8AC3E}">
        <p14:creationId xmlns:p14="http://schemas.microsoft.com/office/powerpoint/2010/main" val="3893050084"/>
      </p:ext>
    </p:extLst>
  </p:cSld>
  <p:clrMapOvr>
    <a:masterClrMapping/>
  </p:clrMapOvr>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4_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vi-VN"/>
          </a:p>
        </p:txBody>
      </p:sp>
      <p:sp>
        <p:nvSpPr>
          <p:cNvPr id="3" name="Text Placeholder 2"/>
          <p:cNvSpPr>
            <a:spLocks noGrp="1"/>
          </p:cNvSpPr>
          <p:nvPr>
            <p:ph type="body" idx="1"/>
          </p:nvPr>
        </p:nvSpPr>
        <p:spPr>
          <a:xfrm>
            <a:off x="-2114" y="1535113"/>
            <a:ext cx="12194114" cy="639762"/>
          </a:xfrm>
        </p:spPr>
        <p:txBody>
          <a:bodyPr anchor="b"/>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114" y="2174875"/>
            <a:ext cx="5998632"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6" name="Content Placeholder 5"/>
          <p:cNvSpPr>
            <a:spLocks noGrp="1"/>
          </p:cNvSpPr>
          <p:nvPr>
            <p:ph sz="quarter" idx="4"/>
          </p:nvPr>
        </p:nvSpPr>
        <p:spPr>
          <a:xfrm>
            <a:off x="6193368" y="2174875"/>
            <a:ext cx="5998632"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7" name="Rectangle 4"/>
          <p:cNvSpPr>
            <a:spLocks noGrp="1" noChangeArrowheads="1"/>
          </p:cNvSpPr>
          <p:nvPr>
            <p:ph type="dt" sz="half" idx="10"/>
          </p:nvPr>
        </p:nvSpPr>
        <p:spPr>
          <a:xfrm>
            <a:off x="609600" y="6245225"/>
            <a:ext cx="2844800" cy="476250"/>
          </a:xfrm>
          <a:prstGeom prst="rect">
            <a:avLst/>
          </a:prstGeom>
          <a:ln/>
        </p:spPr>
        <p:txBody>
          <a:bodyPr/>
          <a:lstStyle>
            <a:lvl1pPr>
              <a:defRPr/>
            </a:lvl1pPr>
          </a:lstStyle>
          <a:p>
            <a:pPr>
              <a:defRPr/>
            </a:pPr>
            <a:fld id="{B0E5A6EA-EB31-4A91-90CD-BB8F6438FCF1}" type="datetime1">
              <a:rPr lang="en-US" smtClean="0"/>
              <a:t>10/17/2023</a:t>
            </a:fld>
            <a:endParaRPr lang="en-US"/>
          </a:p>
        </p:txBody>
      </p:sp>
      <p:sp>
        <p:nvSpPr>
          <p:cNvPr id="8" name="Rectangle 5"/>
          <p:cNvSpPr>
            <a:spLocks noGrp="1" noChangeArrowheads="1"/>
          </p:cNvSpPr>
          <p:nvPr>
            <p:ph type="ftr" sz="quarter" idx="11"/>
          </p:nvPr>
        </p:nvSpPr>
        <p:spPr>
          <a:xfrm>
            <a:off x="4165600" y="6245225"/>
            <a:ext cx="3860800" cy="476250"/>
          </a:xfrm>
          <a:prstGeom prst="rect">
            <a:avLst/>
          </a:prstGeom>
          <a:ln/>
        </p:spPr>
        <p:txBody>
          <a:bodyPr/>
          <a:lstStyle>
            <a:lvl1pPr>
              <a:defRPr/>
            </a:lvl1pPr>
          </a:lstStyle>
          <a:p>
            <a:pPr>
              <a:defRPr/>
            </a:pPr>
            <a:r>
              <a:rPr lang="en-US"/>
              <a:t>Trang</a:t>
            </a:r>
          </a:p>
        </p:txBody>
      </p:sp>
    </p:spTree>
    <p:extLst>
      <p:ext uri="{BB962C8B-B14F-4D97-AF65-F5344CB8AC3E}">
        <p14:creationId xmlns:p14="http://schemas.microsoft.com/office/powerpoint/2010/main" val="2145515960"/>
      </p:ext>
    </p:extLst>
  </p:cSld>
  <p:clrMapOvr>
    <a:masterClrMapping/>
  </p:clrMapOvr>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vi-VN"/>
          </a:p>
        </p:txBody>
      </p:sp>
      <p:sp>
        <p:nvSpPr>
          <p:cNvPr id="3" name="Rectangle 4"/>
          <p:cNvSpPr>
            <a:spLocks noGrp="1" noChangeArrowheads="1"/>
          </p:cNvSpPr>
          <p:nvPr>
            <p:ph type="dt" sz="half" idx="10"/>
          </p:nvPr>
        </p:nvSpPr>
        <p:spPr>
          <a:xfrm>
            <a:off x="609600" y="6245225"/>
            <a:ext cx="2844800" cy="476250"/>
          </a:xfrm>
          <a:prstGeom prst="rect">
            <a:avLst/>
          </a:prstGeom>
          <a:ln/>
        </p:spPr>
        <p:txBody>
          <a:bodyPr/>
          <a:lstStyle>
            <a:lvl1pPr>
              <a:defRPr/>
            </a:lvl1pPr>
          </a:lstStyle>
          <a:p>
            <a:pPr>
              <a:defRPr/>
            </a:pPr>
            <a:fld id="{C4F9C9E2-06BB-41C5-A984-A694C29A16A3}" type="datetime1">
              <a:rPr lang="en-US" smtClean="0"/>
              <a:t>10/17/2023</a:t>
            </a:fld>
            <a:endParaRPr lang="en-US"/>
          </a:p>
        </p:txBody>
      </p:sp>
      <p:sp>
        <p:nvSpPr>
          <p:cNvPr id="4" name="Rectangle 5"/>
          <p:cNvSpPr>
            <a:spLocks noGrp="1" noChangeArrowheads="1"/>
          </p:cNvSpPr>
          <p:nvPr>
            <p:ph type="ftr" sz="quarter" idx="11"/>
          </p:nvPr>
        </p:nvSpPr>
        <p:spPr>
          <a:xfrm>
            <a:off x="4165600" y="6245225"/>
            <a:ext cx="3860800" cy="476250"/>
          </a:xfrm>
          <a:prstGeom prst="rect">
            <a:avLst/>
          </a:prstGeom>
          <a:ln/>
        </p:spPr>
        <p:txBody>
          <a:bodyPr/>
          <a:lstStyle>
            <a:lvl1pPr>
              <a:defRPr/>
            </a:lvl1pPr>
          </a:lstStyle>
          <a:p>
            <a:pPr>
              <a:defRPr/>
            </a:pPr>
            <a:r>
              <a:rPr lang="en-US"/>
              <a:t>Trang</a:t>
            </a:r>
          </a:p>
        </p:txBody>
      </p:sp>
    </p:spTree>
    <p:extLst>
      <p:ext uri="{BB962C8B-B14F-4D97-AF65-F5344CB8AC3E}">
        <p14:creationId xmlns:p14="http://schemas.microsoft.com/office/powerpoint/2010/main" val="4112719614"/>
      </p:ext>
    </p:extLst>
  </p:cSld>
  <p:clrMapOvr>
    <a:masterClrMapping/>
  </p:clrMapOvr>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xfrm>
            <a:off x="609600" y="6245225"/>
            <a:ext cx="2844800" cy="476250"/>
          </a:xfrm>
          <a:prstGeom prst="rect">
            <a:avLst/>
          </a:prstGeom>
          <a:ln/>
        </p:spPr>
        <p:txBody>
          <a:bodyPr/>
          <a:lstStyle>
            <a:lvl1pPr>
              <a:defRPr/>
            </a:lvl1pPr>
          </a:lstStyle>
          <a:p>
            <a:pPr>
              <a:defRPr/>
            </a:pPr>
            <a:fld id="{73CC2845-9148-4B5B-9562-D246E4219F47}" type="datetime1">
              <a:rPr lang="en-US" smtClean="0"/>
              <a:t>10/17/2023</a:t>
            </a:fld>
            <a:endParaRPr lang="en-US"/>
          </a:p>
        </p:txBody>
      </p:sp>
      <p:sp>
        <p:nvSpPr>
          <p:cNvPr id="3" name="Rectangle 5"/>
          <p:cNvSpPr>
            <a:spLocks noGrp="1" noChangeArrowheads="1"/>
          </p:cNvSpPr>
          <p:nvPr>
            <p:ph type="ftr" sz="quarter" idx="11"/>
          </p:nvPr>
        </p:nvSpPr>
        <p:spPr>
          <a:xfrm>
            <a:off x="4165600" y="6245225"/>
            <a:ext cx="3860800" cy="476250"/>
          </a:xfrm>
          <a:prstGeom prst="rect">
            <a:avLst/>
          </a:prstGeom>
          <a:ln/>
        </p:spPr>
        <p:txBody>
          <a:bodyPr/>
          <a:lstStyle>
            <a:lvl1pPr>
              <a:defRPr/>
            </a:lvl1pPr>
          </a:lstStyle>
          <a:p>
            <a:pPr>
              <a:defRPr/>
            </a:pPr>
            <a:r>
              <a:rPr lang="en-US"/>
              <a:t>Trang</a:t>
            </a:r>
          </a:p>
        </p:txBody>
      </p:sp>
    </p:spTree>
    <p:extLst>
      <p:ext uri="{BB962C8B-B14F-4D97-AF65-F5344CB8AC3E}">
        <p14:creationId xmlns:p14="http://schemas.microsoft.com/office/powerpoint/2010/main" val="1566854824"/>
      </p:ext>
    </p:extLst>
  </p:cSld>
  <p:clrMapOvr>
    <a:masterClrMapping/>
  </p:clrMapOvr>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endParaRPr lang="vi-VN"/>
          </a:p>
        </p:txBody>
      </p:sp>
      <p:sp>
        <p:nvSpPr>
          <p:cNvPr id="3" name="Content Placeholder 2"/>
          <p:cNvSpPr>
            <a:spLocks noGrp="1"/>
          </p:cNvSpPr>
          <p:nvPr>
            <p:ph idx="1"/>
          </p:nvPr>
        </p:nvSpPr>
        <p:spPr>
          <a:xfrm>
            <a:off x="4766733" y="273051"/>
            <a:ext cx="6815667" cy="5853113"/>
          </a:xfrm>
        </p:spPr>
        <p:txBody>
          <a:bodyPr/>
          <a:lstStyle>
            <a:lvl1pPr>
              <a:defRPr sz="2400"/>
            </a:lvl1pPr>
            <a:lvl2pPr>
              <a:defRPr sz="24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noChangeArrowheads="1"/>
          </p:cNvSpPr>
          <p:nvPr>
            <p:ph type="dt" sz="half" idx="10"/>
          </p:nvPr>
        </p:nvSpPr>
        <p:spPr>
          <a:xfrm>
            <a:off x="609600" y="6245225"/>
            <a:ext cx="2844800" cy="476250"/>
          </a:xfrm>
          <a:prstGeom prst="rect">
            <a:avLst/>
          </a:prstGeom>
          <a:ln/>
        </p:spPr>
        <p:txBody>
          <a:bodyPr/>
          <a:lstStyle>
            <a:lvl1pPr>
              <a:defRPr/>
            </a:lvl1pPr>
          </a:lstStyle>
          <a:p>
            <a:pPr>
              <a:defRPr/>
            </a:pPr>
            <a:fld id="{8A4F83F0-61E2-46D0-B6E3-3CB47DF90001}" type="datetime1">
              <a:rPr lang="en-US" smtClean="0"/>
              <a:t>10/17/2023</a:t>
            </a:fld>
            <a:endParaRPr lang="en-US"/>
          </a:p>
        </p:txBody>
      </p:sp>
      <p:sp>
        <p:nvSpPr>
          <p:cNvPr id="6" name="Footer Placeholder 5"/>
          <p:cNvSpPr>
            <a:spLocks noGrp="1" noChangeArrowheads="1"/>
          </p:cNvSpPr>
          <p:nvPr>
            <p:ph type="ftr" sz="quarter" idx="11"/>
          </p:nvPr>
        </p:nvSpPr>
        <p:spPr>
          <a:xfrm>
            <a:off x="4165600" y="6245225"/>
            <a:ext cx="3860800" cy="476250"/>
          </a:xfrm>
          <a:prstGeom prst="rect">
            <a:avLst/>
          </a:prstGeom>
          <a:ln/>
        </p:spPr>
        <p:txBody>
          <a:bodyPr/>
          <a:lstStyle>
            <a:lvl1pPr>
              <a:defRPr/>
            </a:lvl1pPr>
          </a:lstStyle>
          <a:p>
            <a:pPr>
              <a:defRPr/>
            </a:pPr>
            <a:r>
              <a:rPr lang="en-US"/>
              <a:t>Trang</a:t>
            </a:r>
          </a:p>
        </p:txBody>
      </p:sp>
    </p:spTree>
    <p:extLst>
      <p:ext uri="{BB962C8B-B14F-4D97-AF65-F5344CB8AC3E}">
        <p14:creationId xmlns:p14="http://schemas.microsoft.com/office/powerpoint/2010/main" val="3270007215"/>
      </p:ext>
    </p:extLst>
  </p:cSld>
  <p:clrMapOvr>
    <a:masterClrMapping/>
  </p:clrMapOvr>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endParaRPr lang="vi-VN"/>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vi-VN" noProof="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noChangeArrowheads="1"/>
          </p:cNvSpPr>
          <p:nvPr>
            <p:ph type="dt" sz="half" idx="10"/>
          </p:nvPr>
        </p:nvSpPr>
        <p:spPr>
          <a:xfrm>
            <a:off x="609600" y="6245225"/>
            <a:ext cx="2844800" cy="476250"/>
          </a:xfrm>
          <a:prstGeom prst="rect">
            <a:avLst/>
          </a:prstGeom>
          <a:ln/>
        </p:spPr>
        <p:txBody>
          <a:bodyPr/>
          <a:lstStyle>
            <a:lvl1pPr>
              <a:defRPr/>
            </a:lvl1pPr>
          </a:lstStyle>
          <a:p>
            <a:pPr>
              <a:defRPr/>
            </a:pPr>
            <a:fld id="{F5FA6EDE-9D0A-48DF-8DB7-E6E7C6725AE9}" type="datetime1">
              <a:rPr lang="en-US" smtClean="0"/>
              <a:t>10/17/2023</a:t>
            </a:fld>
            <a:endParaRPr lang="en-US"/>
          </a:p>
        </p:txBody>
      </p:sp>
      <p:sp>
        <p:nvSpPr>
          <p:cNvPr id="6" name="Footer Placeholder 5"/>
          <p:cNvSpPr>
            <a:spLocks noGrp="1" noChangeArrowheads="1"/>
          </p:cNvSpPr>
          <p:nvPr>
            <p:ph type="ftr" sz="quarter" idx="11"/>
          </p:nvPr>
        </p:nvSpPr>
        <p:spPr>
          <a:xfrm>
            <a:off x="4165600" y="6245225"/>
            <a:ext cx="3860800" cy="476250"/>
          </a:xfrm>
          <a:prstGeom prst="rect">
            <a:avLst/>
          </a:prstGeom>
          <a:ln/>
        </p:spPr>
        <p:txBody>
          <a:bodyPr/>
          <a:lstStyle>
            <a:lvl1pPr>
              <a:defRPr/>
            </a:lvl1pPr>
          </a:lstStyle>
          <a:p>
            <a:pPr>
              <a:defRPr/>
            </a:pPr>
            <a:r>
              <a:rPr lang="en-US"/>
              <a:t>Trang</a:t>
            </a:r>
          </a:p>
        </p:txBody>
      </p:sp>
    </p:spTree>
    <p:extLst>
      <p:ext uri="{BB962C8B-B14F-4D97-AF65-F5344CB8AC3E}">
        <p14:creationId xmlns:p14="http://schemas.microsoft.com/office/powerpoint/2010/main" val="2769033058"/>
      </p:ext>
    </p:extLst>
  </p:cSld>
  <p:clrMapOvr>
    <a:masterClrMapping/>
  </p:clrMapOvr>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vi-V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4" name="Rectangle 4"/>
          <p:cNvSpPr>
            <a:spLocks noGrp="1" noChangeArrowheads="1"/>
          </p:cNvSpPr>
          <p:nvPr>
            <p:ph type="dt" sz="half" idx="10"/>
          </p:nvPr>
        </p:nvSpPr>
        <p:spPr>
          <a:xfrm>
            <a:off x="609600" y="6245225"/>
            <a:ext cx="2844800" cy="476250"/>
          </a:xfrm>
          <a:prstGeom prst="rect">
            <a:avLst/>
          </a:prstGeom>
          <a:ln/>
        </p:spPr>
        <p:txBody>
          <a:bodyPr/>
          <a:lstStyle>
            <a:lvl1pPr>
              <a:defRPr/>
            </a:lvl1pPr>
          </a:lstStyle>
          <a:p>
            <a:pPr>
              <a:defRPr/>
            </a:pPr>
            <a:fld id="{0735CB54-6AB1-4B04-9998-2469A6BA0B58}" type="datetime1">
              <a:rPr lang="en-US" smtClean="0"/>
              <a:t>10/17/2023</a:t>
            </a:fld>
            <a:endParaRPr lang="en-US"/>
          </a:p>
        </p:txBody>
      </p:sp>
      <p:sp>
        <p:nvSpPr>
          <p:cNvPr id="5" name="Rectangle 5"/>
          <p:cNvSpPr>
            <a:spLocks noGrp="1" noChangeArrowheads="1"/>
          </p:cNvSpPr>
          <p:nvPr>
            <p:ph type="ftr" sz="quarter" idx="11"/>
          </p:nvPr>
        </p:nvSpPr>
        <p:spPr>
          <a:xfrm>
            <a:off x="4165600" y="6245225"/>
            <a:ext cx="3860800" cy="476250"/>
          </a:xfrm>
          <a:prstGeom prst="rect">
            <a:avLst/>
          </a:prstGeom>
          <a:ln/>
        </p:spPr>
        <p:txBody>
          <a:bodyPr/>
          <a:lstStyle>
            <a:lvl1pPr>
              <a:defRPr/>
            </a:lvl1pPr>
          </a:lstStyle>
          <a:p>
            <a:pPr>
              <a:defRPr/>
            </a:pPr>
            <a:r>
              <a:rPr lang="en-US"/>
              <a:t>Trang</a:t>
            </a:r>
          </a:p>
        </p:txBody>
      </p:sp>
    </p:spTree>
    <p:extLst>
      <p:ext uri="{BB962C8B-B14F-4D97-AF65-F5344CB8AC3E}">
        <p14:creationId xmlns:p14="http://schemas.microsoft.com/office/powerpoint/2010/main" val="99188231"/>
      </p:ext>
    </p:extLst>
  </p:cSld>
  <p:clrMapOvr>
    <a:masterClrMapping/>
  </p:clrMapOvr>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endParaRPr lang="vi-VN"/>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4" name="Rectangle 4"/>
          <p:cNvSpPr>
            <a:spLocks noGrp="1" noChangeArrowheads="1"/>
          </p:cNvSpPr>
          <p:nvPr>
            <p:ph type="dt" sz="half" idx="10"/>
          </p:nvPr>
        </p:nvSpPr>
        <p:spPr>
          <a:xfrm>
            <a:off x="609600" y="6245225"/>
            <a:ext cx="2844800" cy="476250"/>
          </a:xfrm>
          <a:prstGeom prst="rect">
            <a:avLst/>
          </a:prstGeom>
          <a:ln/>
        </p:spPr>
        <p:txBody>
          <a:bodyPr/>
          <a:lstStyle>
            <a:lvl1pPr>
              <a:defRPr/>
            </a:lvl1pPr>
          </a:lstStyle>
          <a:p>
            <a:pPr>
              <a:defRPr/>
            </a:pPr>
            <a:fld id="{ED9D2B26-C4DE-45F6-A82F-4DCF9E9E95FB}" type="datetime1">
              <a:rPr lang="en-US" smtClean="0"/>
              <a:t>10/17/2023</a:t>
            </a:fld>
            <a:endParaRPr lang="en-US"/>
          </a:p>
        </p:txBody>
      </p:sp>
      <p:sp>
        <p:nvSpPr>
          <p:cNvPr id="5" name="Rectangle 5"/>
          <p:cNvSpPr>
            <a:spLocks noGrp="1" noChangeArrowheads="1"/>
          </p:cNvSpPr>
          <p:nvPr>
            <p:ph type="ftr" sz="quarter" idx="11"/>
          </p:nvPr>
        </p:nvSpPr>
        <p:spPr>
          <a:xfrm>
            <a:off x="4165600" y="6245225"/>
            <a:ext cx="3860800" cy="476250"/>
          </a:xfrm>
          <a:prstGeom prst="rect">
            <a:avLst/>
          </a:prstGeom>
          <a:ln/>
        </p:spPr>
        <p:txBody>
          <a:bodyPr/>
          <a:lstStyle>
            <a:lvl1pPr>
              <a:defRPr/>
            </a:lvl1pPr>
          </a:lstStyle>
          <a:p>
            <a:pPr>
              <a:defRPr/>
            </a:pPr>
            <a:r>
              <a:rPr lang="en-US"/>
              <a:t>Trang</a:t>
            </a:r>
          </a:p>
        </p:txBody>
      </p:sp>
    </p:spTree>
    <p:extLst>
      <p:ext uri="{BB962C8B-B14F-4D97-AF65-F5344CB8AC3E}">
        <p14:creationId xmlns:p14="http://schemas.microsoft.com/office/powerpoint/2010/main" val="853480290"/>
      </p:ext>
    </p:extLst>
  </p:cSld>
  <p:clrMapOvr>
    <a:masterClrMapping/>
  </p:clrMapOvr>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BE249C8-BF7A-4990-B3B9-274312BE8A3E}"/>
              </a:ext>
            </a:extLst>
          </p:cNvPr>
          <p:cNvSpPr>
            <a:spLocks noGrp="1"/>
          </p:cNvSpPr>
          <p:nvPr>
            <p:ph idx="1"/>
          </p:nvPr>
        </p:nvSpPr>
        <p:spPr>
          <a:xfrm>
            <a:off x="609600" y="228601"/>
            <a:ext cx="10972800" cy="5897563"/>
          </a:xfrm>
        </p:spPr>
        <p:txBody>
          <a:bodyPr/>
          <a:lstStyle>
            <a:lvl1pPr>
              <a:defRPr sz="2400"/>
            </a:lvl1pPr>
            <a:lvl2pPr>
              <a:defRPr sz="2400"/>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Tree>
    <p:extLst>
      <p:ext uri="{BB962C8B-B14F-4D97-AF65-F5344CB8AC3E}">
        <p14:creationId xmlns:p14="http://schemas.microsoft.com/office/powerpoint/2010/main" val="3112211684"/>
      </p:ext>
    </p:extLst>
  </p:cSld>
  <p:clrMapOvr>
    <a:masterClrMapping/>
  </p:clrMapOvr>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2_Title Slide">
  <p:cSld name="2_Title Slide">
    <p:spTree>
      <p:nvGrpSpPr>
        <p:cNvPr id="1" name="Shape 36"/>
        <p:cNvGrpSpPr/>
        <p:nvPr/>
      </p:nvGrpSpPr>
      <p:grpSpPr>
        <a:xfrm>
          <a:off x="0" y="0"/>
          <a:ext cx="0" cy="0"/>
          <a:chOff x="0" y="0"/>
          <a:chExt cx="0" cy="0"/>
        </a:xfrm>
      </p:grpSpPr>
      <p:sp>
        <p:nvSpPr>
          <p:cNvPr id="37" name="Google Shape;37;p51"/>
          <p:cNvSpPr txBox="1">
            <a:spLocks noGrp="1"/>
          </p:cNvSpPr>
          <p:nvPr>
            <p:ph type="ctrTitle"/>
          </p:nvPr>
        </p:nvSpPr>
        <p:spPr>
          <a:xfrm>
            <a:off x="228600" y="2130426"/>
            <a:ext cx="11811000" cy="3508374"/>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38" name="Google Shape;38;p51"/>
          <p:cNvSpPr txBox="1">
            <a:spLocks noGrp="1"/>
          </p:cNvSpPr>
          <p:nvPr>
            <p:ph type="dt" idx="10"/>
          </p:nvPr>
        </p:nvSpPr>
        <p:spPr>
          <a:xfrm>
            <a:off x="609600" y="6245225"/>
            <a:ext cx="2844800" cy="47625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9pPr>
          </a:lstStyle>
          <a:p>
            <a:endParaRPr/>
          </a:p>
        </p:txBody>
      </p:sp>
      <p:sp>
        <p:nvSpPr>
          <p:cNvPr id="39" name="Google Shape;39;p51"/>
          <p:cNvSpPr txBox="1">
            <a:spLocks noGrp="1"/>
          </p:cNvSpPr>
          <p:nvPr>
            <p:ph type="ftr" idx="11"/>
          </p:nvPr>
        </p:nvSpPr>
        <p:spPr>
          <a:xfrm>
            <a:off x="4165600" y="6245225"/>
            <a:ext cx="3860800" cy="47625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9pPr>
          </a:lstStyle>
          <a:p>
            <a:endParaRPr/>
          </a:p>
        </p:txBody>
      </p:sp>
    </p:spTree>
    <p:extLst>
      <p:ext uri="{BB962C8B-B14F-4D97-AF65-F5344CB8AC3E}">
        <p14:creationId xmlns:p14="http://schemas.microsoft.com/office/powerpoint/2010/main" val="3372819255"/>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slideLayout" Target="../slideLayouts/slideLayout31.xml"/><Relationship Id="rId32" Type="http://schemas.openxmlformats.org/officeDocument/2006/relationships/theme" Target="../theme/theme1.xml"/><Relationship Id="rId33"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33" cstate="print"/>
          <a:srcRect/>
          <a:stretch>
            <a:fillRect/>
          </a:stretch>
        </a:blip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09600" y="274638"/>
            <a:ext cx="109728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7" name="Rectangle 3"/>
          <p:cNvSpPr>
            <a:spLocks noGrp="1" noChangeArrowheads="1"/>
          </p:cNvSpPr>
          <p:nvPr>
            <p:ph type="body" idx="1"/>
          </p:nvPr>
        </p:nvSpPr>
        <p:spPr bwMode="auto">
          <a:xfrm>
            <a:off x="609600" y="1600201"/>
            <a:ext cx="109728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p:txBody>
      </p:sp>
      <p:sp>
        <p:nvSpPr>
          <p:cNvPr id="6" name="Rectangle 5"/>
          <p:cNvSpPr/>
          <p:nvPr userDrawn="1"/>
        </p:nvSpPr>
        <p:spPr>
          <a:xfrm>
            <a:off x="0" y="6172200"/>
            <a:ext cx="12192000" cy="6858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p:cNvSpPr txBox="1"/>
          <p:nvPr userDrawn="1"/>
        </p:nvSpPr>
        <p:spPr>
          <a:xfrm>
            <a:off x="0" y="6248400"/>
            <a:ext cx="12192000" cy="253916"/>
          </a:xfrm>
          <a:prstGeom prst="rect">
            <a:avLst/>
          </a:prstGeom>
          <a:noFill/>
        </p:spPr>
        <p:txBody>
          <a:bodyPr wrap="square" rtlCol="0">
            <a:spAutoFit/>
          </a:bodyPr>
          <a:lstStyle/>
          <a:p>
            <a:pPr algn="ctr"/>
            <a:r>
              <a:rPr lang="en-US" sz="1050" b="1">
                <a:solidFill>
                  <a:schemeClr val="bg1"/>
                </a:solidFill>
              </a:rPr>
              <a:t>TRƯỜNG</a:t>
            </a:r>
            <a:r>
              <a:rPr lang="en-US" sz="1050" b="1" baseline="0">
                <a:solidFill>
                  <a:schemeClr val="bg1"/>
                </a:solidFill>
              </a:rPr>
              <a:t> ĐẠI HỌC CÔNG NGHỆ THÔNG TIN, </a:t>
            </a:r>
            <a:r>
              <a:rPr lang="en-US" sz="1050" b="1">
                <a:solidFill>
                  <a:schemeClr val="bg1"/>
                </a:solidFill>
              </a:rPr>
              <a:t>KHU</a:t>
            </a:r>
            <a:r>
              <a:rPr lang="en-US" sz="1050" b="1" baseline="0">
                <a:solidFill>
                  <a:schemeClr val="bg1"/>
                </a:solidFill>
              </a:rPr>
              <a:t> PHỐ 6, PHƯỜNG LINH TRUNG, QUẬN THỦ ĐỨC, TP. HỒ CHÍ MINH</a:t>
            </a:r>
            <a:endParaRPr lang="en-US" sz="1050" b="1">
              <a:solidFill>
                <a:schemeClr val="bg1"/>
              </a:solidFill>
            </a:endParaRPr>
          </a:p>
        </p:txBody>
      </p:sp>
      <p:sp>
        <p:nvSpPr>
          <p:cNvPr id="8" name="TextBox 7"/>
          <p:cNvSpPr txBox="1"/>
          <p:nvPr userDrawn="1"/>
        </p:nvSpPr>
        <p:spPr>
          <a:xfrm>
            <a:off x="1422400" y="6520190"/>
            <a:ext cx="9347200" cy="261610"/>
          </a:xfrm>
          <a:prstGeom prst="rect">
            <a:avLst/>
          </a:prstGeom>
          <a:noFill/>
        </p:spPr>
        <p:txBody>
          <a:bodyPr wrap="square" rtlCol="0">
            <a:spAutoFit/>
          </a:bodyPr>
          <a:lstStyle/>
          <a:p>
            <a:pPr algn="ctr"/>
            <a:r>
              <a:rPr lang="de-DE" sz="1100" b="1">
                <a:solidFill>
                  <a:schemeClr val="bg1"/>
                </a:solidFill>
              </a:rPr>
              <a:t>[T] 028 3725 2002 101     |     [F] 028 3725 2148     |</a:t>
            </a:r>
            <a:r>
              <a:rPr lang="de-DE" sz="1100" b="1" baseline="0">
                <a:solidFill>
                  <a:schemeClr val="bg1"/>
                </a:solidFill>
              </a:rPr>
              <a:t>    </a:t>
            </a:r>
            <a:r>
              <a:rPr lang="de-DE" sz="1100" b="1">
                <a:solidFill>
                  <a:schemeClr val="bg1"/>
                </a:solidFill>
              </a:rPr>
              <a:t> [W] www.uit.edu.vn     |     [E] info@uit.edu.vn</a:t>
            </a:r>
            <a:endParaRPr lang="en-US" sz="1100" b="1">
              <a:solidFill>
                <a:schemeClr val="bg1"/>
              </a:solidFill>
            </a:endParaRPr>
          </a:p>
        </p:txBody>
      </p:sp>
      <p:sp>
        <p:nvSpPr>
          <p:cNvPr id="9" name="TextBox 8"/>
          <p:cNvSpPr txBox="1"/>
          <p:nvPr userDrawn="1"/>
        </p:nvSpPr>
        <p:spPr>
          <a:xfrm>
            <a:off x="11379200" y="6324600"/>
            <a:ext cx="812800" cy="369332"/>
          </a:xfrm>
          <a:prstGeom prst="rect">
            <a:avLst/>
          </a:prstGeom>
          <a:noFill/>
        </p:spPr>
        <p:txBody>
          <a:bodyPr wrap="square" rtlCol="0">
            <a:spAutoFit/>
          </a:bodyPr>
          <a:lstStyle/>
          <a:p>
            <a:pPr algn="ctr"/>
            <a:fld id="{4A916C17-A3B0-4CE4-88CA-9129F443D2C0}" type="slidenum">
              <a:rPr lang="en-US" smtClean="0"/>
              <a:pPr algn="ct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85" r:id="rId2"/>
    <p:sldLayoutId id="2147483650" r:id="rId3"/>
    <p:sldLayoutId id="2147483690" r:id="rId4"/>
    <p:sldLayoutId id="2147483689" r:id="rId5"/>
    <p:sldLayoutId id="2147483651" r:id="rId6"/>
    <p:sldLayoutId id="2147483677" r:id="rId7"/>
    <p:sldLayoutId id="2147483652" r:id="rId8"/>
    <p:sldLayoutId id="2147483662" r:id="rId9"/>
    <p:sldLayoutId id="2147483678" r:id="rId10"/>
    <p:sldLayoutId id="2147483676" r:id="rId11"/>
    <p:sldLayoutId id="2147483663" r:id="rId12"/>
    <p:sldLayoutId id="2147483653" r:id="rId13"/>
    <p:sldLayoutId id="2147483679" r:id="rId14"/>
    <p:sldLayoutId id="2147483684" r:id="rId15"/>
    <p:sldLayoutId id="2147483686" r:id="rId16"/>
    <p:sldLayoutId id="2147483688" r:id="rId17"/>
    <p:sldLayoutId id="2147483687" r:id="rId18"/>
    <p:sldLayoutId id="2147483654" r:id="rId19"/>
    <p:sldLayoutId id="2147483681" r:id="rId20"/>
    <p:sldLayoutId id="2147483680" r:id="rId21"/>
    <p:sldLayoutId id="2147483682" r:id="rId22"/>
    <p:sldLayoutId id="2147483683" r:id="rId23"/>
    <p:sldLayoutId id="2147483655" r:id="rId24"/>
    <p:sldLayoutId id="2147483656" r:id="rId25"/>
    <p:sldLayoutId id="2147483657" r:id="rId26"/>
    <p:sldLayoutId id="2147483658" r:id="rId27"/>
    <p:sldLayoutId id="2147483659" r:id="rId28"/>
    <p:sldLayoutId id="2147483660" r:id="rId29"/>
    <p:sldLayoutId id="2147483661" r:id="rId30"/>
    <p:sldLayoutId id="2147483691" r:id="rId31"/>
  </p:sldLayoutIdLst>
  <p:transition/>
  <p:hf sldNum="0" hdr="0" ftr="0" dt="0"/>
  <p:txStyles>
    <p:titleStyle>
      <a:lvl1pPr algn="ctr" rtl="0" eaLnBrk="0" fontAlgn="base" hangingPunct="0">
        <a:spcBef>
          <a:spcPct val="0"/>
        </a:spcBef>
        <a:spcAft>
          <a:spcPct val="0"/>
        </a:spcAft>
        <a:defRPr sz="4400" b="1">
          <a:solidFill>
            <a:srgbClr val="FF0000"/>
          </a:solidFill>
          <a:latin typeface="+mj-lt"/>
          <a:ea typeface="+mj-ea"/>
          <a:cs typeface="+mj-cs"/>
        </a:defRPr>
      </a:lvl1pPr>
      <a:lvl2pPr algn="ctr" rtl="0" eaLnBrk="0" fontAlgn="base" hangingPunct="0">
        <a:spcBef>
          <a:spcPct val="0"/>
        </a:spcBef>
        <a:spcAft>
          <a:spcPct val="0"/>
        </a:spcAft>
        <a:defRPr sz="4400">
          <a:solidFill>
            <a:schemeClr val="tx2"/>
          </a:solidFill>
          <a:latin typeface="Arial" charset="0"/>
        </a:defRPr>
      </a:lvl2pPr>
      <a:lvl3pPr algn="ctr" rtl="0" eaLnBrk="0" fontAlgn="base" hangingPunct="0">
        <a:spcBef>
          <a:spcPct val="0"/>
        </a:spcBef>
        <a:spcAft>
          <a:spcPct val="0"/>
        </a:spcAft>
        <a:defRPr sz="4400">
          <a:solidFill>
            <a:schemeClr val="tx2"/>
          </a:solidFill>
          <a:latin typeface="Arial" charset="0"/>
        </a:defRPr>
      </a:lvl3pPr>
      <a:lvl4pPr algn="ctr" rtl="0" eaLnBrk="0" fontAlgn="base" hangingPunct="0">
        <a:spcBef>
          <a:spcPct val="0"/>
        </a:spcBef>
        <a:spcAft>
          <a:spcPct val="0"/>
        </a:spcAft>
        <a:defRPr sz="4400">
          <a:solidFill>
            <a:schemeClr val="tx2"/>
          </a:solidFill>
          <a:latin typeface="Arial" charset="0"/>
        </a:defRPr>
      </a:lvl4pPr>
      <a:lvl5pPr algn="ctr" rtl="0" eaLnBrk="0" fontAlgn="base" hangingPunct="0">
        <a:spcBef>
          <a:spcPct val="0"/>
        </a:spcBef>
        <a:spcAft>
          <a:spcPct val="0"/>
        </a:spcAft>
        <a:defRPr sz="4400">
          <a:solidFill>
            <a:schemeClr val="tx2"/>
          </a:solidFill>
          <a:latin typeface="Arial" charset="0"/>
        </a:defRPr>
      </a:lvl5pPr>
      <a:lvl6pPr marL="457200" algn="ctr" rtl="0" fontAlgn="base">
        <a:spcBef>
          <a:spcPct val="0"/>
        </a:spcBef>
        <a:spcAft>
          <a:spcPct val="0"/>
        </a:spcAft>
        <a:defRPr sz="4400">
          <a:solidFill>
            <a:schemeClr val="tx2"/>
          </a:solidFill>
          <a:latin typeface="Arial" charset="0"/>
        </a:defRPr>
      </a:lvl6pPr>
      <a:lvl7pPr marL="914400" algn="ctr" rtl="0" fontAlgn="base">
        <a:spcBef>
          <a:spcPct val="0"/>
        </a:spcBef>
        <a:spcAft>
          <a:spcPct val="0"/>
        </a:spcAft>
        <a:defRPr sz="4400">
          <a:solidFill>
            <a:schemeClr val="tx2"/>
          </a:solidFill>
          <a:latin typeface="Arial" charset="0"/>
        </a:defRPr>
      </a:lvl7pPr>
      <a:lvl8pPr marL="1371600" algn="ctr" rtl="0" fontAlgn="base">
        <a:spcBef>
          <a:spcPct val="0"/>
        </a:spcBef>
        <a:spcAft>
          <a:spcPct val="0"/>
        </a:spcAft>
        <a:defRPr sz="4400">
          <a:solidFill>
            <a:schemeClr val="tx2"/>
          </a:solidFill>
          <a:latin typeface="Arial" charset="0"/>
        </a:defRPr>
      </a:lvl8pPr>
      <a:lvl9pPr marL="1828800" algn="ctr" rtl="0" fontAlgn="base">
        <a:spcBef>
          <a:spcPct val="0"/>
        </a:spcBef>
        <a:spcAft>
          <a:spcPct val="0"/>
        </a:spcAft>
        <a:defRPr sz="4400">
          <a:solidFill>
            <a:schemeClr val="tx2"/>
          </a:solidFill>
          <a:latin typeface="Arial" charset="0"/>
        </a:defRPr>
      </a:lvl9pPr>
    </p:titleStyle>
    <p:bodyStyle>
      <a:lvl1pPr marL="342900" indent="-342900" algn="l" rtl="0" eaLnBrk="0" fontAlgn="base" hangingPunct="0">
        <a:spcBef>
          <a:spcPct val="20000"/>
        </a:spcBef>
        <a:spcAft>
          <a:spcPct val="0"/>
        </a:spcAft>
        <a:buFont typeface="Arial" panose="020B0604020202020204" pitchFamily="34" charset="0"/>
        <a:buChar char="─"/>
        <a:defRPr sz="2800">
          <a:solidFill>
            <a:srgbClr val="0066FF"/>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a:solidFill>
            <a:srgbClr val="0066FF"/>
          </a:solidFill>
          <a:latin typeface="+mn-lt"/>
        </a:defRPr>
      </a:lvl2pPr>
      <a:lvl3pPr marL="1143000" indent="-228600" algn="l" rtl="0" eaLnBrk="0" fontAlgn="base" hangingPunct="0">
        <a:spcBef>
          <a:spcPct val="20000"/>
        </a:spcBef>
        <a:spcAft>
          <a:spcPct val="0"/>
        </a:spcAft>
        <a:buChar char="•"/>
        <a:defRPr sz="2800">
          <a:solidFill>
            <a:srgbClr val="0066FF"/>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vi-V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2.jpe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www.superdatascience.com/pages/machine-learning"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3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50.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40.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6.png"/><Relationship Id="rId3" Type="http://schemas.openxmlformats.org/officeDocument/2006/relationships/image" Target="../media/image7.sv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9.png"/><Relationship Id="rId3" Type="http://schemas.openxmlformats.org/officeDocument/2006/relationships/image" Target="../media/image6.png"/><Relationship Id="rId4" Type="http://schemas.openxmlformats.org/officeDocument/2006/relationships/image" Target="../media/image7.sv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10.png"/><Relationship Id="rId3" Type="http://schemas.openxmlformats.org/officeDocument/2006/relationships/image" Target="../media/image8.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12.png"/><Relationship Id="rId3" Type="http://schemas.openxmlformats.org/officeDocument/2006/relationships/image" Target="../media/image8.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3.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4.png"/><Relationship Id="rId3" Type="http://schemas.openxmlformats.org/officeDocument/2006/relationships/image" Target="../media/image15.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11.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6.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1.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11.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8.png"/><Relationship Id="rId3" Type="http://schemas.openxmlformats.org/officeDocument/2006/relationships/image" Target="../media/image19.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17.png"/><Relationship Id="rId3" Type="http://schemas.openxmlformats.org/officeDocument/2006/relationships/image" Target="../media/image200.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10.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2.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0C9192-14F8-4676-9523-FD901A810411}"/>
              </a:ext>
            </a:extLst>
          </p:cNvPr>
          <p:cNvSpPr>
            <a:spLocks noGrp="1"/>
          </p:cNvSpPr>
          <p:nvPr>
            <p:ph type="ctrTitle"/>
          </p:nvPr>
        </p:nvSpPr>
        <p:spPr/>
        <p:txBody>
          <a:bodyPr/>
          <a:lstStyle/>
          <a:p>
            <a:r>
              <a:rPr lang="en-US" dirty="0">
                <a:solidFill>
                  <a:srgbClr val="0066FF"/>
                </a:solidFill>
              </a:rPr>
              <a:t>HỒI QUI LOGISTIC</a:t>
            </a:r>
            <a:br>
              <a:rPr lang="en-US" dirty="0">
                <a:solidFill>
                  <a:srgbClr val="0066FF"/>
                </a:solidFill>
              </a:rPr>
            </a:br>
            <a:r>
              <a:rPr lang="vi-VN" dirty="0"/>
              <a:t>LOGISTIC REGRESSION</a:t>
            </a:r>
            <a:endParaRPr lang="en-US" dirty="0"/>
          </a:p>
        </p:txBody>
      </p:sp>
      <p:sp>
        <p:nvSpPr>
          <p:cNvPr id="4" name="Chỗ dành sẵn cho Nội dung 2">
            <a:extLst>
              <a:ext uri="{FF2B5EF4-FFF2-40B4-BE49-F238E27FC236}">
                <a16:creationId xmlns:a16="http://schemas.microsoft.com/office/drawing/2014/main" id="{DDF703A0-2ED5-4D3C-9BD1-73A658483725}"/>
              </a:ext>
            </a:extLst>
          </p:cNvPr>
          <p:cNvSpPr>
            <a:spLocks noGrp="1"/>
          </p:cNvSpPr>
          <p:nvPr>
            <p:ph type="subTitle" idx="1"/>
          </p:nvPr>
        </p:nvSpPr>
        <p:spPr bwMode="auto">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marL="0" indent="0" algn="ctr" rtl="0" eaLnBrk="0" fontAlgn="base" hangingPunct="0">
              <a:spcBef>
                <a:spcPct val="20000"/>
              </a:spcBef>
              <a:spcAft>
                <a:spcPct val="0"/>
              </a:spcAft>
              <a:buFont typeface="Arial" panose="020B0604020202020204" pitchFamily="34" charset="0"/>
              <a:buNone/>
              <a:defRPr sz="3200">
                <a:solidFill>
                  <a:schemeClr val="tx1"/>
                </a:solidFill>
                <a:latin typeface="+mn-lt"/>
                <a:ea typeface="+mn-ea"/>
                <a:cs typeface="+mn-cs"/>
              </a:defRPr>
            </a:lvl1pPr>
            <a:lvl2pPr marL="457200" indent="0" algn="ctr" rtl="0" eaLnBrk="0" fontAlgn="base" hangingPunct="0">
              <a:spcBef>
                <a:spcPct val="20000"/>
              </a:spcBef>
              <a:spcAft>
                <a:spcPct val="0"/>
              </a:spcAft>
              <a:buFont typeface="Arial" panose="020B0604020202020204" pitchFamily="34" charset="0"/>
              <a:buNone/>
              <a:defRPr sz="2800">
                <a:solidFill>
                  <a:schemeClr val="tx1"/>
                </a:solidFill>
                <a:latin typeface="+mn-lt"/>
              </a:defRPr>
            </a:lvl2pPr>
            <a:lvl3pPr marL="914400" indent="0" algn="ctr" rtl="0" eaLnBrk="0" fontAlgn="base" hangingPunct="0">
              <a:spcBef>
                <a:spcPct val="20000"/>
              </a:spcBef>
              <a:spcAft>
                <a:spcPct val="0"/>
              </a:spcAft>
              <a:buNone/>
              <a:defRPr sz="2400">
                <a:solidFill>
                  <a:schemeClr val="tx1"/>
                </a:solidFill>
                <a:latin typeface="+mn-lt"/>
              </a:defRPr>
            </a:lvl3pPr>
            <a:lvl4pPr marL="1371600" indent="0" algn="ctr" rtl="0" eaLnBrk="0" fontAlgn="base" hangingPunct="0">
              <a:spcBef>
                <a:spcPct val="20000"/>
              </a:spcBef>
              <a:spcAft>
                <a:spcPct val="0"/>
              </a:spcAft>
              <a:buNone/>
              <a:defRPr sz="2000">
                <a:solidFill>
                  <a:schemeClr val="tx1"/>
                </a:solidFill>
                <a:latin typeface="+mn-lt"/>
              </a:defRPr>
            </a:lvl4pPr>
            <a:lvl5pPr marL="1828800" indent="0" algn="ctr" rtl="0" eaLnBrk="0" fontAlgn="base" hangingPunct="0">
              <a:spcBef>
                <a:spcPct val="20000"/>
              </a:spcBef>
              <a:spcAft>
                <a:spcPct val="0"/>
              </a:spcAft>
              <a:buNone/>
              <a:defRPr sz="2000">
                <a:solidFill>
                  <a:schemeClr val="tx1"/>
                </a:solidFill>
                <a:latin typeface="+mn-lt"/>
              </a:defRPr>
            </a:lvl5pPr>
            <a:lvl6pPr marL="2286000" indent="0" algn="ctr" rtl="0" fontAlgn="base">
              <a:spcBef>
                <a:spcPct val="20000"/>
              </a:spcBef>
              <a:spcAft>
                <a:spcPct val="0"/>
              </a:spcAft>
              <a:buNone/>
              <a:defRPr sz="2000">
                <a:solidFill>
                  <a:schemeClr val="tx1"/>
                </a:solidFill>
                <a:latin typeface="+mn-lt"/>
              </a:defRPr>
            </a:lvl6pPr>
            <a:lvl7pPr marL="2743200" indent="0" algn="ctr" rtl="0" fontAlgn="base">
              <a:spcBef>
                <a:spcPct val="20000"/>
              </a:spcBef>
              <a:spcAft>
                <a:spcPct val="0"/>
              </a:spcAft>
              <a:buNone/>
              <a:defRPr sz="2000">
                <a:solidFill>
                  <a:schemeClr val="tx1"/>
                </a:solidFill>
                <a:latin typeface="+mn-lt"/>
              </a:defRPr>
            </a:lvl7pPr>
            <a:lvl8pPr marL="3200400" indent="0" algn="ctr" rtl="0" fontAlgn="base">
              <a:spcBef>
                <a:spcPct val="20000"/>
              </a:spcBef>
              <a:spcAft>
                <a:spcPct val="0"/>
              </a:spcAft>
              <a:buNone/>
              <a:defRPr sz="2000">
                <a:solidFill>
                  <a:schemeClr val="tx1"/>
                </a:solidFill>
                <a:latin typeface="+mn-lt"/>
              </a:defRPr>
            </a:lvl8pPr>
            <a:lvl9pPr marL="3657600" indent="0" algn="ctr" rtl="0" fontAlgn="base">
              <a:spcBef>
                <a:spcPct val="20000"/>
              </a:spcBef>
              <a:spcAft>
                <a:spcPct val="0"/>
              </a:spcAft>
              <a:buNone/>
              <a:defRPr sz="2000">
                <a:solidFill>
                  <a:schemeClr val="tx1"/>
                </a:solidFill>
                <a:latin typeface="+mn-lt"/>
              </a:defRPr>
            </a:lvl9pPr>
          </a:lstStyle>
          <a:p>
            <a:pPr marL="514350" indent="-514350" algn="l" defTabSz="-13871574">
              <a:spcBef>
                <a:spcPts val="0"/>
              </a:spcBef>
              <a:spcAft>
                <a:spcPts val="0"/>
              </a:spcAft>
              <a:buFont typeface="+mj-lt"/>
              <a:buAutoNum type="arabicPeriod"/>
              <a:defRPr/>
            </a:pPr>
            <a:r>
              <a:rPr lang="en-US" sz="2800">
                <a:solidFill>
                  <a:srgbClr val="0066FF"/>
                </a:solidFill>
              </a:rPr>
              <a:t>TS. Nguyễn Tấn Trần Minh Khang</a:t>
            </a:r>
          </a:p>
          <a:p>
            <a:pPr marL="514350" indent="-514350" algn="l" defTabSz="-13871574">
              <a:spcBef>
                <a:spcPts val="0"/>
              </a:spcBef>
              <a:spcAft>
                <a:spcPts val="0"/>
              </a:spcAft>
              <a:buFont typeface="+mj-lt"/>
              <a:buAutoNum type="arabicPeriod"/>
              <a:defRPr/>
            </a:pPr>
            <a:r>
              <a:rPr lang="en-US" sz="2800">
                <a:solidFill>
                  <a:srgbClr val="FF0000"/>
                </a:solidFill>
              </a:rPr>
              <a:t>ThS. Võ Duy Nguyên</a:t>
            </a:r>
          </a:p>
          <a:p>
            <a:pPr marL="514350" indent="-514350" algn="l" defTabSz="-13871574">
              <a:spcBef>
                <a:spcPts val="0"/>
              </a:spcBef>
              <a:spcAft>
                <a:spcPts val="0"/>
              </a:spcAft>
              <a:buFont typeface="+mj-lt"/>
              <a:buAutoNum type="arabicPeriod"/>
              <a:defRPr/>
            </a:pPr>
            <a:r>
              <a:rPr lang="en-US" sz="2800">
                <a:solidFill>
                  <a:srgbClr val="0066FF"/>
                </a:solidFill>
              </a:rPr>
              <a:t>Cao học. Nguyễn Hoàn Mỹ</a:t>
            </a:r>
          </a:p>
          <a:p>
            <a:pPr marL="514350" indent="-514350" algn="l" defTabSz="-13871574">
              <a:spcBef>
                <a:spcPts val="0"/>
              </a:spcBef>
              <a:spcAft>
                <a:spcPts val="0"/>
              </a:spcAft>
              <a:buFont typeface="+mj-lt"/>
              <a:buAutoNum type="arabicPeriod"/>
              <a:defRPr/>
            </a:pPr>
            <a:r>
              <a:rPr lang="en-US" sz="2800">
                <a:solidFill>
                  <a:srgbClr val="FF0000"/>
                </a:solidFill>
              </a:rPr>
              <a:t>Tình nguyện viên. Lê Ngọc Huy</a:t>
            </a:r>
          </a:p>
          <a:p>
            <a:pPr marL="514350" indent="-514350" algn="l" defTabSz="-13871574">
              <a:spcBef>
                <a:spcPts val="0"/>
              </a:spcBef>
              <a:spcAft>
                <a:spcPts val="0"/>
              </a:spcAft>
              <a:buFont typeface="+mj-lt"/>
              <a:buAutoNum type="arabicPeriod"/>
              <a:defRPr/>
            </a:pPr>
            <a:r>
              <a:rPr lang="en-US" sz="2800">
                <a:solidFill>
                  <a:srgbClr val="0066FF"/>
                </a:solidFill>
              </a:rPr>
              <a:t>Tình nguyện viên. Cao Bá Kiệt</a:t>
            </a:r>
          </a:p>
        </p:txBody>
      </p:sp>
    </p:spTree>
    <p:extLst>
      <p:ext uri="{BB962C8B-B14F-4D97-AF65-F5344CB8AC3E}">
        <p14:creationId xmlns:p14="http://schemas.microsoft.com/office/powerpoint/2010/main" val="4181991356"/>
      </p:ext>
    </p:extLst>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E1E45152-D5B2-402D-BFE7-531D98C01B77}"/>
              </a:ext>
            </a:extLst>
          </p:cNvPr>
          <p:cNvSpPr>
            <a:spLocks noGrp="1"/>
          </p:cNvSpPr>
          <p:nvPr>
            <p:ph type="title"/>
          </p:nvPr>
        </p:nvSpPr>
        <p:spPr/>
        <p:txBody>
          <a:bodyPr/>
          <a:lstStyle/>
          <a:p>
            <a:r>
              <a:rPr lang="en-US" altLang="zh-CN" b="1"/>
              <a:t>Logistic Regression Model</a:t>
            </a:r>
            <a:endParaRPr lang="en-US"/>
          </a:p>
        </p:txBody>
      </p:sp>
      <p:sp>
        <p:nvSpPr>
          <p:cNvPr id="7" name="Content Placeholder 6">
            <a:extLst>
              <a:ext uri="{FF2B5EF4-FFF2-40B4-BE49-F238E27FC236}">
                <a16:creationId xmlns:a16="http://schemas.microsoft.com/office/drawing/2014/main" id="{07EC7BC5-B5D9-4ED4-9D58-6A93A3F66F3E}"/>
              </a:ext>
            </a:extLst>
          </p:cNvPr>
          <p:cNvSpPr>
            <a:spLocks noGrp="1"/>
          </p:cNvSpPr>
          <p:nvPr>
            <p:ph sz="half" idx="1"/>
          </p:nvPr>
        </p:nvSpPr>
        <p:spPr/>
        <p:txBody>
          <a:bodyPr/>
          <a:lstStyle/>
          <a:p>
            <a:pPr algn="just"/>
            <a:r>
              <a:rPr lang="en-US" altLang="zh-CN"/>
              <a:t>In 1938, Ronald Fisher and Frank Yates suggested the logit link for regression with a binary response variable.</a:t>
            </a:r>
          </a:p>
          <a:p>
            <a:pPr algn="just"/>
            <a:endParaRPr lang="en-US"/>
          </a:p>
        </p:txBody>
      </p:sp>
      <p:pic>
        <p:nvPicPr>
          <p:cNvPr id="9" name="Content Placeholder 8" descr="RonaldFisher">
            <a:extLst>
              <a:ext uri="{FF2B5EF4-FFF2-40B4-BE49-F238E27FC236}">
                <a16:creationId xmlns:a16="http://schemas.microsoft.com/office/drawing/2014/main" id="{5891FEDD-ABAA-4A00-A097-7EBD76CBB7A8}"/>
              </a:ext>
            </a:extLst>
          </p:cNvPr>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rcRect/>
          <a:stretch>
            <a:fillRect/>
          </a:stretch>
        </p:blipFill>
        <p:spPr bwMode="auto">
          <a:xfrm>
            <a:off x="7188200" y="1594114"/>
            <a:ext cx="3403600" cy="4538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488318664"/>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B211F0E2-F14A-413C-BCB6-44489BBBC0AF}"/>
              </a:ext>
            </a:extLst>
          </p:cNvPr>
          <p:cNvSpPr>
            <a:spLocks noGrp="1"/>
          </p:cNvSpPr>
          <p:nvPr>
            <p:ph type="title"/>
          </p:nvPr>
        </p:nvSpPr>
        <p:spPr/>
        <p:txBody>
          <a:bodyPr/>
          <a:lstStyle/>
          <a:p>
            <a:r>
              <a:rPr lang="en-US"/>
              <a:t>A popular model for categorical</a:t>
            </a:r>
          </a:p>
        </p:txBody>
      </p:sp>
      <mc:AlternateContent xmlns:mc="http://schemas.openxmlformats.org/markup-compatibility/2006" xmlns:a14="http://schemas.microsoft.com/office/drawing/2010/main">
        <mc:Choice Requires="a14">
          <p:sp>
            <p:nvSpPr>
              <p:cNvPr id="6" name="Content Placeholder 5">
                <a:extLst>
                  <a:ext uri="{FF2B5EF4-FFF2-40B4-BE49-F238E27FC236}">
                    <a16:creationId xmlns:a16="http://schemas.microsoft.com/office/drawing/2014/main" id="{AB04AEBC-EFC0-4C3A-A40C-040B74370B09}"/>
                  </a:ext>
                </a:extLst>
              </p:cNvPr>
              <p:cNvSpPr>
                <a:spLocks noGrp="1"/>
              </p:cNvSpPr>
              <p:nvPr>
                <p:ph idx="1"/>
              </p:nvPr>
            </p:nvSpPr>
            <p:spPr/>
            <p:txBody>
              <a:bodyPr/>
              <a:lstStyle/>
              <a:p>
                <a:pPr algn="just"/>
                <a:r>
                  <a:rPr lang="en-US">
                    <a:solidFill>
                      <a:schemeClr val="tx1"/>
                    </a:solidFill>
                    <a:highlight>
                      <a:srgbClr val="FFFF00"/>
                    </a:highlight>
                  </a:rPr>
                  <a:t>Logistic regression model is the most popular model for binary data</a:t>
                </a:r>
                <a:r>
                  <a:rPr lang="en-US"/>
                  <a:t>.</a:t>
                </a:r>
              </a:p>
              <a:p>
                <a:pPr algn="just"/>
                <a:r>
                  <a:rPr lang="en-US"/>
                  <a:t>Logistic regression model is generally used to study the relationship between a binary response variable</a:t>
                </a:r>
                <a:r>
                  <a:rPr lang="en-US">
                    <a:solidFill>
                      <a:srgbClr val="FF0000"/>
                    </a:solidFill>
                  </a:rPr>
                  <a:t> and a group of predictors (can be either continuous or categorical).</a:t>
                </a:r>
              </a:p>
              <a:p>
                <a:pPr lvl="1" algn="just"/>
                <a14:m>
                  <m:oMath xmlns:m="http://schemas.openxmlformats.org/officeDocument/2006/math">
                    <m:r>
                      <a:rPr lang="en-US" i="1" smtClean="0">
                        <a:latin typeface="Cambria Math" panose="02040503050406030204" pitchFamily="18" charset="0"/>
                      </a:rPr>
                      <m:t>𝑌</m:t>
                    </m:r>
                    <m:r>
                      <a:rPr lang="en-US" i="1" smtClean="0">
                        <a:latin typeface="Cambria Math" panose="02040503050406030204" pitchFamily="18" charset="0"/>
                      </a:rPr>
                      <m:t>=1</m:t>
                    </m:r>
                  </m:oMath>
                </a14:m>
                <a:r>
                  <a:rPr lang="en-US"/>
                  <a:t> (true, success, YES, ...)  or</a:t>
                </a:r>
              </a:p>
              <a:p>
                <a:pPr lvl="1" algn="just"/>
                <a14:m>
                  <m:oMath xmlns:m="http://schemas.openxmlformats.org/officeDocument/2006/math">
                    <m:r>
                      <a:rPr lang="en-US" i="1" smtClean="0">
                        <a:solidFill>
                          <a:srgbClr val="FF0000"/>
                        </a:solidFill>
                        <a:latin typeface="Cambria Math" panose="02040503050406030204" pitchFamily="18" charset="0"/>
                      </a:rPr>
                      <m:t>𝑌</m:t>
                    </m:r>
                    <m:r>
                      <a:rPr lang="en-US" i="1" smtClean="0">
                        <a:solidFill>
                          <a:srgbClr val="FF0000"/>
                        </a:solidFill>
                        <a:latin typeface="Cambria Math" panose="02040503050406030204" pitchFamily="18" charset="0"/>
                      </a:rPr>
                      <m:t>=0</m:t>
                    </m:r>
                  </m:oMath>
                </a14:m>
                <a:r>
                  <a:rPr lang="en-US">
                    <a:solidFill>
                      <a:srgbClr val="FF0000"/>
                    </a:solidFill>
                  </a:rPr>
                  <a:t> (false, failure, NO, ...)</a:t>
                </a:r>
              </a:p>
              <a:p>
                <a:pPr algn="just"/>
                <a:r>
                  <a:rPr lang="en-US"/>
                  <a:t>Logistic regression model can be extended to model a categorical response variable with more than two categories. </a:t>
                </a:r>
                <a:r>
                  <a:rPr lang="en-US">
                    <a:solidFill>
                      <a:srgbClr val="FF0000"/>
                    </a:solidFill>
                  </a:rPr>
                  <a:t>The resulting model is sometimes referred to as the multinomial logistic regression model (in contrast to the ‘binomial’ logistic regression for a binary response variable).</a:t>
                </a:r>
              </a:p>
            </p:txBody>
          </p:sp>
        </mc:Choice>
        <mc:Fallback xmlns="">
          <p:sp>
            <p:nvSpPr>
              <p:cNvPr id="6" name="Content Placeholder 5">
                <a:extLst>
                  <a:ext uri="{FF2B5EF4-FFF2-40B4-BE49-F238E27FC236}">
                    <a16:creationId xmlns:a16="http://schemas.microsoft.com/office/drawing/2014/main" id="{AB04AEBC-EFC0-4C3A-A40C-040B74370B09}"/>
                  </a:ext>
                </a:extLst>
              </p:cNvPr>
              <p:cNvSpPr>
                <a:spLocks noGrp="1" noRot="1" noChangeAspect="1" noMove="1" noResize="1" noEditPoints="1" noAdjustHandles="1" noChangeArrowheads="1" noChangeShapeType="1" noTextEdit="1"/>
              </p:cNvSpPr>
              <p:nvPr>
                <p:ph idx="1"/>
              </p:nvPr>
            </p:nvSpPr>
            <p:spPr>
              <a:blipFill>
                <a:blip r:embed="rId2"/>
                <a:stretch>
                  <a:fillRect l="-722" t="-943" r="-833"/>
                </a:stretch>
              </a:blipFill>
            </p:spPr>
            <p:txBody>
              <a:bodyPr/>
              <a:lstStyle/>
              <a:p>
                <a:r>
                  <a:rPr lang="en-US">
                    <a:noFill/>
                  </a:rPr>
                  <a:t> </a:t>
                </a:r>
              </a:p>
            </p:txBody>
          </p:sp>
        </mc:Fallback>
      </mc:AlternateContent>
    </p:spTree>
    <p:extLst>
      <p:ext uri="{BB962C8B-B14F-4D97-AF65-F5344CB8AC3E}">
        <p14:creationId xmlns:p14="http://schemas.microsoft.com/office/powerpoint/2010/main" val="323657408"/>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E029751D-41C3-4A4C-9AC9-CCB7A061F0BB}"/>
              </a:ext>
            </a:extLst>
          </p:cNvPr>
          <p:cNvSpPr>
            <a:spLocks noGrp="1"/>
          </p:cNvSpPr>
          <p:nvPr>
            <p:ph type="title"/>
          </p:nvPr>
        </p:nvSpPr>
        <p:spPr/>
        <p:txBody>
          <a:bodyPr/>
          <a:lstStyle/>
          <a:p>
            <a:r>
              <a:rPr lang="vi-VN" dirty="0"/>
              <a:t>DATASET</a:t>
            </a:r>
          </a:p>
        </p:txBody>
      </p:sp>
      <p:sp>
        <p:nvSpPr>
          <p:cNvPr id="6" name="Text Placeholder 5">
            <a:extLst>
              <a:ext uri="{FF2B5EF4-FFF2-40B4-BE49-F238E27FC236}">
                <a16:creationId xmlns:a16="http://schemas.microsoft.com/office/drawing/2014/main" id="{19BF91FE-C018-4D25-9A03-0B4B71F42B9A}"/>
              </a:ext>
            </a:extLst>
          </p:cNvPr>
          <p:cNvSpPr>
            <a:spLocks noGrp="1"/>
          </p:cNvSpPr>
          <p:nvPr>
            <p:ph type="body" idx="1"/>
          </p:nvPr>
        </p:nvSpPr>
        <p:spPr/>
        <p:txBody>
          <a:bodyPr/>
          <a:lstStyle/>
          <a:p>
            <a:endParaRPr lang="vi-VN"/>
          </a:p>
        </p:txBody>
      </p:sp>
    </p:spTree>
    <p:extLst>
      <p:ext uri="{BB962C8B-B14F-4D97-AF65-F5344CB8AC3E}">
        <p14:creationId xmlns:p14="http://schemas.microsoft.com/office/powerpoint/2010/main" val="3562748461"/>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7E8E49B6-FFB9-48FE-A4A6-A7632629FC33}"/>
              </a:ext>
            </a:extLst>
          </p:cNvPr>
          <p:cNvSpPr>
            <a:spLocks noGrp="1"/>
          </p:cNvSpPr>
          <p:nvPr>
            <p:ph type="title"/>
          </p:nvPr>
        </p:nvSpPr>
        <p:spPr/>
        <p:txBody>
          <a:bodyPr/>
          <a:lstStyle/>
          <a:p>
            <a:r>
              <a:rPr lang="vi-VN" dirty="0" err="1"/>
              <a:t>Dataset</a:t>
            </a:r>
            <a:endParaRPr lang="vi-VN" dirty="0"/>
          </a:p>
        </p:txBody>
      </p:sp>
      <p:sp>
        <p:nvSpPr>
          <p:cNvPr id="7" name="Content Placeholder 6">
            <a:extLst>
              <a:ext uri="{FF2B5EF4-FFF2-40B4-BE49-F238E27FC236}">
                <a16:creationId xmlns:a16="http://schemas.microsoft.com/office/drawing/2014/main" id="{24A5EA7F-8FCE-416E-9B84-E4673825CC4B}"/>
              </a:ext>
            </a:extLst>
          </p:cNvPr>
          <p:cNvSpPr>
            <a:spLocks noGrp="1"/>
          </p:cNvSpPr>
          <p:nvPr>
            <p:ph idx="1"/>
          </p:nvPr>
        </p:nvSpPr>
        <p:spPr/>
        <p:txBody>
          <a:bodyPr/>
          <a:lstStyle/>
          <a:p>
            <a:pPr algn="just"/>
            <a:r>
              <a:rPr lang="vi-VN" sz="2800" dirty="0">
                <a:solidFill>
                  <a:srgbClr val="0066FF"/>
                </a:solidFill>
              </a:rPr>
              <a:t>Tên </a:t>
            </a:r>
            <a:r>
              <a:rPr lang="vi-VN" sz="2800" dirty="0" err="1">
                <a:solidFill>
                  <a:srgbClr val="0066FF"/>
                </a:solidFill>
              </a:rPr>
              <a:t>tập</a:t>
            </a:r>
            <a:r>
              <a:rPr lang="vi-VN" sz="2800" dirty="0">
                <a:solidFill>
                  <a:srgbClr val="0066FF"/>
                </a:solidFill>
              </a:rPr>
              <a:t> </a:t>
            </a:r>
            <a:r>
              <a:rPr lang="vi-VN" sz="2800" dirty="0" err="1">
                <a:solidFill>
                  <a:srgbClr val="0066FF"/>
                </a:solidFill>
              </a:rPr>
              <a:t>dữ</a:t>
            </a:r>
            <a:r>
              <a:rPr lang="vi-VN" sz="2800" dirty="0">
                <a:solidFill>
                  <a:srgbClr val="0066FF"/>
                </a:solidFill>
              </a:rPr>
              <a:t> </a:t>
            </a:r>
            <a:r>
              <a:rPr lang="vi-VN" sz="2800" dirty="0" err="1">
                <a:solidFill>
                  <a:srgbClr val="0066FF"/>
                </a:solidFill>
              </a:rPr>
              <a:t>liệu</a:t>
            </a:r>
            <a:r>
              <a:rPr lang="vi-VN" sz="2800" dirty="0">
                <a:solidFill>
                  <a:srgbClr val="0066FF"/>
                </a:solidFill>
              </a:rPr>
              <a:t>: </a:t>
            </a:r>
            <a:r>
              <a:rPr lang="vi-VN" sz="2800" dirty="0" err="1">
                <a:solidFill>
                  <a:schemeClr val="tx1"/>
                </a:solidFill>
                <a:highlight>
                  <a:srgbClr val="FFFF00"/>
                </a:highlight>
              </a:rPr>
              <a:t>Social</a:t>
            </a:r>
            <a:r>
              <a:rPr lang="vi-VN" sz="2800" dirty="0">
                <a:solidFill>
                  <a:schemeClr val="tx1"/>
                </a:solidFill>
                <a:highlight>
                  <a:srgbClr val="FFFF00"/>
                </a:highlight>
              </a:rPr>
              <a:t> </a:t>
            </a:r>
            <a:r>
              <a:rPr lang="vi-VN" sz="2800" dirty="0" err="1">
                <a:solidFill>
                  <a:schemeClr val="tx1"/>
                </a:solidFill>
                <a:highlight>
                  <a:srgbClr val="FFFF00"/>
                </a:highlight>
              </a:rPr>
              <a:t>Network</a:t>
            </a:r>
            <a:r>
              <a:rPr lang="vi-VN" sz="2800" dirty="0">
                <a:solidFill>
                  <a:schemeClr val="tx1"/>
                </a:solidFill>
                <a:highlight>
                  <a:srgbClr val="FFFF00"/>
                </a:highlight>
              </a:rPr>
              <a:t> </a:t>
            </a:r>
            <a:r>
              <a:rPr lang="vi-VN" sz="2800" dirty="0" err="1">
                <a:solidFill>
                  <a:schemeClr val="tx1"/>
                </a:solidFill>
                <a:highlight>
                  <a:srgbClr val="FFFF00"/>
                </a:highlight>
              </a:rPr>
              <a:t>Ads</a:t>
            </a:r>
            <a:r>
              <a:rPr lang="vi-VN" sz="2800" dirty="0">
                <a:solidFill>
                  <a:srgbClr val="0066FF"/>
                </a:solidFill>
              </a:rPr>
              <a:t>.</a:t>
            </a:r>
          </a:p>
          <a:p>
            <a:pPr algn="just"/>
            <a:r>
              <a:rPr lang="vi-VN" sz="2800" dirty="0" err="1">
                <a:solidFill>
                  <a:srgbClr val="FF0000"/>
                </a:solidFill>
              </a:rPr>
              <a:t>Nguồn</a:t>
            </a:r>
            <a:r>
              <a:rPr lang="vi-VN" sz="2800" dirty="0">
                <a:solidFill>
                  <a:srgbClr val="FF0000"/>
                </a:solidFill>
              </a:rPr>
              <a:t>:</a:t>
            </a:r>
            <a:r>
              <a:rPr lang="vi-VN" sz="2800" dirty="0">
                <a:solidFill>
                  <a:srgbClr val="0066FF"/>
                </a:solidFill>
              </a:rPr>
              <a:t> </a:t>
            </a:r>
            <a:r>
              <a:rPr lang="vi-VN" sz="2800" dirty="0">
                <a:solidFill>
                  <a:srgbClr val="008000"/>
                </a:solidFill>
                <a:hlinkClick r:id="rId2">
                  <a:extLst>
                    <a:ext uri="{A12FA001-AC4F-418D-AE19-62706E023703}">
                      <ahyp:hlinkClr xmlns:ahyp="http://schemas.microsoft.com/office/drawing/2018/hyperlinkcolor" val="tx"/>
                    </a:ext>
                  </a:extLst>
                </a:hlinkClick>
              </a:rPr>
              <a:t>https://www.superdatascience.com/pages/machine-learning</a:t>
            </a:r>
            <a:r>
              <a:rPr lang="vi-VN" sz="2800" dirty="0">
                <a:solidFill>
                  <a:srgbClr val="0066FF"/>
                </a:solidFill>
              </a:rPr>
              <a:t>.</a:t>
            </a:r>
          </a:p>
          <a:p>
            <a:pPr algn="just"/>
            <a:r>
              <a:rPr lang="vi-VN" sz="2800" dirty="0" err="1">
                <a:solidFill>
                  <a:srgbClr val="0066FF"/>
                </a:solidFill>
              </a:rPr>
              <a:t>Tập</a:t>
            </a:r>
            <a:r>
              <a:rPr lang="vi-VN" sz="2800" dirty="0">
                <a:solidFill>
                  <a:srgbClr val="0066FF"/>
                </a:solidFill>
              </a:rPr>
              <a:t> </a:t>
            </a:r>
            <a:r>
              <a:rPr lang="vi-VN" sz="2800" dirty="0" err="1">
                <a:solidFill>
                  <a:srgbClr val="0066FF"/>
                </a:solidFill>
              </a:rPr>
              <a:t>dữ</a:t>
            </a:r>
            <a:r>
              <a:rPr lang="vi-VN" sz="2800" dirty="0">
                <a:solidFill>
                  <a:srgbClr val="0066FF"/>
                </a:solidFill>
              </a:rPr>
              <a:t> </a:t>
            </a:r>
            <a:r>
              <a:rPr lang="vi-VN" sz="2800" dirty="0" err="1">
                <a:solidFill>
                  <a:srgbClr val="0066FF"/>
                </a:solidFill>
              </a:rPr>
              <a:t>liệu</a:t>
            </a:r>
            <a:r>
              <a:rPr lang="vi-VN" sz="2800" dirty="0">
                <a:solidFill>
                  <a:srgbClr val="0066FF"/>
                </a:solidFill>
              </a:rPr>
              <a:t> cho </a:t>
            </a:r>
            <a:r>
              <a:rPr lang="vi-VN" sz="2800" dirty="0" err="1">
                <a:solidFill>
                  <a:srgbClr val="0066FF"/>
                </a:solidFill>
              </a:rPr>
              <a:t>biết</a:t>
            </a:r>
            <a:r>
              <a:rPr lang="vi-VN" sz="2800" dirty="0">
                <a:solidFill>
                  <a:srgbClr val="0066FF"/>
                </a:solidFill>
              </a:rPr>
              <a:t> </a:t>
            </a:r>
            <a:r>
              <a:rPr lang="vi-VN" sz="2800" dirty="0" err="1">
                <a:solidFill>
                  <a:srgbClr val="0066FF"/>
                </a:solidFill>
              </a:rPr>
              <a:t>các</a:t>
            </a:r>
            <a:r>
              <a:rPr lang="vi-VN" sz="2800" dirty="0">
                <a:solidFill>
                  <a:srgbClr val="0066FF"/>
                </a:solidFill>
              </a:rPr>
              <a:t> thông tin </a:t>
            </a:r>
            <a:r>
              <a:rPr lang="vi-VN" sz="2800" dirty="0" err="1">
                <a:solidFill>
                  <a:srgbClr val="0066FF"/>
                </a:solidFill>
              </a:rPr>
              <a:t>của</a:t>
            </a:r>
            <a:r>
              <a:rPr lang="vi-VN" sz="2800" dirty="0">
                <a:solidFill>
                  <a:srgbClr val="0066FF"/>
                </a:solidFill>
              </a:rPr>
              <a:t> </a:t>
            </a:r>
            <a:r>
              <a:rPr lang="vi-VN" sz="2800" dirty="0" err="1">
                <a:solidFill>
                  <a:srgbClr val="0066FF"/>
                </a:solidFill>
              </a:rPr>
              <a:t>khách</a:t>
            </a:r>
            <a:r>
              <a:rPr lang="vi-VN" sz="2800" dirty="0">
                <a:solidFill>
                  <a:srgbClr val="0066FF"/>
                </a:solidFill>
              </a:rPr>
              <a:t> </a:t>
            </a:r>
            <a:r>
              <a:rPr lang="vi-VN" sz="2800" dirty="0" err="1">
                <a:solidFill>
                  <a:srgbClr val="0066FF"/>
                </a:solidFill>
              </a:rPr>
              <a:t>hàng</a:t>
            </a:r>
            <a:r>
              <a:rPr lang="vi-VN" sz="2800" dirty="0">
                <a:solidFill>
                  <a:srgbClr val="0066FF"/>
                </a:solidFill>
              </a:rPr>
              <a:t> </a:t>
            </a:r>
            <a:r>
              <a:rPr lang="vi-VN" sz="2800" dirty="0" err="1">
                <a:solidFill>
                  <a:srgbClr val="0066FF"/>
                </a:solidFill>
              </a:rPr>
              <a:t>và</a:t>
            </a:r>
            <a:r>
              <a:rPr lang="vi-VN" sz="2800" dirty="0">
                <a:solidFill>
                  <a:srgbClr val="0066FF"/>
                </a:solidFill>
              </a:rPr>
              <a:t> </a:t>
            </a:r>
            <a:r>
              <a:rPr lang="vi-VN" sz="2800" dirty="0" err="1">
                <a:solidFill>
                  <a:srgbClr val="0066FF"/>
                </a:solidFill>
              </a:rPr>
              <a:t>họ</a:t>
            </a:r>
            <a:r>
              <a:rPr lang="vi-VN" sz="2800" dirty="0">
                <a:solidFill>
                  <a:srgbClr val="0066FF"/>
                </a:solidFill>
              </a:rPr>
              <a:t> </a:t>
            </a:r>
            <a:r>
              <a:rPr lang="vi-VN" sz="2800" dirty="0" err="1">
                <a:solidFill>
                  <a:srgbClr val="0066FF"/>
                </a:solidFill>
              </a:rPr>
              <a:t>có</a:t>
            </a:r>
            <a:r>
              <a:rPr lang="vi-VN" sz="2800" dirty="0">
                <a:solidFill>
                  <a:srgbClr val="0066FF"/>
                </a:solidFill>
              </a:rPr>
              <a:t> mua </a:t>
            </a:r>
            <a:r>
              <a:rPr lang="vi-VN" sz="2800" dirty="0" err="1">
                <a:solidFill>
                  <a:srgbClr val="0066FF"/>
                </a:solidFill>
              </a:rPr>
              <a:t>hàng</a:t>
            </a:r>
            <a:r>
              <a:rPr lang="vi-VN" sz="2800" dirty="0">
                <a:solidFill>
                  <a:srgbClr val="0066FF"/>
                </a:solidFill>
              </a:rPr>
              <a:t> hay không.</a:t>
            </a:r>
          </a:p>
        </p:txBody>
      </p:sp>
    </p:spTree>
    <p:extLst>
      <p:ext uri="{BB962C8B-B14F-4D97-AF65-F5344CB8AC3E}">
        <p14:creationId xmlns:p14="http://schemas.microsoft.com/office/powerpoint/2010/main" val="3577725186"/>
      </p:ext>
    </p:extLst>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7E8E49B6-FFB9-48FE-A4A6-A7632629FC33}"/>
              </a:ext>
            </a:extLst>
          </p:cNvPr>
          <p:cNvSpPr>
            <a:spLocks noGrp="1"/>
          </p:cNvSpPr>
          <p:nvPr>
            <p:ph type="title"/>
          </p:nvPr>
        </p:nvSpPr>
        <p:spPr/>
        <p:txBody>
          <a:bodyPr/>
          <a:lstStyle/>
          <a:p>
            <a:r>
              <a:rPr lang="vi-VN" dirty="0" err="1"/>
              <a:t>Dataset</a:t>
            </a:r>
            <a:endParaRPr lang="vi-VN" dirty="0"/>
          </a:p>
        </p:txBody>
      </p:sp>
      <mc:AlternateContent xmlns:mc="http://schemas.openxmlformats.org/markup-compatibility/2006" xmlns:a14="http://schemas.microsoft.com/office/drawing/2010/main">
        <mc:Choice Requires="a14">
          <p:sp>
            <p:nvSpPr>
              <p:cNvPr id="7" name="Content Placeholder 6">
                <a:extLst>
                  <a:ext uri="{FF2B5EF4-FFF2-40B4-BE49-F238E27FC236}">
                    <a16:creationId xmlns:a16="http://schemas.microsoft.com/office/drawing/2014/main" id="{24A5EA7F-8FCE-416E-9B84-E4673825CC4B}"/>
                  </a:ext>
                </a:extLst>
              </p:cNvPr>
              <p:cNvSpPr>
                <a:spLocks noGrp="1"/>
              </p:cNvSpPr>
              <p:nvPr>
                <p:ph idx="1"/>
              </p:nvPr>
            </p:nvSpPr>
            <p:spPr/>
            <p:txBody>
              <a:bodyPr/>
              <a:lstStyle/>
              <a:p>
                <a:pPr algn="just"/>
                <a:r>
                  <a:rPr lang="vi-VN" sz="2800" dirty="0" err="1">
                    <a:solidFill>
                      <a:srgbClr val="0066FF"/>
                    </a:solidFill>
                  </a:rPr>
                  <a:t>Tập</a:t>
                </a:r>
                <a:r>
                  <a:rPr lang="vi-VN" sz="2800" dirty="0">
                    <a:solidFill>
                      <a:srgbClr val="0066FF"/>
                    </a:solidFill>
                  </a:rPr>
                  <a:t> </a:t>
                </a:r>
                <a:r>
                  <a:rPr lang="vi-VN" sz="2800" dirty="0" err="1">
                    <a:solidFill>
                      <a:srgbClr val="0066FF"/>
                    </a:solidFill>
                  </a:rPr>
                  <a:t>dữ</a:t>
                </a:r>
                <a:r>
                  <a:rPr lang="vi-VN" sz="2800" dirty="0">
                    <a:solidFill>
                      <a:srgbClr val="0066FF"/>
                    </a:solidFill>
                  </a:rPr>
                  <a:t> </a:t>
                </a:r>
                <a:r>
                  <a:rPr lang="vi-VN" sz="2800" dirty="0" err="1">
                    <a:solidFill>
                      <a:srgbClr val="0066FF"/>
                    </a:solidFill>
                  </a:rPr>
                  <a:t>liệu</a:t>
                </a:r>
                <a:r>
                  <a:rPr lang="vi-VN" sz="2800" dirty="0">
                    <a:solidFill>
                      <a:srgbClr val="0066FF"/>
                    </a:solidFill>
                  </a:rPr>
                  <a:t> </a:t>
                </a:r>
                <a:r>
                  <a:rPr lang="vi-VN" sz="2800" dirty="0" err="1">
                    <a:solidFill>
                      <a:srgbClr val="0066FF"/>
                    </a:solidFill>
                  </a:rPr>
                  <a:t>chứa</a:t>
                </a:r>
                <a:r>
                  <a:rPr lang="vi-VN" sz="2800" dirty="0">
                    <a:solidFill>
                      <a:srgbClr val="0066FF"/>
                    </a:solidFill>
                  </a:rPr>
                  <a:t> 400 </a:t>
                </a:r>
                <a:r>
                  <a:rPr lang="vi-VN" sz="2800" dirty="0" err="1">
                    <a:solidFill>
                      <a:srgbClr val="0066FF"/>
                    </a:solidFill>
                  </a:rPr>
                  <a:t>điểm</a:t>
                </a:r>
                <a:r>
                  <a:rPr lang="vi-VN" sz="2800" dirty="0">
                    <a:solidFill>
                      <a:srgbClr val="0066FF"/>
                    </a:solidFill>
                  </a:rPr>
                  <a:t> </a:t>
                </a:r>
                <a:r>
                  <a:rPr lang="vi-VN" sz="2800" err="1">
                    <a:solidFill>
                      <a:srgbClr val="0066FF"/>
                    </a:solidFill>
                  </a:rPr>
                  <a:t>dữ</a:t>
                </a:r>
                <a:r>
                  <a:rPr lang="vi-VN" sz="2800">
                    <a:solidFill>
                      <a:srgbClr val="0066FF"/>
                    </a:solidFill>
                  </a:rPr>
                  <a:t> liệu</a:t>
                </a:r>
                <a:r>
                  <a:rPr lang="en-US" sz="2800">
                    <a:solidFill>
                      <a:srgbClr val="0066FF"/>
                    </a:solidFill>
                  </a:rPr>
                  <a:t> (datapoint)</a:t>
                </a:r>
                <a:r>
                  <a:rPr lang="vi-VN" sz="2800">
                    <a:solidFill>
                      <a:srgbClr val="0066FF"/>
                    </a:solidFill>
                  </a:rPr>
                  <a:t>, </a:t>
                </a:r>
                <a:r>
                  <a:rPr lang="vi-VN" sz="2800" dirty="0" err="1">
                    <a:solidFill>
                      <a:srgbClr val="0066FF"/>
                    </a:solidFill>
                  </a:rPr>
                  <a:t>mỗi</a:t>
                </a:r>
                <a:r>
                  <a:rPr lang="vi-VN" sz="2800" dirty="0">
                    <a:solidFill>
                      <a:srgbClr val="0066FF"/>
                    </a:solidFill>
                  </a:rPr>
                  <a:t> </a:t>
                </a:r>
                <a:r>
                  <a:rPr lang="vi-VN" sz="2800" dirty="0" err="1">
                    <a:solidFill>
                      <a:srgbClr val="0066FF"/>
                    </a:solidFill>
                  </a:rPr>
                  <a:t>điểm</a:t>
                </a:r>
                <a:r>
                  <a:rPr lang="vi-VN" sz="2800" dirty="0">
                    <a:solidFill>
                      <a:srgbClr val="0066FF"/>
                    </a:solidFill>
                  </a:rPr>
                  <a:t> </a:t>
                </a:r>
                <a:r>
                  <a:rPr lang="vi-VN" sz="2800" dirty="0" err="1">
                    <a:solidFill>
                      <a:srgbClr val="0066FF"/>
                    </a:solidFill>
                  </a:rPr>
                  <a:t>dữ</a:t>
                </a:r>
                <a:r>
                  <a:rPr lang="vi-VN" sz="2800" dirty="0">
                    <a:solidFill>
                      <a:srgbClr val="0066FF"/>
                    </a:solidFill>
                  </a:rPr>
                  <a:t> </a:t>
                </a:r>
                <a:r>
                  <a:rPr lang="vi-VN" sz="2800" dirty="0" err="1">
                    <a:solidFill>
                      <a:srgbClr val="0066FF"/>
                    </a:solidFill>
                  </a:rPr>
                  <a:t>liệu</a:t>
                </a:r>
                <a:r>
                  <a:rPr lang="vi-VN" sz="2800" dirty="0">
                    <a:solidFill>
                      <a:srgbClr val="0066FF"/>
                    </a:solidFill>
                  </a:rPr>
                  <a:t> </a:t>
                </a:r>
                <a:r>
                  <a:rPr lang="vi-VN" sz="2800" dirty="0" err="1">
                    <a:solidFill>
                      <a:srgbClr val="0066FF"/>
                    </a:solidFill>
                  </a:rPr>
                  <a:t>có</a:t>
                </a:r>
                <a:r>
                  <a:rPr lang="vi-VN" sz="2800" dirty="0">
                    <a:solidFill>
                      <a:srgbClr val="0066FF"/>
                    </a:solidFill>
                  </a:rPr>
                  <a:t> 5 </a:t>
                </a:r>
                <a:r>
                  <a:rPr lang="vi-VN" sz="2800" dirty="0" err="1">
                    <a:solidFill>
                      <a:srgbClr val="0066FF"/>
                    </a:solidFill>
                  </a:rPr>
                  <a:t>thuộc</a:t>
                </a:r>
                <a:r>
                  <a:rPr lang="vi-VN" sz="2800" dirty="0">
                    <a:solidFill>
                      <a:srgbClr val="0066FF"/>
                    </a:solidFill>
                  </a:rPr>
                  <a:t> </a:t>
                </a:r>
                <a:r>
                  <a:rPr lang="vi-VN" sz="2800" dirty="0" err="1">
                    <a:solidFill>
                      <a:srgbClr val="0066FF"/>
                    </a:solidFill>
                  </a:rPr>
                  <a:t>tính</a:t>
                </a:r>
                <a:r>
                  <a:rPr lang="vi-VN" sz="2800" dirty="0">
                    <a:solidFill>
                      <a:srgbClr val="0066FF"/>
                    </a:solidFill>
                  </a:rPr>
                  <a:t> </a:t>
                </a:r>
                <a:r>
                  <a:rPr lang="vi-VN" sz="2800" dirty="0" err="1">
                    <a:solidFill>
                      <a:srgbClr val="0066FF"/>
                    </a:solidFill>
                  </a:rPr>
                  <a:t>gồm</a:t>
                </a:r>
                <a:r>
                  <a:rPr lang="vi-VN" sz="2800" dirty="0">
                    <a:solidFill>
                      <a:srgbClr val="0066FF"/>
                    </a:solidFill>
                  </a:rPr>
                  <a:t>:</a:t>
                </a:r>
              </a:p>
              <a:p>
                <a:pPr lvl="1" algn="just"/>
                <a:r>
                  <a:rPr lang="vi-VN" sz="2800" dirty="0" err="1">
                    <a:solidFill>
                      <a:schemeClr val="tx1"/>
                    </a:solidFill>
                    <a:highlight>
                      <a:srgbClr val="FFFF00"/>
                    </a:highlight>
                  </a:rPr>
                  <a:t>UserID</a:t>
                </a:r>
                <a:r>
                  <a:rPr lang="vi-VN" sz="2800" dirty="0">
                    <a:solidFill>
                      <a:srgbClr val="FF0000"/>
                    </a:solidFill>
                  </a:rPr>
                  <a:t>: </a:t>
                </a:r>
                <a:r>
                  <a:rPr lang="vi-VN" sz="2800" dirty="0" err="1">
                    <a:solidFill>
                      <a:srgbClr val="FF0000"/>
                    </a:solidFill>
                  </a:rPr>
                  <a:t>Mã</a:t>
                </a:r>
                <a:r>
                  <a:rPr lang="vi-VN" sz="2800" dirty="0">
                    <a:solidFill>
                      <a:srgbClr val="FF0000"/>
                    </a:solidFill>
                  </a:rPr>
                  <a:t> </a:t>
                </a:r>
                <a:r>
                  <a:rPr lang="vi-VN" sz="2800" dirty="0" err="1">
                    <a:solidFill>
                      <a:srgbClr val="FF0000"/>
                    </a:solidFill>
                  </a:rPr>
                  <a:t>số</a:t>
                </a:r>
                <a:r>
                  <a:rPr lang="vi-VN" sz="2800" dirty="0">
                    <a:solidFill>
                      <a:srgbClr val="FF0000"/>
                    </a:solidFill>
                  </a:rPr>
                  <a:t> </a:t>
                </a:r>
                <a:r>
                  <a:rPr lang="vi-VN" sz="2800" dirty="0" err="1">
                    <a:solidFill>
                      <a:srgbClr val="FF0000"/>
                    </a:solidFill>
                  </a:rPr>
                  <a:t>định</a:t>
                </a:r>
                <a:r>
                  <a:rPr lang="vi-VN" sz="2800" dirty="0">
                    <a:solidFill>
                      <a:srgbClr val="FF0000"/>
                    </a:solidFill>
                  </a:rPr>
                  <a:t> danh </a:t>
                </a:r>
                <a:r>
                  <a:rPr lang="vi-VN" sz="2800" dirty="0" err="1">
                    <a:solidFill>
                      <a:srgbClr val="FF0000"/>
                    </a:solidFill>
                  </a:rPr>
                  <a:t>của</a:t>
                </a:r>
                <a:r>
                  <a:rPr lang="vi-VN" sz="2800" dirty="0">
                    <a:solidFill>
                      <a:srgbClr val="FF0000"/>
                    </a:solidFill>
                  </a:rPr>
                  <a:t> </a:t>
                </a:r>
                <a:r>
                  <a:rPr lang="vi-VN" sz="2800" dirty="0" err="1">
                    <a:solidFill>
                      <a:srgbClr val="FF0000"/>
                    </a:solidFill>
                  </a:rPr>
                  <a:t>người</a:t>
                </a:r>
                <a:r>
                  <a:rPr lang="vi-VN" sz="2800" dirty="0">
                    <a:solidFill>
                      <a:srgbClr val="FF0000"/>
                    </a:solidFill>
                  </a:rPr>
                  <a:t> </a:t>
                </a:r>
                <a:r>
                  <a:rPr lang="vi-VN" sz="2800" dirty="0" err="1">
                    <a:solidFill>
                      <a:srgbClr val="FF0000"/>
                    </a:solidFill>
                  </a:rPr>
                  <a:t>dùng</a:t>
                </a:r>
                <a:r>
                  <a:rPr lang="vi-VN" sz="2800" dirty="0">
                    <a:solidFill>
                      <a:srgbClr val="FF0000"/>
                    </a:solidFill>
                  </a:rPr>
                  <a:t>.</a:t>
                </a:r>
              </a:p>
              <a:p>
                <a:pPr lvl="1" algn="just"/>
                <a:r>
                  <a:rPr lang="vi-VN" sz="2800" dirty="0" err="1">
                    <a:solidFill>
                      <a:schemeClr val="tx1"/>
                    </a:solidFill>
                    <a:highlight>
                      <a:srgbClr val="FFFF00"/>
                    </a:highlight>
                  </a:rPr>
                  <a:t>Gender</a:t>
                </a:r>
                <a:r>
                  <a:rPr lang="vi-VN" sz="2800" dirty="0">
                    <a:solidFill>
                      <a:srgbClr val="0066FF"/>
                    </a:solidFill>
                  </a:rPr>
                  <a:t>: </a:t>
                </a:r>
                <a:r>
                  <a:rPr lang="vi-VN" sz="2800" dirty="0" err="1">
                    <a:solidFill>
                      <a:srgbClr val="0066FF"/>
                    </a:solidFill>
                  </a:rPr>
                  <a:t>Giới</a:t>
                </a:r>
                <a:r>
                  <a:rPr lang="vi-VN" sz="2800" dirty="0">
                    <a:solidFill>
                      <a:srgbClr val="0066FF"/>
                    </a:solidFill>
                  </a:rPr>
                  <a:t> </a:t>
                </a:r>
                <a:r>
                  <a:rPr lang="vi-VN" sz="2800" dirty="0" err="1">
                    <a:solidFill>
                      <a:srgbClr val="0066FF"/>
                    </a:solidFill>
                  </a:rPr>
                  <a:t>tính</a:t>
                </a:r>
                <a:r>
                  <a:rPr lang="vi-VN" sz="2800" dirty="0">
                    <a:solidFill>
                      <a:srgbClr val="0066FF"/>
                    </a:solidFill>
                  </a:rPr>
                  <a:t> </a:t>
                </a:r>
                <a:r>
                  <a:rPr lang="vi-VN" sz="2800" dirty="0" err="1">
                    <a:solidFill>
                      <a:srgbClr val="0066FF"/>
                    </a:solidFill>
                  </a:rPr>
                  <a:t>của</a:t>
                </a:r>
                <a:r>
                  <a:rPr lang="vi-VN" sz="2800" dirty="0">
                    <a:solidFill>
                      <a:srgbClr val="0066FF"/>
                    </a:solidFill>
                  </a:rPr>
                  <a:t> </a:t>
                </a:r>
                <a:r>
                  <a:rPr lang="vi-VN" sz="2800" dirty="0" err="1">
                    <a:solidFill>
                      <a:srgbClr val="0066FF"/>
                    </a:solidFill>
                  </a:rPr>
                  <a:t>người</a:t>
                </a:r>
                <a:r>
                  <a:rPr lang="vi-VN" sz="2800" dirty="0">
                    <a:solidFill>
                      <a:srgbClr val="0066FF"/>
                    </a:solidFill>
                  </a:rPr>
                  <a:t> </a:t>
                </a:r>
                <a:r>
                  <a:rPr lang="vi-VN" sz="2800" dirty="0" err="1">
                    <a:solidFill>
                      <a:srgbClr val="0066FF"/>
                    </a:solidFill>
                  </a:rPr>
                  <a:t>dùng</a:t>
                </a:r>
                <a:r>
                  <a:rPr lang="vi-VN" sz="2800" dirty="0">
                    <a:solidFill>
                      <a:srgbClr val="0066FF"/>
                    </a:solidFill>
                  </a:rPr>
                  <a:t>.</a:t>
                </a:r>
              </a:p>
              <a:p>
                <a:pPr lvl="1" algn="just"/>
                <a:r>
                  <a:rPr lang="vi-VN" sz="2800" dirty="0" err="1">
                    <a:solidFill>
                      <a:schemeClr val="tx1"/>
                    </a:solidFill>
                    <a:highlight>
                      <a:srgbClr val="FFFF00"/>
                    </a:highlight>
                  </a:rPr>
                  <a:t>Age</a:t>
                </a:r>
                <a:r>
                  <a:rPr lang="vi-VN" sz="2800" dirty="0">
                    <a:solidFill>
                      <a:srgbClr val="FF0000"/>
                    </a:solidFill>
                  </a:rPr>
                  <a:t>: </a:t>
                </a:r>
                <a:r>
                  <a:rPr lang="vi-VN" sz="2800" dirty="0" err="1">
                    <a:solidFill>
                      <a:srgbClr val="FF0000"/>
                    </a:solidFill>
                  </a:rPr>
                  <a:t>Độ</a:t>
                </a:r>
                <a:r>
                  <a:rPr lang="vi-VN" sz="2800" dirty="0">
                    <a:solidFill>
                      <a:srgbClr val="FF0000"/>
                    </a:solidFill>
                  </a:rPr>
                  <a:t> </a:t>
                </a:r>
                <a:r>
                  <a:rPr lang="vi-VN" sz="2800" dirty="0" err="1">
                    <a:solidFill>
                      <a:srgbClr val="FF0000"/>
                    </a:solidFill>
                  </a:rPr>
                  <a:t>tuổi</a:t>
                </a:r>
                <a:r>
                  <a:rPr lang="vi-VN" sz="2800" dirty="0">
                    <a:solidFill>
                      <a:srgbClr val="FF0000"/>
                    </a:solidFill>
                  </a:rPr>
                  <a:t> </a:t>
                </a:r>
                <a:r>
                  <a:rPr lang="vi-VN" sz="2800" dirty="0" err="1">
                    <a:solidFill>
                      <a:srgbClr val="FF0000"/>
                    </a:solidFill>
                  </a:rPr>
                  <a:t>người</a:t>
                </a:r>
                <a:r>
                  <a:rPr lang="vi-VN" sz="2800" dirty="0">
                    <a:solidFill>
                      <a:srgbClr val="FF0000"/>
                    </a:solidFill>
                  </a:rPr>
                  <a:t> </a:t>
                </a:r>
                <a:r>
                  <a:rPr lang="vi-VN" sz="2800" dirty="0" err="1">
                    <a:solidFill>
                      <a:srgbClr val="FF0000"/>
                    </a:solidFill>
                  </a:rPr>
                  <a:t>dùng</a:t>
                </a:r>
                <a:r>
                  <a:rPr lang="vi-VN" sz="2800" dirty="0">
                    <a:solidFill>
                      <a:srgbClr val="FF0000"/>
                    </a:solidFill>
                  </a:rPr>
                  <a:t>.</a:t>
                </a:r>
              </a:p>
              <a:p>
                <a:pPr lvl="1" algn="just"/>
                <a:r>
                  <a:rPr lang="vi-VN" sz="2800" dirty="0" err="1">
                    <a:solidFill>
                      <a:schemeClr val="tx1"/>
                    </a:solidFill>
                    <a:highlight>
                      <a:srgbClr val="FFFF00"/>
                    </a:highlight>
                  </a:rPr>
                  <a:t>Estimated</a:t>
                </a:r>
                <a:r>
                  <a:rPr lang="vi-VN" sz="2800" dirty="0">
                    <a:solidFill>
                      <a:schemeClr val="tx1"/>
                    </a:solidFill>
                    <a:highlight>
                      <a:srgbClr val="FFFF00"/>
                    </a:highlight>
                  </a:rPr>
                  <a:t> </a:t>
                </a:r>
                <a:r>
                  <a:rPr lang="vi-VN" sz="2800" dirty="0" err="1">
                    <a:solidFill>
                      <a:schemeClr val="tx1"/>
                    </a:solidFill>
                    <a:highlight>
                      <a:srgbClr val="FFFF00"/>
                    </a:highlight>
                  </a:rPr>
                  <a:t>Salary</a:t>
                </a:r>
                <a:r>
                  <a:rPr lang="vi-VN" sz="2800" dirty="0">
                    <a:solidFill>
                      <a:srgbClr val="0066FF"/>
                    </a:solidFill>
                  </a:rPr>
                  <a:t>: </a:t>
                </a:r>
                <a:r>
                  <a:rPr lang="vi-VN" sz="2800" dirty="0" err="1">
                    <a:solidFill>
                      <a:srgbClr val="0066FF"/>
                    </a:solidFill>
                  </a:rPr>
                  <a:t>Mức</a:t>
                </a:r>
                <a:r>
                  <a:rPr lang="vi-VN" sz="2800" dirty="0">
                    <a:solidFill>
                      <a:srgbClr val="0066FF"/>
                    </a:solidFill>
                  </a:rPr>
                  <a:t> lương </a:t>
                </a:r>
                <a:r>
                  <a:rPr lang="vi-VN" sz="2800" dirty="0" err="1">
                    <a:solidFill>
                      <a:srgbClr val="0066FF"/>
                    </a:solidFill>
                  </a:rPr>
                  <a:t>ước</a:t>
                </a:r>
                <a:r>
                  <a:rPr lang="vi-VN" sz="2800" dirty="0">
                    <a:solidFill>
                      <a:srgbClr val="0066FF"/>
                    </a:solidFill>
                  </a:rPr>
                  <a:t> </a:t>
                </a:r>
                <a:r>
                  <a:rPr lang="vi-VN" sz="2800" dirty="0" err="1">
                    <a:solidFill>
                      <a:srgbClr val="0066FF"/>
                    </a:solidFill>
                  </a:rPr>
                  <a:t>đoán</a:t>
                </a:r>
                <a:r>
                  <a:rPr lang="vi-VN" sz="2800" dirty="0">
                    <a:solidFill>
                      <a:srgbClr val="0066FF"/>
                    </a:solidFill>
                  </a:rPr>
                  <a:t> </a:t>
                </a:r>
                <a:r>
                  <a:rPr lang="vi-VN" sz="2800" dirty="0" err="1">
                    <a:solidFill>
                      <a:srgbClr val="0066FF"/>
                    </a:solidFill>
                  </a:rPr>
                  <a:t>của</a:t>
                </a:r>
                <a:r>
                  <a:rPr lang="vi-VN" sz="2800" dirty="0">
                    <a:solidFill>
                      <a:srgbClr val="0066FF"/>
                    </a:solidFill>
                  </a:rPr>
                  <a:t> </a:t>
                </a:r>
                <a:r>
                  <a:rPr lang="vi-VN" sz="2800" dirty="0" err="1">
                    <a:solidFill>
                      <a:srgbClr val="0066FF"/>
                    </a:solidFill>
                  </a:rPr>
                  <a:t>người</a:t>
                </a:r>
                <a:r>
                  <a:rPr lang="vi-VN" sz="2800" dirty="0">
                    <a:solidFill>
                      <a:srgbClr val="0066FF"/>
                    </a:solidFill>
                  </a:rPr>
                  <a:t> </a:t>
                </a:r>
                <a:r>
                  <a:rPr lang="vi-VN" sz="2800" dirty="0" err="1">
                    <a:solidFill>
                      <a:srgbClr val="0066FF"/>
                    </a:solidFill>
                  </a:rPr>
                  <a:t>dùng</a:t>
                </a:r>
                <a:r>
                  <a:rPr lang="vi-VN" sz="2800" dirty="0">
                    <a:solidFill>
                      <a:srgbClr val="0066FF"/>
                    </a:solidFill>
                  </a:rPr>
                  <a:t>.</a:t>
                </a:r>
              </a:p>
              <a:p>
                <a:pPr lvl="1" algn="just"/>
                <a:r>
                  <a:rPr lang="vi-VN" sz="2800" dirty="0" err="1">
                    <a:solidFill>
                      <a:schemeClr val="tx1"/>
                    </a:solidFill>
                    <a:highlight>
                      <a:srgbClr val="FFFF00"/>
                    </a:highlight>
                  </a:rPr>
                  <a:t>Purchased</a:t>
                </a:r>
                <a:r>
                  <a:rPr lang="vi-VN" sz="2800">
                    <a:solidFill>
                      <a:srgbClr val="FF0000"/>
                    </a:solidFill>
                  </a:rPr>
                  <a:t>: </a:t>
                </a:r>
                <a:r>
                  <a:rPr lang="en-US" sz="2800" dirty="0">
                    <a:solidFill>
                      <a:srgbClr val="FF0000"/>
                    </a:solidFill>
                  </a:rPr>
                  <a:t>l</a:t>
                </a:r>
                <a:r>
                  <a:rPr lang="vi-VN" sz="2800">
                    <a:solidFill>
                      <a:srgbClr val="FF0000"/>
                    </a:solidFill>
                  </a:rPr>
                  <a:t>à </a:t>
                </a:r>
                <a:r>
                  <a:rPr lang="vi-VN" sz="2800" dirty="0" err="1">
                    <a:solidFill>
                      <a:srgbClr val="FF0000"/>
                    </a:solidFill>
                  </a:rPr>
                  <a:t>một</a:t>
                </a:r>
                <a:r>
                  <a:rPr lang="vi-VN" sz="2800" dirty="0">
                    <a:solidFill>
                      <a:srgbClr val="FF0000"/>
                    </a:solidFill>
                  </a:rPr>
                  <a:t> trong hai </a:t>
                </a:r>
                <a:r>
                  <a:rPr lang="vi-VN" sz="2800" dirty="0" err="1">
                    <a:solidFill>
                      <a:srgbClr val="FF0000"/>
                    </a:solidFill>
                  </a:rPr>
                  <a:t>số</a:t>
                </a:r>
                <a:r>
                  <a:rPr lang="vi-VN" sz="2800" dirty="0">
                    <a:solidFill>
                      <a:srgbClr val="FF0000"/>
                    </a:solidFill>
                  </a:rPr>
                  <a:t> </a:t>
                </a:r>
                <a14:m>
                  <m:oMath xmlns:m="http://schemas.openxmlformats.org/officeDocument/2006/math">
                    <m:r>
                      <a:rPr lang="vi-VN" sz="2800" i="1" dirty="0" smtClean="0">
                        <a:solidFill>
                          <a:srgbClr val="FF0000"/>
                        </a:solidFill>
                        <a:latin typeface="Cambria Math" panose="02040503050406030204" pitchFamily="18" charset="0"/>
                      </a:rPr>
                      <m:t>0</m:t>
                    </m:r>
                  </m:oMath>
                </a14:m>
                <a:r>
                  <a:rPr lang="vi-VN" sz="2800" dirty="0">
                    <a:solidFill>
                      <a:srgbClr val="FF0000"/>
                    </a:solidFill>
                  </a:rPr>
                  <a:t> </a:t>
                </a:r>
                <a:r>
                  <a:rPr lang="vi-VN" sz="2800" dirty="0" err="1">
                    <a:solidFill>
                      <a:srgbClr val="FF0000"/>
                    </a:solidFill>
                  </a:rPr>
                  <a:t>và</a:t>
                </a:r>
                <a:r>
                  <a:rPr lang="vi-VN" sz="2800" dirty="0">
                    <a:solidFill>
                      <a:srgbClr val="FF0000"/>
                    </a:solidFill>
                  </a:rPr>
                  <a:t> </a:t>
                </a:r>
                <a14:m>
                  <m:oMath xmlns:m="http://schemas.openxmlformats.org/officeDocument/2006/math">
                    <m:r>
                      <a:rPr lang="vi-VN" sz="2800" i="1" dirty="0" smtClean="0">
                        <a:solidFill>
                          <a:srgbClr val="FF0000"/>
                        </a:solidFill>
                        <a:latin typeface="Cambria Math" panose="02040503050406030204" pitchFamily="18" charset="0"/>
                      </a:rPr>
                      <m:t>1</m:t>
                    </m:r>
                  </m:oMath>
                </a14:m>
                <a:r>
                  <a:rPr lang="vi-VN" sz="2800" dirty="0">
                    <a:solidFill>
                      <a:srgbClr val="FF0000"/>
                    </a:solidFill>
                  </a:rPr>
                  <a:t>. </a:t>
                </a:r>
                <a:r>
                  <a:rPr lang="vi-VN" sz="2800" dirty="0" err="1">
                    <a:solidFill>
                      <a:srgbClr val="FF0000"/>
                    </a:solidFill>
                  </a:rPr>
                  <a:t>Số</a:t>
                </a:r>
                <a:r>
                  <a:rPr lang="vi-VN" sz="2800" dirty="0">
                    <a:solidFill>
                      <a:srgbClr val="FF0000"/>
                    </a:solidFill>
                  </a:rPr>
                  <a:t> </a:t>
                </a:r>
                <a14:m>
                  <m:oMath xmlns:m="http://schemas.openxmlformats.org/officeDocument/2006/math">
                    <m:r>
                      <a:rPr lang="vi-VN" sz="2800" i="1" dirty="0" smtClean="0">
                        <a:solidFill>
                          <a:srgbClr val="FF0000"/>
                        </a:solidFill>
                        <a:latin typeface="Cambria Math" panose="02040503050406030204" pitchFamily="18" charset="0"/>
                      </a:rPr>
                      <m:t>0</m:t>
                    </m:r>
                  </m:oMath>
                </a14:m>
                <a:r>
                  <a:rPr lang="vi-VN" sz="2800" dirty="0">
                    <a:solidFill>
                      <a:srgbClr val="FF0000"/>
                    </a:solidFill>
                  </a:rPr>
                  <a:t> cho </a:t>
                </a:r>
                <a:r>
                  <a:rPr lang="vi-VN" sz="2800" dirty="0" err="1">
                    <a:solidFill>
                      <a:srgbClr val="FF0000"/>
                    </a:solidFill>
                  </a:rPr>
                  <a:t>biết</a:t>
                </a:r>
                <a:r>
                  <a:rPr lang="vi-VN" sz="2800" dirty="0">
                    <a:solidFill>
                      <a:srgbClr val="FF0000"/>
                    </a:solidFill>
                  </a:rPr>
                  <a:t> </a:t>
                </a:r>
                <a:r>
                  <a:rPr lang="vi-VN" sz="2800" dirty="0" err="1">
                    <a:solidFill>
                      <a:srgbClr val="FF0000"/>
                    </a:solidFill>
                  </a:rPr>
                  <a:t>khách</a:t>
                </a:r>
                <a:r>
                  <a:rPr lang="vi-VN" sz="2800" dirty="0">
                    <a:solidFill>
                      <a:srgbClr val="FF0000"/>
                    </a:solidFill>
                  </a:rPr>
                  <a:t> </a:t>
                </a:r>
                <a:r>
                  <a:rPr lang="vi-VN" sz="2800" dirty="0" err="1">
                    <a:solidFill>
                      <a:srgbClr val="FF0000"/>
                    </a:solidFill>
                  </a:rPr>
                  <a:t>hàng</a:t>
                </a:r>
                <a:r>
                  <a:rPr lang="vi-VN" sz="2800" dirty="0">
                    <a:solidFill>
                      <a:srgbClr val="FF0000"/>
                    </a:solidFill>
                  </a:rPr>
                  <a:t> không mua </a:t>
                </a:r>
                <a:r>
                  <a:rPr lang="vi-VN" sz="2800" dirty="0" err="1">
                    <a:solidFill>
                      <a:srgbClr val="FF0000"/>
                    </a:solidFill>
                  </a:rPr>
                  <a:t>hàng</a:t>
                </a:r>
                <a:r>
                  <a:rPr lang="vi-VN" sz="2800" dirty="0">
                    <a:solidFill>
                      <a:srgbClr val="FF0000"/>
                    </a:solidFill>
                  </a:rPr>
                  <a:t> </a:t>
                </a:r>
                <a:r>
                  <a:rPr lang="vi-VN" sz="2800" dirty="0" err="1">
                    <a:solidFill>
                      <a:srgbClr val="FF0000"/>
                    </a:solidFill>
                  </a:rPr>
                  <a:t>và</a:t>
                </a:r>
                <a:r>
                  <a:rPr lang="vi-VN" sz="2800" dirty="0">
                    <a:solidFill>
                      <a:srgbClr val="FF0000"/>
                    </a:solidFill>
                  </a:rPr>
                  <a:t> </a:t>
                </a:r>
                <a:r>
                  <a:rPr lang="vi-VN" sz="2800" dirty="0" err="1">
                    <a:solidFill>
                      <a:srgbClr val="FF0000"/>
                    </a:solidFill>
                  </a:rPr>
                  <a:t>số</a:t>
                </a:r>
                <a:r>
                  <a:rPr lang="vi-VN" sz="2800" dirty="0">
                    <a:solidFill>
                      <a:srgbClr val="FF0000"/>
                    </a:solidFill>
                  </a:rPr>
                  <a:t> </a:t>
                </a:r>
                <a14:m>
                  <m:oMath xmlns:m="http://schemas.openxmlformats.org/officeDocument/2006/math">
                    <m:r>
                      <a:rPr lang="vi-VN" sz="2800" i="1" dirty="0" smtClean="0">
                        <a:solidFill>
                          <a:srgbClr val="FF0000"/>
                        </a:solidFill>
                        <a:latin typeface="Cambria Math" panose="02040503050406030204" pitchFamily="18" charset="0"/>
                      </a:rPr>
                      <m:t>1</m:t>
                    </m:r>
                  </m:oMath>
                </a14:m>
                <a:r>
                  <a:rPr lang="vi-VN" sz="2800" dirty="0">
                    <a:solidFill>
                      <a:srgbClr val="FF0000"/>
                    </a:solidFill>
                  </a:rPr>
                  <a:t> cho </a:t>
                </a:r>
                <a:r>
                  <a:rPr lang="vi-VN" sz="2800" dirty="0" err="1">
                    <a:solidFill>
                      <a:srgbClr val="FF0000"/>
                    </a:solidFill>
                  </a:rPr>
                  <a:t>biết</a:t>
                </a:r>
                <a:r>
                  <a:rPr lang="vi-VN" sz="2800" dirty="0">
                    <a:solidFill>
                      <a:srgbClr val="FF0000"/>
                    </a:solidFill>
                  </a:rPr>
                  <a:t> </a:t>
                </a:r>
                <a:r>
                  <a:rPr lang="vi-VN" sz="2800" dirty="0" err="1">
                    <a:solidFill>
                      <a:srgbClr val="FF0000"/>
                    </a:solidFill>
                  </a:rPr>
                  <a:t>khách</a:t>
                </a:r>
                <a:r>
                  <a:rPr lang="vi-VN" sz="2800" dirty="0">
                    <a:solidFill>
                      <a:srgbClr val="FF0000"/>
                    </a:solidFill>
                  </a:rPr>
                  <a:t> </a:t>
                </a:r>
                <a:r>
                  <a:rPr lang="vi-VN" sz="2800" dirty="0" err="1">
                    <a:solidFill>
                      <a:srgbClr val="FF0000"/>
                    </a:solidFill>
                  </a:rPr>
                  <a:t>hàng</a:t>
                </a:r>
                <a:r>
                  <a:rPr lang="vi-VN" sz="2800" dirty="0">
                    <a:solidFill>
                      <a:srgbClr val="FF0000"/>
                    </a:solidFill>
                  </a:rPr>
                  <a:t> </a:t>
                </a:r>
                <a:r>
                  <a:rPr lang="vi-VN" sz="2800" dirty="0" err="1">
                    <a:solidFill>
                      <a:srgbClr val="FF0000"/>
                    </a:solidFill>
                  </a:rPr>
                  <a:t>có</a:t>
                </a:r>
                <a:r>
                  <a:rPr lang="vi-VN" sz="2800" dirty="0">
                    <a:solidFill>
                      <a:srgbClr val="FF0000"/>
                    </a:solidFill>
                  </a:rPr>
                  <a:t> mua </a:t>
                </a:r>
                <a:r>
                  <a:rPr lang="vi-VN" sz="2800" dirty="0" err="1">
                    <a:solidFill>
                      <a:srgbClr val="FF0000"/>
                    </a:solidFill>
                  </a:rPr>
                  <a:t>hàng</a:t>
                </a:r>
                <a:r>
                  <a:rPr lang="vi-VN" sz="2800" dirty="0">
                    <a:solidFill>
                      <a:srgbClr val="FF0000"/>
                    </a:solidFill>
                  </a:rPr>
                  <a:t>.</a:t>
                </a:r>
              </a:p>
            </p:txBody>
          </p:sp>
        </mc:Choice>
        <mc:Fallback xmlns="">
          <p:sp>
            <p:nvSpPr>
              <p:cNvPr id="7" name="Content Placeholder 6">
                <a:extLst>
                  <a:ext uri="{FF2B5EF4-FFF2-40B4-BE49-F238E27FC236}">
                    <a16:creationId xmlns:a16="http://schemas.microsoft.com/office/drawing/2014/main" id="{24A5EA7F-8FCE-416E-9B84-E4673825CC4B}"/>
                  </a:ext>
                </a:extLst>
              </p:cNvPr>
              <p:cNvSpPr>
                <a:spLocks noGrp="1" noRot="1" noChangeAspect="1" noMove="1" noResize="1" noEditPoints="1" noAdjustHandles="1" noChangeArrowheads="1" noChangeShapeType="1" noTextEdit="1"/>
              </p:cNvSpPr>
              <p:nvPr>
                <p:ph idx="1"/>
              </p:nvPr>
            </p:nvSpPr>
            <p:spPr>
              <a:blipFill>
                <a:blip r:embed="rId2"/>
                <a:stretch>
                  <a:fillRect l="-1000" t="-1482" r="-1111"/>
                </a:stretch>
              </a:blipFill>
            </p:spPr>
            <p:txBody>
              <a:bodyPr/>
              <a:lstStyle/>
              <a:p>
                <a:r>
                  <a:rPr lang="en-US">
                    <a:noFill/>
                  </a:rPr>
                  <a:t> </a:t>
                </a:r>
              </a:p>
            </p:txBody>
          </p:sp>
        </mc:Fallback>
      </mc:AlternateContent>
    </p:spTree>
    <p:extLst>
      <p:ext uri="{BB962C8B-B14F-4D97-AF65-F5344CB8AC3E}">
        <p14:creationId xmlns:p14="http://schemas.microsoft.com/office/powerpoint/2010/main" val="2943382993"/>
      </p:ext>
    </p:extLst>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7F6701-EC67-4BAE-885F-6D32DA238613}"/>
              </a:ext>
            </a:extLst>
          </p:cNvPr>
          <p:cNvSpPr>
            <a:spLocks noGrp="1"/>
          </p:cNvSpPr>
          <p:nvPr>
            <p:ph type="title"/>
          </p:nvPr>
        </p:nvSpPr>
        <p:spPr/>
        <p:txBody>
          <a:bodyPr/>
          <a:lstStyle/>
          <a:p>
            <a:r>
              <a:rPr lang="vi-VN" dirty="0" err="1"/>
              <a:t>Dataset</a:t>
            </a:r>
            <a:endParaRPr lang="vi-VN" dirty="0"/>
          </a:p>
        </p:txBody>
      </p:sp>
      <p:sp>
        <p:nvSpPr>
          <p:cNvPr id="3" name="Content Placeholder 2">
            <a:extLst>
              <a:ext uri="{FF2B5EF4-FFF2-40B4-BE49-F238E27FC236}">
                <a16:creationId xmlns:a16="http://schemas.microsoft.com/office/drawing/2014/main" id="{342EE472-166E-4206-903F-85F9C5F94B82}"/>
              </a:ext>
            </a:extLst>
          </p:cNvPr>
          <p:cNvSpPr>
            <a:spLocks noGrp="1"/>
          </p:cNvSpPr>
          <p:nvPr>
            <p:ph idx="1"/>
          </p:nvPr>
        </p:nvSpPr>
        <p:spPr/>
        <p:txBody>
          <a:bodyPr/>
          <a:lstStyle/>
          <a:p>
            <a:r>
              <a:rPr lang="vi-VN" sz="2800" dirty="0" err="1">
                <a:solidFill>
                  <a:srgbClr val="0066FF"/>
                </a:solidFill>
              </a:rPr>
              <a:t>Dưới</a:t>
            </a:r>
            <a:r>
              <a:rPr lang="vi-VN" sz="2800" dirty="0">
                <a:solidFill>
                  <a:srgbClr val="0066FF"/>
                </a:solidFill>
              </a:rPr>
              <a:t> đây </a:t>
            </a:r>
            <a:r>
              <a:rPr lang="vi-VN" sz="2800" dirty="0" err="1">
                <a:solidFill>
                  <a:srgbClr val="0066FF"/>
                </a:solidFill>
              </a:rPr>
              <a:t>là</a:t>
            </a:r>
            <a:r>
              <a:rPr lang="vi-VN" sz="2800" dirty="0">
                <a:solidFill>
                  <a:srgbClr val="0066FF"/>
                </a:solidFill>
              </a:rPr>
              <a:t> 5 </a:t>
            </a:r>
            <a:r>
              <a:rPr lang="vi-VN" sz="2800" dirty="0" err="1">
                <a:solidFill>
                  <a:srgbClr val="0066FF"/>
                </a:solidFill>
              </a:rPr>
              <a:t>điểm</a:t>
            </a:r>
            <a:r>
              <a:rPr lang="vi-VN" sz="2800" dirty="0">
                <a:solidFill>
                  <a:srgbClr val="0066FF"/>
                </a:solidFill>
              </a:rPr>
              <a:t> </a:t>
            </a:r>
            <a:r>
              <a:rPr lang="vi-VN" sz="2800" dirty="0" err="1">
                <a:solidFill>
                  <a:srgbClr val="0066FF"/>
                </a:solidFill>
              </a:rPr>
              <a:t>dữ</a:t>
            </a:r>
            <a:r>
              <a:rPr lang="vi-VN" sz="2800" dirty="0">
                <a:solidFill>
                  <a:srgbClr val="0066FF"/>
                </a:solidFill>
              </a:rPr>
              <a:t> </a:t>
            </a:r>
            <a:r>
              <a:rPr lang="vi-VN" sz="2800" dirty="0" err="1">
                <a:solidFill>
                  <a:srgbClr val="0066FF"/>
                </a:solidFill>
              </a:rPr>
              <a:t>liệu</a:t>
            </a:r>
            <a:r>
              <a:rPr lang="vi-VN" sz="2800" dirty="0">
                <a:solidFill>
                  <a:srgbClr val="0066FF"/>
                </a:solidFill>
              </a:rPr>
              <a:t> </a:t>
            </a:r>
            <a:r>
              <a:rPr lang="vi-VN" sz="2800" dirty="0" err="1">
                <a:solidFill>
                  <a:srgbClr val="0066FF"/>
                </a:solidFill>
              </a:rPr>
              <a:t>ngẫu</a:t>
            </a:r>
            <a:r>
              <a:rPr lang="vi-VN" sz="2800" dirty="0">
                <a:solidFill>
                  <a:srgbClr val="0066FF"/>
                </a:solidFill>
              </a:rPr>
              <a:t> nhiên trong </a:t>
            </a:r>
            <a:r>
              <a:rPr lang="vi-VN" sz="2800" dirty="0" err="1">
                <a:solidFill>
                  <a:srgbClr val="0066FF"/>
                </a:solidFill>
              </a:rPr>
              <a:t>tập</a:t>
            </a:r>
            <a:r>
              <a:rPr lang="vi-VN" sz="2800" dirty="0">
                <a:solidFill>
                  <a:srgbClr val="0066FF"/>
                </a:solidFill>
              </a:rPr>
              <a:t> </a:t>
            </a:r>
            <a:r>
              <a:rPr lang="vi-VN" sz="2800" dirty="0" err="1">
                <a:solidFill>
                  <a:srgbClr val="0066FF"/>
                </a:solidFill>
              </a:rPr>
              <a:t>dữ</a:t>
            </a:r>
            <a:r>
              <a:rPr lang="vi-VN" sz="2800" dirty="0">
                <a:solidFill>
                  <a:srgbClr val="0066FF"/>
                </a:solidFill>
              </a:rPr>
              <a:t> </a:t>
            </a:r>
            <a:r>
              <a:rPr lang="vi-VN" sz="2800" dirty="0" err="1">
                <a:solidFill>
                  <a:srgbClr val="0066FF"/>
                </a:solidFill>
              </a:rPr>
              <a:t>liệu</a:t>
            </a:r>
            <a:r>
              <a:rPr lang="vi-VN" sz="2800" dirty="0">
                <a:solidFill>
                  <a:srgbClr val="0066FF"/>
                </a:solidFill>
              </a:rPr>
              <a:t>.</a:t>
            </a:r>
          </a:p>
        </p:txBody>
      </p:sp>
      <mc:AlternateContent xmlns:mc="http://schemas.openxmlformats.org/markup-compatibility/2006" xmlns:a14="http://schemas.microsoft.com/office/drawing/2010/main">
        <mc:Choice Requires="a14">
          <p:graphicFrame>
            <p:nvGraphicFramePr>
              <p:cNvPr id="5" name="Content Placeholder 3">
                <a:extLst>
                  <a:ext uri="{FF2B5EF4-FFF2-40B4-BE49-F238E27FC236}">
                    <a16:creationId xmlns:a16="http://schemas.microsoft.com/office/drawing/2014/main" id="{264C7AE0-BA47-456B-A146-198F1D3F3BBC}"/>
                  </a:ext>
                </a:extLst>
              </p:cNvPr>
              <p:cNvGraphicFramePr>
                <a:graphicFrameLocks/>
              </p:cNvGraphicFramePr>
              <p:nvPr/>
            </p:nvGraphicFramePr>
            <p:xfrm>
              <a:off x="586409" y="2286000"/>
              <a:ext cx="10972800" cy="3535680"/>
            </p:xfrm>
            <a:graphic>
              <a:graphicData uri="http://schemas.openxmlformats.org/drawingml/2006/table">
                <a:tbl>
                  <a:tblPr firstRow="1" bandRow="1">
                    <a:tableStyleId>{21E4AEA4-8DFA-4A89-87EB-49C32662AFE0}</a:tableStyleId>
                  </a:tblPr>
                  <a:tblGrid>
                    <a:gridCol w="2194560">
                      <a:extLst>
                        <a:ext uri="{9D8B030D-6E8A-4147-A177-3AD203B41FA5}">
                          <a16:colId xmlns:a16="http://schemas.microsoft.com/office/drawing/2014/main" val="196782862"/>
                        </a:ext>
                      </a:extLst>
                    </a:gridCol>
                    <a:gridCol w="2194560">
                      <a:extLst>
                        <a:ext uri="{9D8B030D-6E8A-4147-A177-3AD203B41FA5}">
                          <a16:colId xmlns:a16="http://schemas.microsoft.com/office/drawing/2014/main" val="2182850202"/>
                        </a:ext>
                      </a:extLst>
                    </a:gridCol>
                    <a:gridCol w="2194560">
                      <a:extLst>
                        <a:ext uri="{9D8B030D-6E8A-4147-A177-3AD203B41FA5}">
                          <a16:colId xmlns:a16="http://schemas.microsoft.com/office/drawing/2014/main" val="3600337692"/>
                        </a:ext>
                      </a:extLst>
                    </a:gridCol>
                    <a:gridCol w="2194560">
                      <a:extLst>
                        <a:ext uri="{9D8B030D-6E8A-4147-A177-3AD203B41FA5}">
                          <a16:colId xmlns:a16="http://schemas.microsoft.com/office/drawing/2014/main" val="3658340494"/>
                        </a:ext>
                      </a:extLst>
                    </a:gridCol>
                    <a:gridCol w="2194560">
                      <a:extLst>
                        <a:ext uri="{9D8B030D-6E8A-4147-A177-3AD203B41FA5}">
                          <a16:colId xmlns:a16="http://schemas.microsoft.com/office/drawing/2014/main" val="1278605173"/>
                        </a:ext>
                      </a:extLst>
                    </a:gridCol>
                  </a:tblGrid>
                  <a:tr h="370840">
                    <a:tc>
                      <a:txBody>
                        <a:bodyPr/>
                        <a:lstStyle/>
                        <a:p>
                          <a:pPr algn="ctr"/>
                          <a:r>
                            <a:rPr lang="vi-VN" sz="2800" dirty="0" err="1"/>
                            <a:t>UserID</a:t>
                          </a:r>
                          <a:endParaRPr lang="vi-VN" sz="2800" dirty="0"/>
                        </a:p>
                      </a:txBody>
                      <a:tcPr anchor="ctr"/>
                    </a:tc>
                    <a:tc>
                      <a:txBody>
                        <a:bodyPr/>
                        <a:lstStyle/>
                        <a:p>
                          <a:pPr algn="ctr"/>
                          <a:r>
                            <a:rPr lang="vi-VN" sz="2800" dirty="0" err="1"/>
                            <a:t>Gender</a:t>
                          </a:r>
                          <a:endParaRPr lang="vi-VN" sz="2800" dirty="0"/>
                        </a:p>
                      </a:txBody>
                      <a:tcPr anchor="ctr"/>
                    </a:tc>
                    <a:tc>
                      <a:txBody>
                        <a:bodyPr/>
                        <a:lstStyle/>
                        <a:p>
                          <a:pPr algn="ctr"/>
                          <a:r>
                            <a:rPr lang="vi-VN" sz="2800" dirty="0" err="1"/>
                            <a:t>Age</a:t>
                          </a:r>
                          <a:endParaRPr lang="vi-VN" sz="2800" dirty="0"/>
                        </a:p>
                      </a:txBody>
                      <a:tcPr anchor="ctr"/>
                    </a:tc>
                    <a:tc>
                      <a:txBody>
                        <a:bodyPr/>
                        <a:lstStyle/>
                        <a:p>
                          <a:pPr algn="ctr"/>
                          <a:r>
                            <a:rPr lang="vi-VN" sz="2800" dirty="0" err="1"/>
                            <a:t>Estimated</a:t>
                          </a:r>
                          <a:r>
                            <a:rPr lang="vi-VN" sz="2800" dirty="0"/>
                            <a:t> </a:t>
                          </a:r>
                          <a:r>
                            <a:rPr lang="vi-VN" sz="2800" dirty="0" err="1"/>
                            <a:t>Salary</a:t>
                          </a:r>
                          <a:endParaRPr lang="vi-VN" sz="2800" dirty="0"/>
                        </a:p>
                      </a:txBody>
                      <a:tcPr anchor="ctr"/>
                    </a:tc>
                    <a:tc>
                      <a:txBody>
                        <a:bodyPr/>
                        <a:lstStyle/>
                        <a:p>
                          <a:pPr algn="ctr"/>
                          <a:r>
                            <a:rPr lang="vi-VN" sz="2800" dirty="0" err="1"/>
                            <a:t>Purchased</a:t>
                          </a:r>
                          <a:endParaRPr lang="vi-VN" sz="2800" dirty="0"/>
                        </a:p>
                      </a:txBody>
                      <a:tcPr anchor="ctr"/>
                    </a:tc>
                    <a:extLst>
                      <a:ext uri="{0D108BD9-81ED-4DB2-BD59-A6C34878D82A}">
                        <a16:rowId xmlns:a16="http://schemas.microsoft.com/office/drawing/2014/main" val="2231562568"/>
                      </a:ext>
                    </a:extLst>
                  </a:tr>
                  <a:tr h="370840">
                    <a:tc>
                      <a:txBody>
                        <a:bodyPr/>
                        <a:lstStyle/>
                        <a:p>
                          <a:pPr algn="ctr"/>
                          <a14:m>
                            <m:oMathPara xmlns:m="http://schemas.openxmlformats.org/officeDocument/2006/math">
                              <m:oMathParaPr>
                                <m:jc m:val="centerGroup"/>
                              </m:oMathParaPr>
                              <m:oMath xmlns:m="http://schemas.openxmlformats.org/officeDocument/2006/math">
                                <m:r>
                                  <a:rPr lang="vi-VN" sz="2800" i="1" dirty="0" smtClean="0">
                                    <a:latin typeface="Cambria Math" panose="02040503050406030204" pitchFamily="18" charset="0"/>
                                  </a:rPr>
                                  <m:t>15624510</m:t>
                                </m:r>
                              </m:oMath>
                            </m:oMathPara>
                          </a14:m>
                          <a:endParaRPr lang="vi-VN" sz="2800" dirty="0"/>
                        </a:p>
                      </a:txBody>
                      <a:tcPr anchor="ctr"/>
                    </a:tc>
                    <a:tc>
                      <a:txBody>
                        <a:bodyPr/>
                        <a:lstStyle/>
                        <a:p>
                          <a:pPr algn="l"/>
                          <a:r>
                            <a:rPr lang="vi-VN" sz="2800" dirty="0" err="1"/>
                            <a:t>Male</a:t>
                          </a:r>
                          <a:endParaRPr lang="vi-VN" sz="2800" dirty="0"/>
                        </a:p>
                      </a:txBody>
                      <a:tcPr anchor="ctr"/>
                    </a:tc>
                    <a:tc>
                      <a:txBody>
                        <a:bodyPr/>
                        <a:lstStyle/>
                        <a:p>
                          <a:pPr algn="ctr"/>
                          <a14:m>
                            <m:oMathPara xmlns:m="http://schemas.openxmlformats.org/officeDocument/2006/math">
                              <m:oMathParaPr>
                                <m:jc m:val="centerGroup"/>
                              </m:oMathParaPr>
                              <m:oMath xmlns:m="http://schemas.openxmlformats.org/officeDocument/2006/math">
                                <m:r>
                                  <a:rPr lang="vi-VN" sz="2800" i="1" dirty="0" smtClean="0">
                                    <a:latin typeface="Cambria Math" panose="02040503050406030204" pitchFamily="18" charset="0"/>
                                  </a:rPr>
                                  <m:t>19</m:t>
                                </m:r>
                              </m:oMath>
                            </m:oMathPara>
                          </a14:m>
                          <a:endParaRPr lang="vi-VN" sz="2800" dirty="0"/>
                        </a:p>
                      </a:txBody>
                      <a:tcPr anchor="ctr"/>
                    </a:tc>
                    <a:tc>
                      <a:txBody>
                        <a:bodyPr/>
                        <a:lstStyle/>
                        <a:p>
                          <a:pPr algn="ctr"/>
                          <a14:m>
                            <m:oMathPara xmlns:m="http://schemas.openxmlformats.org/officeDocument/2006/math">
                              <m:oMathParaPr>
                                <m:jc m:val="centerGroup"/>
                              </m:oMathParaPr>
                              <m:oMath xmlns:m="http://schemas.openxmlformats.org/officeDocument/2006/math">
                                <m:r>
                                  <a:rPr lang="vi-VN" sz="2800" i="1" dirty="0" smtClean="0">
                                    <a:latin typeface="Cambria Math" panose="02040503050406030204" pitchFamily="18" charset="0"/>
                                  </a:rPr>
                                  <m:t>19,000</m:t>
                                </m:r>
                              </m:oMath>
                            </m:oMathPara>
                          </a14:m>
                          <a:endParaRPr lang="vi-VN" sz="2800" dirty="0"/>
                        </a:p>
                      </a:txBody>
                      <a:tcPr anchor="ctr"/>
                    </a:tc>
                    <a:tc>
                      <a:txBody>
                        <a:bodyPr/>
                        <a:lstStyle/>
                        <a:p>
                          <a:pPr algn="ctr"/>
                          <a14:m>
                            <m:oMathPara xmlns:m="http://schemas.openxmlformats.org/officeDocument/2006/math">
                              <m:oMathParaPr>
                                <m:jc m:val="centerGroup"/>
                              </m:oMathParaPr>
                              <m:oMath xmlns:m="http://schemas.openxmlformats.org/officeDocument/2006/math">
                                <m:r>
                                  <a:rPr lang="vi-VN" sz="2800" i="1" dirty="0" smtClean="0">
                                    <a:latin typeface="Cambria Math" panose="02040503050406030204" pitchFamily="18" charset="0"/>
                                  </a:rPr>
                                  <m:t>0</m:t>
                                </m:r>
                              </m:oMath>
                            </m:oMathPara>
                          </a14:m>
                          <a:endParaRPr lang="vi-VN" sz="2800" dirty="0"/>
                        </a:p>
                      </a:txBody>
                      <a:tcPr anchor="ctr"/>
                    </a:tc>
                    <a:extLst>
                      <a:ext uri="{0D108BD9-81ED-4DB2-BD59-A6C34878D82A}">
                        <a16:rowId xmlns:a16="http://schemas.microsoft.com/office/drawing/2014/main" val="2485347973"/>
                      </a:ext>
                    </a:extLst>
                  </a:tr>
                  <a:tr h="447040">
                    <a:tc>
                      <a:txBody>
                        <a:bodyPr/>
                        <a:lstStyle/>
                        <a:p>
                          <a:pPr algn="ctr"/>
                          <a14:m>
                            <m:oMathPara xmlns:m="http://schemas.openxmlformats.org/officeDocument/2006/math">
                              <m:oMathParaPr>
                                <m:jc m:val="centerGroup"/>
                              </m:oMathParaPr>
                              <m:oMath xmlns:m="http://schemas.openxmlformats.org/officeDocument/2006/math">
                                <m:r>
                                  <a:rPr lang="vi-VN" sz="2800" i="1" dirty="0" smtClean="0">
                                    <a:latin typeface="Cambria Math" panose="02040503050406030204" pitchFamily="18" charset="0"/>
                                  </a:rPr>
                                  <m:t>15810944</m:t>
                                </m:r>
                              </m:oMath>
                            </m:oMathPara>
                          </a14:m>
                          <a:endParaRPr lang="vi-VN" sz="2800" dirty="0"/>
                        </a:p>
                      </a:txBody>
                      <a:tcPr anchor="ctr"/>
                    </a:tc>
                    <a:tc>
                      <a:txBody>
                        <a:bodyPr/>
                        <a:lstStyle/>
                        <a:p>
                          <a:pPr algn="l"/>
                          <a:r>
                            <a:rPr lang="vi-VN" sz="2800" dirty="0" err="1"/>
                            <a:t>Male</a:t>
                          </a:r>
                          <a:endParaRPr lang="vi-VN" sz="2800" dirty="0"/>
                        </a:p>
                      </a:txBody>
                      <a:tcPr anchor="ctr"/>
                    </a:tc>
                    <a:tc>
                      <a:txBody>
                        <a:bodyPr/>
                        <a:lstStyle/>
                        <a:p>
                          <a:pPr algn="ctr"/>
                          <a14:m>
                            <m:oMathPara xmlns:m="http://schemas.openxmlformats.org/officeDocument/2006/math">
                              <m:oMathParaPr>
                                <m:jc m:val="centerGroup"/>
                              </m:oMathParaPr>
                              <m:oMath xmlns:m="http://schemas.openxmlformats.org/officeDocument/2006/math">
                                <m:r>
                                  <a:rPr lang="vi-VN" sz="2800" i="1" dirty="0" smtClean="0">
                                    <a:latin typeface="Cambria Math" panose="02040503050406030204" pitchFamily="18" charset="0"/>
                                  </a:rPr>
                                  <m:t>35</m:t>
                                </m:r>
                              </m:oMath>
                            </m:oMathPara>
                          </a14:m>
                          <a:endParaRPr lang="vi-VN" sz="2800" dirty="0"/>
                        </a:p>
                      </a:txBody>
                      <a:tcPr anchor="ctr"/>
                    </a:tc>
                    <a:tc>
                      <a:txBody>
                        <a:bodyPr/>
                        <a:lstStyle/>
                        <a:p>
                          <a:pPr algn="ctr"/>
                          <a14:m>
                            <m:oMathPara xmlns:m="http://schemas.openxmlformats.org/officeDocument/2006/math">
                              <m:oMathParaPr>
                                <m:jc m:val="centerGroup"/>
                              </m:oMathParaPr>
                              <m:oMath xmlns:m="http://schemas.openxmlformats.org/officeDocument/2006/math">
                                <m:r>
                                  <a:rPr lang="vi-VN" sz="2800" i="1" dirty="0" smtClean="0">
                                    <a:latin typeface="Cambria Math" panose="02040503050406030204" pitchFamily="18" charset="0"/>
                                  </a:rPr>
                                  <m:t>20,000</m:t>
                                </m:r>
                              </m:oMath>
                            </m:oMathPara>
                          </a14:m>
                          <a:endParaRPr lang="vi-VN" sz="2800" dirty="0"/>
                        </a:p>
                      </a:txBody>
                      <a:tcPr anchor="ctr"/>
                    </a:tc>
                    <a:tc>
                      <a:txBody>
                        <a:bodyPr/>
                        <a:lstStyle/>
                        <a:p>
                          <a:pPr algn="ctr"/>
                          <a14:m>
                            <m:oMathPara xmlns:m="http://schemas.openxmlformats.org/officeDocument/2006/math">
                              <m:oMathParaPr>
                                <m:jc m:val="centerGroup"/>
                              </m:oMathParaPr>
                              <m:oMath xmlns:m="http://schemas.openxmlformats.org/officeDocument/2006/math">
                                <m:r>
                                  <a:rPr lang="vi-VN" sz="2800" i="1" dirty="0" smtClean="0">
                                    <a:latin typeface="Cambria Math" panose="02040503050406030204" pitchFamily="18" charset="0"/>
                                  </a:rPr>
                                  <m:t>1</m:t>
                                </m:r>
                              </m:oMath>
                            </m:oMathPara>
                          </a14:m>
                          <a:endParaRPr lang="vi-VN" sz="2800" dirty="0"/>
                        </a:p>
                      </a:txBody>
                      <a:tcPr anchor="ctr"/>
                    </a:tc>
                    <a:extLst>
                      <a:ext uri="{0D108BD9-81ED-4DB2-BD59-A6C34878D82A}">
                        <a16:rowId xmlns:a16="http://schemas.microsoft.com/office/drawing/2014/main" val="2391906055"/>
                      </a:ext>
                    </a:extLst>
                  </a:tr>
                  <a:tr h="370840">
                    <a:tc>
                      <a:txBody>
                        <a:bodyPr/>
                        <a:lstStyle/>
                        <a:p>
                          <a:pPr algn="ctr"/>
                          <a14:m>
                            <m:oMathPara xmlns:m="http://schemas.openxmlformats.org/officeDocument/2006/math">
                              <m:oMathParaPr>
                                <m:jc m:val="centerGroup"/>
                              </m:oMathParaPr>
                              <m:oMath xmlns:m="http://schemas.openxmlformats.org/officeDocument/2006/math">
                                <m:r>
                                  <a:rPr lang="vi-VN" sz="2800" i="1" dirty="0" smtClean="0">
                                    <a:latin typeface="Cambria Math" panose="02040503050406030204" pitchFamily="18" charset="0"/>
                                  </a:rPr>
                                  <m:t>15668575</m:t>
                                </m:r>
                              </m:oMath>
                            </m:oMathPara>
                          </a14:m>
                          <a:endParaRPr lang="vi-VN" sz="2800" dirty="0"/>
                        </a:p>
                      </a:txBody>
                      <a:tcPr anchor="ctr">
                        <a:solidFill>
                          <a:srgbClr val="FFC000"/>
                        </a:solidFill>
                      </a:tcPr>
                    </a:tc>
                    <a:tc>
                      <a:txBody>
                        <a:bodyPr/>
                        <a:lstStyle/>
                        <a:p>
                          <a:pPr algn="l"/>
                          <a:r>
                            <a:rPr lang="vi-VN" sz="2800" dirty="0" err="1"/>
                            <a:t>Female</a:t>
                          </a:r>
                          <a:endParaRPr lang="vi-VN" sz="2800" dirty="0"/>
                        </a:p>
                      </a:txBody>
                      <a:tcPr anchor="ctr">
                        <a:solidFill>
                          <a:srgbClr val="FFC000"/>
                        </a:solidFill>
                      </a:tcPr>
                    </a:tc>
                    <a:tc>
                      <a:txBody>
                        <a:bodyPr/>
                        <a:lstStyle/>
                        <a:p>
                          <a:pPr algn="ctr"/>
                          <a14:m>
                            <m:oMathPara xmlns:m="http://schemas.openxmlformats.org/officeDocument/2006/math">
                              <m:oMathParaPr>
                                <m:jc m:val="centerGroup"/>
                              </m:oMathParaPr>
                              <m:oMath xmlns:m="http://schemas.openxmlformats.org/officeDocument/2006/math">
                                <m:r>
                                  <a:rPr lang="vi-VN" sz="2800" i="1" dirty="0" smtClean="0">
                                    <a:latin typeface="Cambria Math" panose="02040503050406030204" pitchFamily="18" charset="0"/>
                                  </a:rPr>
                                  <m:t>26</m:t>
                                </m:r>
                              </m:oMath>
                            </m:oMathPara>
                          </a14:m>
                          <a:endParaRPr lang="vi-VN" sz="2800" dirty="0"/>
                        </a:p>
                      </a:txBody>
                      <a:tcPr anchor="ctr">
                        <a:solidFill>
                          <a:srgbClr val="FFC000"/>
                        </a:solidFill>
                      </a:tcPr>
                    </a:tc>
                    <a:tc>
                      <a:txBody>
                        <a:bodyPr/>
                        <a:lstStyle/>
                        <a:p>
                          <a:pPr algn="ctr"/>
                          <a14:m>
                            <m:oMathPara xmlns:m="http://schemas.openxmlformats.org/officeDocument/2006/math">
                              <m:oMathParaPr>
                                <m:jc m:val="centerGroup"/>
                              </m:oMathParaPr>
                              <m:oMath xmlns:m="http://schemas.openxmlformats.org/officeDocument/2006/math">
                                <m:r>
                                  <a:rPr lang="vi-VN" sz="2800" i="1" dirty="0" smtClean="0">
                                    <a:latin typeface="Cambria Math" panose="02040503050406030204" pitchFamily="18" charset="0"/>
                                  </a:rPr>
                                  <m:t>43,000</m:t>
                                </m:r>
                              </m:oMath>
                            </m:oMathPara>
                          </a14:m>
                          <a:endParaRPr lang="vi-VN" sz="2800" dirty="0"/>
                        </a:p>
                      </a:txBody>
                      <a:tcPr anchor="ctr">
                        <a:solidFill>
                          <a:srgbClr val="FFC000"/>
                        </a:solidFill>
                      </a:tcPr>
                    </a:tc>
                    <a:tc>
                      <a:txBody>
                        <a:bodyPr/>
                        <a:lstStyle/>
                        <a:p>
                          <a:pPr algn="ctr"/>
                          <a14:m>
                            <m:oMathPara xmlns:m="http://schemas.openxmlformats.org/officeDocument/2006/math">
                              <m:oMathParaPr>
                                <m:jc m:val="centerGroup"/>
                              </m:oMathParaPr>
                              <m:oMath xmlns:m="http://schemas.openxmlformats.org/officeDocument/2006/math">
                                <m:r>
                                  <a:rPr lang="vi-VN" sz="2800" i="1" dirty="0" smtClean="0">
                                    <a:latin typeface="Cambria Math" panose="02040503050406030204" pitchFamily="18" charset="0"/>
                                  </a:rPr>
                                  <m:t>0</m:t>
                                </m:r>
                              </m:oMath>
                            </m:oMathPara>
                          </a14:m>
                          <a:endParaRPr lang="vi-VN" sz="2800" dirty="0"/>
                        </a:p>
                      </a:txBody>
                      <a:tcPr anchor="ctr">
                        <a:solidFill>
                          <a:srgbClr val="FFC000"/>
                        </a:solidFill>
                      </a:tcPr>
                    </a:tc>
                    <a:extLst>
                      <a:ext uri="{0D108BD9-81ED-4DB2-BD59-A6C34878D82A}">
                        <a16:rowId xmlns:a16="http://schemas.microsoft.com/office/drawing/2014/main" val="68464354"/>
                      </a:ext>
                    </a:extLst>
                  </a:tr>
                  <a:tr h="370840">
                    <a:tc>
                      <a:txBody>
                        <a:bodyPr/>
                        <a:lstStyle/>
                        <a:p>
                          <a:pPr algn="ctr"/>
                          <a14:m>
                            <m:oMathPara xmlns:m="http://schemas.openxmlformats.org/officeDocument/2006/math">
                              <m:oMathParaPr>
                                <m:jc m:val="centerGroup"/>
                              </m:oMathParaPr>
                              <m:oMath xmlns:m="http://schemas.openxmlformats.org/officeDocument/2006/math">
                                <m:r>
                                  <a:rPr lang="vi-VN" sz="2800" i="1" dirty="0" smtClean="0">
                                    <a:latin typeface="Cambria Math" panose="02040503050406030204" pitchFamily="18" charset="0"/>
                                  </a:rPr>
                                  <m:t>15603246</m:t>
                                </m:r>
                              </m:oMath>
                            </m:oMathPara>
                          </a14:m>
                          <a:endParaRPr lang="vi-VN" sz="2800" dirty="0"/>
                        </a:p>
                      </a:txBody>
                      <a:tcPr anchor="ctr"/>
                    </a:tc>
                    <a:tc>
                      <a:txBody>
                        <a:bodyPr/>
                        <a:lstStyle/>
                        <a:p>
                          <a:pPr algn="l"/>
                          <a:r>
                            <a:rPr lang="vi-VN" sz="2800" dirty="0" err="1"/>
                            <a:t>Female</a:t>
                          </a:r>
                          <a:endParaRPr lang="vi-VN" sz="2800" dirty="0"/>
                        </a:p>
                      </a:txBody>
                      <a:tcPr anchor="ctr"/>
                    </a:tc>
                    <a:tc>
                      <a:txBody>
                        <a:bodyPr/>
                        <a:lstStyle/>
                        <a:p>
                          <a:pPr algn="ctr"/>
                          <a14:m>
                            <m:oMathPara xmlns:m="http://schemas.openxmlformats.org/officeDocument/2006/math">
                              <m:oMathParaPr>
                                <m:jc m:val="centerGroup"/>
                              </m:oMathParaPr>
                              <m:oMath xmlns:m="http://schemas.openxmlformats.org/officeDocument/2006/math">
                                <m:r>
                                  <a:rPr lang="vi-VN" sz="2800" i="1" dirty="0" smtClean="0">
                                    <a:latin typeface="Cambria Math" panose="02040503050406030204" pitchFamily="18" charset="0"/>
                                  </a:rPr>
                                  <m:t>27</m:t>
                                </m:r>
                              </m:oMath>
                            </m:oMathPara>
                          </a14:m>
                          <a:endParaRPr lang="vi-VN" sz="2800" dirty="0"/>
                        </a:p>
                      </a:txBody>
                      <a:tcPr anchor="ctr"/>
                    </a:tc>
                    <a:tc>
                      <a:txBody>
                        <a:bodyPr/>
                        <a:lstStyle/>
                        <a:p>
                          <a:pPr algn="ctr"/>
                          <a14:m>
                            <m:oMathPara xmlns:m="http://schemas.openxmlformats.org/officeDocument/2006/math">
                              <m:oMathParaPr>
                                <m:jc m:val="centerGroup"/>
                              </m:oMathParaPr>
                              <m:oMath xmlns:m="http://schemas.openxmlformats.org/officeDocument/2006/math">
                                <m:r>
                                  <a:rPr lang="vi-VN" sz="2800" i="1" dirty="0" smtClean="0">
                                    <a:latin typeface="Cambria Math" panose="02040503050406030204" pitchFamily="18" charset="0"/>
                                  </a:rPr>
                                  <m:t>57,000</m:t>
                                </m:r>
                              </m:oMath>
                            </m:oMathPara>
                          </a14:m>
                          <a:endParaRPr lang="vi-VN" sz="2800" dirty="0"/>
                        </a:p>
                      </a:txBody>
                      <a:tcPr anchor="ctr"/>
                    </a:tc>
                    <a:tc>
                      <a:txBody>
                        <a:bodyPr/>
                        <a:lstStyle/>
                        <a:p>
                          <a:pPr algn="ctr"/>
                          <a14:m>
                            <m:oMathPara xmlns:m="http://schemas.openxmlformats.org/officeDocument/2006/math">
                              <m:oMathParaPr>
                                <m:jc m:val="centerGroup"/>
                              </m:oMathParaPr>
                              <m:oMath xmlns:m="http://schemas.openxmlformats.org/officeDocument/2006/math">
                                <m:r>
                                  <a:rPr lang="vi-VN" sz="2800" i="1" dirty="0" smtClean="0">
                                    <a:latin typeface="Cambria Math" panose="02040503050406030204" pitchFamily="18" charset="0"/>
                                  </a:rPr>
                                  <m:t>0</m:t>
                                </m:r>
                              </m:oMath>
                            </m:oMathPara>
                          </a14:m>
                          <a:endParaRPr lang="vi-VN" sz="2800" dirty="0"/>
                        </a:p>
                      </a:txBody>
                      <a:tcPr anchor="ctr"/>
                    </a:tc>
                    <a:extLst>
                      <a:ext uri="{0D108BD9-81ED-4DB2-BD59-A6C34878D82A}">
                        <a16:rowId xmlns:a16="http://schemas.microsoft.com/office/drawing/2014/main" val="4192353787"/>
                      </a:ext>
                    </a:extLst>
                  </a:tr>
                  <a:tr h="370840">
                    <a:tc>
                      <a:txBody>
                        <a:bodyPr/>
                        <a:lstStyle/>
                        <a:p>
                          <a:pPr algn="ctr"/>
                          <a14:m>
                            <m:oMathPara xmlns:m="http://schemas.openxmlformats.org/officeDocument/2006/math">
                              <m:oMathParaPr>
                                <m:jc m:val="centerGroup"/>
                              </m:oMathParaPr>
                              <m:oMath xmlns:m="http://schemas.openxmlformats.org/officeDocument/2006/math">
                                <m:r>
                                  <a:rPr lang="vi-VN" sz="2800" i="1" dirty="0" smtClean="0">
                                    <a:latin typeface="Cambria Math" panose="02040503050406030204" pitchFamily="18" charset="0"/>
                                  </a:rPr>
                                  <m:t>15804002</m:t>
                                </m:r>
                              </m:oMath>
                            </m:oMathPara>
                          </a14:m>
                          <a:endParaRPr lang="vi-VN" sz="2800" dirty="0"/>
                        </a:p>
                      </a:txBody>
                      <a:tcPr anchor="ctr"/>
                    </a:tc>
                    <a:tc>
                      <a:txBody>
                        <a:bodyPr/>
                        <a:lstStyle/>
                        <a:p>
                          <a:pPr algn="l"/>
                          <a:r>
                            <a:rPr lang="vi-VN" sz="2800" dirty="0" err="1"/>
                            <a:t>Male</a:t>
                          </a:r>
                          <a:endParaRPr lang="vi-VN" sz="2800" dirty="0"/>
                        </a:p>
                      </a:txBody>
                      <a:tcPr anchor="ctr"/>
                    </a:tc>
                    <a:tc>
                      <a:txBody>
                        <a:bodyPr/>
                        <a:lstStyle/>
                        <a:p>
                          <a:pPr algn="ctr"/>
                          <a14:m>
                            <m:oMathPara xmlns:m="http://schemas.openxmlformats.org/officeDocument/2006/math">
                              <m:oMathParaPr>
                                <m:jc m:val="centerGroup"/>
                              </m:oMathParaPr>
                              <m:oMath xmlns:m="http://schemas.openxmlformats.org/officeDocument/2006/math">
                                <m:r>
                                  <a:rPr lang="vi-VN" sz="2800" i="1" dirty="0" smtClean="0">
                                    <a:latin typeface="Cambria Math" panose="02040503050406030204" pitchFamily="18" charset="0"/>
                                  </a:rPr>
                                  <m:t>19</m:t>
                                </m:r>
                              </m:oMath>
                            </m:oMathPara>
                          </a14:m>
                          <a:endParaRPr lang="vi-VN" sz="2800" dirty="0"/>
                        </a:p>
                      </a:txBody>
                      <a:tcPr anchor="ctr"/>
                    </a:tc>
                    <a:tc>
                      <a:txBody>
                        <a:bodyPr/>
                        <a:lstStyle/>
                        <a:p>
                          <a:pPr algn="ctr"/>
                          <a14:m>
                            <m:oMathPara xmlns:m="http://schemas.openxmlformats.org/officeDocument/2006/math">
                              <m:oMathParaPr>
                                <m:jc m:val="centerGroup"/>
                              </m:oMathParaPr>
                              <m:oMath xmlns:m="http://schemas.openxmlformats.org/officeDocument/2006/math">
                                <m:r>
                                  <a:rPr lang="vi-VN" sz="2800" i="1" dirty="0" smtClean="0">
                                    <a:latin typeface="Cambria Math" panose="02040503050406030204" pitchFamily="18" charset="0"/>
                                  </a:rPr>
                                  <m:t>76,000</m:t>
                                </m:r>
                              </m:oMath>
                            </m:oMathPara>
                          </a14:m>
                          <a:endParaRPr lang="vi-VN" sz="2800" dirty="0"/>
                        </a:p>
                      </a:txBody>
                      <a:tcPr anchor="ctr"/>
                    </a:tc>
                    <a:tc>
                      <a:txBody>
                        <a:bodyPr/>
                        <a:lstStyle/>
                        <a:p>
                          <a:pPr algn="ctr"/>
                          <a14:m>
                            <m:oMathPara xmlns:m="http://schemas.openxmlformats.org/officeDocument/2006/math">
                              <m:oMathParaPr>
                                <m:jc m:val="centerGroup"/>
                              </m:oMathParaPr>
                              <m:oMath xmlns:m="http://schemas.openxmlformats.org/officeDocument/2006/math">
                                <m:r>
                                  <a:rPr lang="vi-VN" sz="2800" i="1" dirty="0" smtClean="0">
                                    <a:latin typeface="Cambria Math" panose="02040503050406030204" pitchFamily="18" charset="0"/>
                                  </a:rPr>
                                  <m:t>1</m:t>
                                </m:r>
                              </m:oMath>
                            </m:oMathPara>
                          </a14:m>
                          <a:endParaRPr lang="vi-VN" sz="2800" dirty="0"/>
                        </a:p>
                      </a:txBody>
                      <a:tcPr anchor="ctr"/>
                    </a:tc>
                    <a:extLst>
                      <a:ext uri="{0D108BD9-81ED-4DB2-BD59-A6C34878D82A}">
                        <a16:rowId xmlns:a16="http://schemas.microsoft.com/office/drawing/2014/main" val="251226265"/>
                      </a:ext>
                    </a:extLst>
                  </a:tr>
                </a:tbl>
              </a:graphicData>
            </a:graphic>
          </p:graphicFrame>
        </mc:Choice>
        <mc:Fallback xmlns="">
          <p:graphicFrame>
            <p:nvGraphicFramePr>
              <p:cNvPr id="5" name="Content Placeholder 3">
                <a:extLst>
                  <a:ext uri="{FF2B5EF4-FFF2-40B4-BE49-F238E27FC236}">
                    <a16:creationId xmlns:a16="http://schemas.microsoft.com/office/drawing/2014/main" id="{264C7AE0-BA47-456B-A146-198F1D3F3BBC}"/>
                  </a:ext>
                </a:extLst>
              </p:cNvPr>
              <p:cNvGraphicFramePr>
                <a:graphicFrameLocks/>
              </p:cNvGraphicFramePr>
              <p:nvPr>
                <p:extLst>
                  <p:ext uri="{D42A27DB-BD31-4B8C-83A1-F6EECF244321}">
                    <p14:modId xmlns:p14="http://schemas.microsoft.com/office/powerpoint/2010/main" val="384563954"/>
                  </p:ext>
                </p:extLst>
              </p:nvPr>
            </p:nvGraphicFramePr>
            <p:xfrm>
              <a:off x="586409" y="2286000"/>
              <a:ext cx="10972800" cy="3535680"/>
            </p:xfrm>
            <a:graphic>
              <a:graphicData uri="http://schemas.openxmlformats.org/drawingml/2006/table">
                <a:tbl>
                  <a:tblPr firstRow="1" bandRow="1">
                    <a:tableStyleId>{21E4AEA4-8DFA-4A89-87EB-49C32662AFE0}</a:tableStyleId>
                  </a:tblPr>
                  <a:tblGrid>
                    <a:gridCol w="2194560">
                      <a:extLst>
                        <a:ext uri="{9D8B030D-6E8A-4147-A177-3AD203B41FA5}">
                          <a16:colId xmlns:a16="http://schemas.microsoft.com/office/drawing/2014/main" val="196782862"/>
                        </a:ext>
                      </a:extLst>
                    </a:gridCol>
                    <a:gridCol w="2194560">
                      <a:extLst>
                        <a:ext uri="{9D8B030D-6E8A-4147-A177-3AD203B41FA5}">
                          <a16:colId xmlns:a16="http://schemas.microsoft.com/office/drawing/2014/main" val="2182850202"/>
                        </a:ext>
                      </a:extLst>
                    </a:gridCol>
                    <a:gridCol w="2194560">
                      <a:extLst>
                        <a:ext uri="{9D8B030D-6E8A-4147-A177-3AD203B41FA5}">
                          <a16:colId xmlns:a16="http://schemas.microsoft.com/office/drawing/2014/main" val="3600337692"/>
                        </a:ext>
                      </a:extLst>
                    </a:gridCol>
                    <a:gridCol w="2194560">
                      <a:extLst>
                        <a:ext uri="{9D8B030D-6E8A-4147-A177-3AD203B41FA5}">
                          <a16:colId xmlns:a16="http://schemas.microsoft.com/office/drawing/2014/main" val="3658340494"/>
                        </a:ext>
                      </a:extLst>
                    </a:gridCol>
                    <a:gridCol w="2194560">
                      <a:extLst>
                        <a:ext uri="{9D8B030D-6E8A-4147-A177-3AD203B41FA5}">
                          <a16:colId xmlns:a16="http://schemas.microsoft.com/office/drawing/2014/main" val="1278605173"/>
                        </a:ext>
                      </a:extLst>
                    </a:gridCol>
                  </a:tblGrid>
                  <a:tr h="944880">
                    <a:tc>
                      <a:txBody>
                        <a:bodyPr/>
                        <a:lstStyle/>
                        <a:p>
                          <a:pPr algn="ctr"/>
                          <a:r>
                            <a:rPr lang="vi-VN" sz="2800" dirty="0" err="1"/>
                            <a:t>UserID</a:t>
                          </a:r>
                          <a:endParaRPr lang="vi-VN" sz="2800" dirty="0"/>
                        </a:p>
                      </a:txBody>
                      <a:tcPr anchor="ctr"/>
                    </a:tc>
                    <a:tc>
                      <a:txBody>
                        <a:bodyPr/>
                        <a:lstStyle/>
                        <a:p>
                          <a:pPr algn="ctr"/>
                          <a:r>
                            <a:rPr lang="vi-VN" sz="2800" dirty="0" err="1"/>
                            <a:t>Gender</a:t>
                          </a:r>
                          <a:endParaRPr lang="vi-VN" sz="2800" dirty="0"/>
                        </a:p>
                      </a:txBody>
                      <a:tcPr anchor="ctr"/>
                    </a:tc>
                    <a:tc>
                      <a:txBody>
                        <a:bodyPr/>
                        <a:lstStyle/>
                        <a:p>
                          <a:pPr algn="ctr"/>
                          <a:r>
                            <a:rPr lang="vi-VN" sz="2800" dirty="0" err="1"/>
                            <a:t>Age</a:t>
                          </a:r>
                          <a:endParaRPr lang="vi-VN" sz="2800" dirty="0"/>
                        </a:p>
                      </a:txBody>
                      <a:tcPr anchor="ctr"/>
                    </a:tc>
                    <a:tc>
                      <a:txBody>
                        <a:bodyPr/>
                        <a:lstStyle/>
                        <a:p>
                          <a:pPr algn="ctr"/>
                          <a:r>
                            <a:rPr lang="vi-VN" sz="2800" dirty="0" err="1"/>
                            <a:t>Estimated</a:t>
                          </a:r>
                          <a:r>
                            <a:rPr lang="vi-VN" sz="2800" dirty="0"/>
                            <a:t> </a:t>
                          </a:r>
                          <a:r>
                            <a:rPr lang="vi-VN" sz="2800" dirty="0" err="1"/>
                            <a:t>Salary</a:t>
                          </a:r>
                          <a:endParaRPr lang="vi-VN" sz="2800" dirty="0"/>
                        </a:p>
                      </a:txBody>
                      <a:tcPr anchor="ctr"/>
                    </a:tc>
                    <a:tc>
                      <a:txBody>
                        <a:bodyPr/>
                        <a:lstStyle/>
                        <a:p>
                          <a:pPr algn="ctr"/>
                          <a:r>
                            <a:rPr lang="vi-VN" sz="2800" dirty="0" err="1"/>
                            <a:t>Purchased</a:t>
                          </a:r>
                          <a:endParaRPr lang="vi-VN" sz="2800" dirty="0"/>
                        </a:p>
                      </a:txBody>
                      <a:tcPr anchor="ctr"/>
                    </a:tc>
                    <a:extLst>
                      <a:ext uri="{0D108BD9-81ED-4DB2-BD59-A6C34878D82A}">
                        <a16:rowId xmlns:a16="http://schemas.microsoft.com/office/drawing/2014/main" val="2231562568"/>
                      </a:ext>
                    </a:extLst>
                  </a:tr>
                  <a:tr h="518160">
                    <a:tc>
                      <a:txBody>
                        <a:bodyPr/>
                        <a:lstStyle/>
                        <a:p>
                          <a:endParaRPr lang="en-US"/>
                        </a:p>
                      </a:txBody>
                      <a:tcPr anchor="ctr">
                        <a:blipFill>
                          <a:blip r:embed="rId2"/>
                          <a:stretch>
                            <a:fillRect l="-278" t="-194118" r="-401389" b="-432941"/>
                          </a:stretch>
                        </a:blipFill>
                      </a:tcPr>
                    </a:tc>
                    <a:tc>
                      <a:txBody>
                        <a:bodyPr/>
                        <a:lstStyle/>
                        <a:p>
                          <a:pPr algn="l"/>
                          <a:r>
                            <a:rPr lang="vi-VN" sz="2800" dirty="0" err="1"/>
                            <a:t>Male</a:t>
                          </a:r>
                          <a:endParaRPr lang="vi-VN" sz="2800" dirty="0"/>
                        </a:p>
                      </a:txBody>
                      <a:tcPr anchor="ctr"/>
                    </a:tc>
                    <a:tc>
                      <a:txBody>
                        <a:bodyPr/>
                        <a:lstStyle/>
                        <a:p>
                          <a:endParaRPr lang="en-US"/>
                        </a:p>
                      </a:txBody>
                      <a:tcPr anchor="ctr">
                        <a:blipFill>
                          <a:blip r:embed="rId2"/>
                          <a:stretch>
                            <a:fillRect l="-199723" t="-194118" r="-200554" b="-432941"/>
                          </a:stretch>
                        </a:blipFill>
                      </a:tcPr>
                    </a:tc>
                    <a:tc>
                      <a:txBody>
                        <a:bodyPr/>
                        <a:lstStyle/>
                        <a:p>
                          <a:endParaRPr lang="en-US"/>
                        </a:p>
                      </a:txBody>
                      <a:tcPr anchor="ctr">
                        <a:blipFill>
                          <a:blip r:embed="rId2"/>
                          <a:stretch>
                            <a:fillRect l="-300556" t="-194118" r="-101111" b="-432941"/>
                          </a:stretch>
                        </a:blipFill>
                      </a:tcPr>
                    </a:tc>
                    <a:tc>
                      <a:txBody>
                        <a:bodyPr/>
                        <a:lstStyle/>
                        <a:p>
                          <a:endParaRPr lang="en-US"/>
                        </a:p>
                      </a:txBody>
                      <a:tcPr anchor="ctr">
                        <a:blipFill>
                          <a:blip r:embed="rId2"/>
                          <a:stretch>
                            <a:fillRect l="-400556" t="-194118" r="-1111" b="-432941"/>
                          </a:stretch>
                        </a:blipFill>
                      </a:tcPr>
                    </a:tc>
                    <a:extLst>
                      <a:ext uri="{0D108BD9-81ED-4DB2-BD59-A6C34878D82A}">
                        <a16:rowId xmlns:a16="http://schemas.microsoft.com/office/drawing/2014/main" val="2485347973"/>
                      </a:ext>
                    </a:extLst>
                  </a:tr>
                  <a:tr h="518160">
                    <a:tc>
                      <a:txBody>
                        <a:bodyPr/>
                        <a:lstStyle/>
                        <a:p>
                          <a:endParaRPr lang="en-US"/>
                        </a:p>
                      </a:txBody>
                      <a:tcPr anchor="ctr">
                        <a:blipFill>
                          <a:blip r:embed="rId2"/>
                          <a:stretch>
                            <a:fillRect l="-278" t="-294118" r="-401389" b="-332941"/>
                          </a:stretch>
                        </a:blipFill>
                      </a:tcPr>
                    </a:tc>
                    <a:tc>
                      <a:txBody>
                        <a:bodyPr/>
                        <a:lstStyle/>
                        <a:p>
                          <a:pPr algn="l"/>
                          <a:r>
                            <a:rPr lang="vi-VN" sz="2800" dirty="0" err="1"/>
                            <a:t>Male</a:t>
                          </a:r>
                          <a:endParaRPr lang="vi-VN" sz="2800" dirty="0"/>
                        </a:p>
                      </a:txBody>
                      <a:tcPr anchor="ctr"/>
                    </a:tc>
                    <a:tc>
                      <a:txBody>
                        <a:bodyPr/>
                        <a:lstStyle/>
                        <a:p>
                          <a:endParaRPr lang="en-US"/>
                        </a:p>
                      </a:txBody>
                      <a:tcPr anchor="ctr">
                        <a:blipFill>
                          <a:blip r:embed="rId2"/>
                          <a:stretch>
                            <a:fillRect l="-199723" t="-294118" r="-200554" b="-332941"/>
                          </a:stretch>
                        </a:blipFill>
                      </a:tcPr>
                    </a:tc>
                    <a:tc>
                      <a:txBody>
                        <a:bodyPr/>
                        <a:lstStyle/>
                        <a:p>
                          <a:endParaRPr lang="en-US"/>
                        </a:p>
                      </a:txBody>
                      <a:tcPr anchor="ctr">
                        <a:blipFill>
                          <a:blip r:embed="rId2"/>
                          <a:stretch>
                            <a:fillRect l="-300556" t="-294118" r="-101111" b="-332941"/>
                          </a:stretch>
                        </a:blipFill>
                      </a:tcPr>
                    </a:tc>
                    <a:tc>
                      <a:txBody>
                        <a:bodyPr/>
                        <a:lstStyle/>
                        <a:p>
                          <a:endParaRPr lang="en-US"/>
                        </a:p>
                      </a:txBody>
                      <a:tcPr anchor="ctr">
                        <a:blipFill>
                          <a:blip r:embed="rId2"/>
                          <a:stretch>
                            <a:fillRect l="-400556" t="-294118" r="-1111" b="-332941"/>
                          </a:stretch>
                        </a:blipFill>
                      </a:tcPr>
                    </a:tc>
                    <a:extLst>
                      <a:ext uri="{0D108BD9-81ED-4DB2-BD59-A6C34878D82A}">
                        <a16:rowId xmlns:a16="http://schemas.microsoft.com/office/drawing/2014/main" val="2391906055"/>
                      </a:ext>
                    </a:extLst>
                  </a:tr>
                  <a:tr h="518160">
                    <a:tc>
                      <a:txBody>
                        <a:bodyPr/>
                        <a:lstStyle/>
                        <a:p>
                          <a:endParaRPr lang="en-US"/>
                        </a:p>
                      </a:txBody>
                      <a:tcPr anchor="ctr">
                        <a:blipFill>
                          <a:blip r:embed="rId2"/>
                          <a:stretch>
                            <a:fillRect l="-278" t="-394118" r="-401389" b="-232941"/>
                          </a:stretch>
                        </a:blipFill>
                      </a:tcPr>
                    </a:tc>
                    <a:tc>
                      <a:txBody>
                        <a:bodyPr/>
                        <a:lstStyle/>
                        <a:p>
                          <a:pPr algn="l"/>
                          <a:r>
                            <a:rPr lang="vi-VN" sz="2800" dirty="0" err="1"/>
                            <a:t>Female</a:t>
                          </a:r>
                          <a:endParaRPr lang="vi-VN" sz="2800" dirty="0"/>
                        </a:p>
                      </a:txBody>
                      <a:tcPr anchor="ctr">
                        <a:solidFill>
                          <a:srgbClr val="FFC000"/>
                        </a:solidFill>
                      </a:tcPr>
                    </a:tc>
                    <a:tc>
                      <a:txBody>
                        <a:bodyPr/>
                        <a:lstStyle/>
                        <a:p>
                          <a:endParaRPr lang="en-US"/>
                        </a:p>
                      </a:txBody>
                      <a:tcPr anchor="ctr">
                        <a:blipFill>
                          <a:blip r:embed="rId2"/>
                          <a:stretch>
                            <a:fillRect l="-199723" t="-394118" r="-200554" b="-232941"/>
                          </a:stretch>
                        </a:blipFill>
                      </a:tcPr>
                    </a:tc>
                    <a:tc>
                      <a:txBody>
                        <a:bodyPr/>
                        <a:lstStyle/>
                        <a:p>
                          <a:endParaRPr lang="en-US"/>
                        </a:p>
                      </a:txBody>
                      <a:tcPr anchor="ctr">
                        <a:blipFill>
                          <a:blip r:embed="rId2"/>
                          <a:stretch>
                            <a:fillRect l="-300556" t="-394118" r="-101111" b="-232941"/>
                          </a:stretch>
                        </a:blipFill>
                      </a:tcPr>
                    </a:tc>
                    <a:tc>
                      <a:txBody>
                        <a:bodyPr/>
                        <a:lstStyle/>
                        <a:p>
                          <a:endParaRPr lang="en-US"/>
                        </a:p>
                      </a:txBody>
                      <a:tcPr anchor="ctr">
                        <a:blipFill>
                          <a:blip r:embed="rId2"/>
                          <a:stretch>
                            <a:fillRect l="-400556" t="-394118" r="-1111" b="-232941"/>
                          </a:stretch>
                        </a:blipFill>
                      </a:tcPr>
                    </a:tc>
                    <a:extLst>
                      <a:ext uri="{0D108BD9-81ED-4DB2-BD59-A6C34878D82A}">
                        <a16:rowId xmlns:a16="http://schemas.microsoft.com/office/drawing/2014/main" val="68464354"/>
                      </a:ext>
                    </a:extLst>
                  </a:tr>
                  <a:tr h="518160">
                    <a:tc>
                      <a:txBody>
                        <a:bodyPr/>
                        <a:lstStyle/>
                        <a:p>
                          <a:endParaRPr lang="en-US"/>
                        </a:p>
                      </a:txBody>
                      <a:tcPr anchor="ctr">
                        <a:blipFill>
                          <a:blip r:embed="rId2"/>
                          <a:stretch>
                            <a:fillRect l="-278" t="-494118" r="-401389" b="-132941"/>
                          </a:stretch>
                        </a:blipFill>
                      </a:tcPr>
                    </a:tc>
                    <a:tc>
                      <a:txBody>
                        <a:bodyPr/>
                        <a:lstStyle/>
                        <a:p>
                          <a:pPr algn="l"/>
                          <a:r>
                            <a:rPr lang="vi-VN" sz="2800" dirty="0" err="1"/>
                            <a:t>Female</a:t>
                          </a:r>
                          <a:endParaRPr lang="vi-VN" sz="2800" dirty="0"/>
                        </a:p>
                      </a:txBody>
                      <a:tcPr anchor="ctr"/>
                    </a:tc>
                    <a:tc>
                      <a:txBody>
                        <a:bodyPr/>
                        <a:lstStyle/>
                        <a:p>
                          <a:endParaRPr lang="en-US"/>
                        </a:p>
                      </a:txBody>
                      <a:tcPr anchor="ctr">
                        <a:blipFill>
                          <a:blip r:embed="rId2"/>
                          <a:stretch>
                            <a:fillRect l="-199723" t="-494118" r="-200554" b="-132941"/>
                          </a:stretch>
                        </a:blipFill>
                      </a:tcPr>
                    </a:tc>
                    <a:tc>
                      <a:txBody>
                        <a:bodyPr/>
                        <a:lstStyle/>
                        <a:p>
                          <a:endParaRPr lang="en-US"/>
                        </a:p>
                      </a:txBody>
                      <a:tcPr anchor="ctr">
                        <a:blipFill>
                          <a:blip r:embed="rId2"/>
                          <a:stretch>
                            <a:fillRect l="-300556" t="-494118" r="-101111" b="-132941"/>
                          </a:stretch>
                        </a:blipFill>
                      </a:tcPr>
                    </a:tc>
                    <a:tc>
                      <a:txBody>
                        <a:bodyPr/>
                        <a:lstStyle/>
                        <a:p>
                          <a:endParaRPr lang="en-US"/>
                        </a:p>
                      </a:txBody>
                      <a:tcPr anchor="ctr">
                        <a:blipFill>
                          <a:blip r:embed="rId2"/>
                          <a:stretch>
                            <a:fillRect l="-400556" t="-494118" r="-1111" b="-132941"/>
                          </a:stretch>
                        </a:blipFill>
                      </a:tcPr>
                    </a:tc>
                    <a:extLst>
                      <a:ext uri="{0D108BD9-81ED-4DB2-BD59-A6C34878D82A}">
                        <a16:rowId xmlns:a16="http://schemas.microsoft.com/office/drawing/2014/main" val="4192353787"/>
                      </a:ext>
                    </a:extLst>
                  </a:tr>
                  <a:tr h="518160">
                    <a:tc>
                      <a:txBody>
                        <a:bodyPr/>
                        <a:lstStyle/>
                        <a:p>
                          <a:endParaRPr lang="en-US"/>
                        </a:p>
                      </a:txBody>
                      <a:tcPr anchor="ctr">
                        <a:blipFill>
                          <a:blip r:embed="rId2"/>
                          <a:stretch>
                            <a:fillRect l="-278" t="-594118" r="-401389" b="-32941"/>
                          </a:stretch>
                        </a:blipFill>
                      </a:tcPr>
                    </a:tc>
                    <a:tc>
                      <a:txBody>
                        <a:bodyPr/>
                        <a:lstStyle/>
                        <a:p>
                          <a:pPr algn="l"/>
                          <a:r>
                            <a:rPr lang="vi-VN" sz="2800" dirty="0" err="1"/>
                            <a:t>Male</a:t>
                          </a:r>
                          <a:endParaRPr lang="vi-VN" sz="2800" dirty="0"/>
                        </a:p>
                      </a:txBody>
                      <a:tcPr anchor="ctr"/>
                    </a:tc>
                    <a:tc>
                      <a:txBody>
                        <a:bodyPr/>
                        <a:lstStyle/>
                        <a:p>
                          <a:endParaRPr lang="en-US"/>
                        </a:p>
                      </a:txBody>
                      <a:tcPr anchor="ctr">
                        <a:blipFill>
                          <a:blip r:embed="rId2"/>
                          <a:stretch>
                            <a:fillRect l="-199723" t="-594118" r="-200554" b="-32941"/>
                          </a:stretch>
                        </a:blipFill>
                      </a:tcPr>
                    </a:tc>
                    <a:tc>
                      <a:txBody>
                        <a:bodyPr/>
                        <a:lstStyle/>
                        <a:p>
                          <a:endParaRPr lang="en-US"/>
                        </a:p>
                      </a:txBody>
                      <a:tcPr anchor="ctr">
                        <a:blipFill>
                          <a:blip r:embed="rId2"/>
                          <a:stretch>
                            <a:fillRect l="-300556" t="-594118" r="-101111" b="-32941"/>
                          </a:stretch>
                        </a:blipFill>
                      </a:tcPr>
                    </a:tc>
                    <a:tc>
                      <a:txBody>
                        <a:bodyPr/>
                        <a:lstStyle/>
                        <a:p>
                          <a:endParaRPr lang="en-US"/>
                        </a:p>
                      </a:txBody>
                      <a:tcPr anchor="ctr">
                        <a:blipFill>
                          <a:blip r:embed="rId2"/>
                          <a:stretch>
                            <a:fillRect l="-400556" t="-594118" r="-1111" b="-32941"/>
                          </a:stretch>
                        </a:blipFill>
                      </a:tcPr>
                    </a:tc>
                    <a:extLst>
                      <a:ext uri="{0D108BD9-81ED-4DB2-BD59-A6C34878D82A}">
                        <a16:rowId xmlns:a16="http://schemas.microsoft.com/office/drawing/2014/main" val="251226265"/>
                      </a:ext>
                    </a:extLst>
                  </a:tr>
                </a:tbl>
              </a:graphicData>
            </a:graphic>
          </p:graphicFrame>
        </mc:Fallback>
      </mc:AlternateContent>
    </p:spTree>
    <p:extLst>
      <p:ext uri="{BB962C8B-B14F-4D97-AF65-F5344CB8AC3E}">
        <p14:creationId xmlns:p14="http://schemas.microsoft.com/office/powerpoint/2010/main" val="3131933106"/>
      </p:ext>
    </p:extLst>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7F6701-EC67-4BAE-885F-6D32DA238613}"/>
              </a:ext>
            </a:extLst>
          </p:cNvPr>
          <p:cNvSpPr>
            <a:spLocks noGrp="1"/>
          </p:cNvSpPr>
          <p:nvPr>
            <p:ph type="title"/>
          </p:nvPr>
        </p:nvSpPr>
        <p:spPr/>
        <p:txBody>
          <a:bodyPr/>
          <a:lstStyle/>
          <a:p>
            <a:r>
              <a:rPr lang="vi-VN" dirty="0" err="1"/>
              <a:t>Dataset</a:t>
            </a:r>
            <a:endParaRPr lang="vi-VN" dirty="0"/>
          </a:p>
        </p:txBody>
      </p:sp>
      <p:sp>
        <p:nvSpPr>
          <p:cNvPr id="3" name="Content Placeholder 2">
            <a:extLst>
              <a:ext uri="{FF2B5EF4-FFF2-40B4-BE49-F238E27FC236}">
                <a16:creationId xmlns:a16="http://schemas.microsoft.com/office/drawing/2014/main" id="{342EE472-166E-4206-903F-85F9C5F94B82}"/>
              </a:ext>
            </a:extLst>
          </p:cNvPr>
          <p:cNvSpPr>
            <a:spLocks noGrp="1"/>
          </p:cNvSpPr>
          <p:nvPr>
            <p:ph idx="1"/>
          </p:nvPr>
        </p:nvSpPr>
        <p:spPr/>
        <p:txBody>
          <a:bodyPr/>
          <a:lstStyle/>
          <a:p>
            <a:pPr algn="just"/>
            <a:r>
              <a:rPr lang="en-US" sz="3200">
                <a:solidFill>
                  <a:srgbClr val="0066FF"/>
                </a:solidFill>
              </a:rPr>
              <a:t>Bài toán: với </a:t>
            </a:r>
            <a:r>
              <a:rPr lang="en-US" sz="3200" dirty="0">
                <a:solidFill>
                  <a:srgbClr val="0066FF"/>
                </a:solidFill>
              </a:rPr>
              <a:t>2 </a:t>
            </a:r>
            <a:r>
              <a:rPr lang="en-US" sz="3200" dirty="0" err="1">
                <a:solidFill>
                  <a:srgbClr val="0066FF"/>
                </a:solidFill>
              </a:rPr>
              <a:t>thuộc</a:t>
            </a:r>
            <a:r>
              <a:rPr lang="en-US" sz="3200" dirty="0">
                <a:solidFill>
                  <a:srgbClr val="0066FF"/>
                </a:solidFill>
              </a:rPr>
              <a:t> </a:t>
            </a:r>
            <a:r>
              <a:rPr lang="en-US" sz="3200" dirty="0" err="1">
                <a:solidFill>
                  <a:srgbClr val="0066FF"/>
                </a:solidFill>
              </a:rPr>
              <a:t>tính</a:t>
            </a:r>
            <a:r>
              <a:rPr lang="en-US" sz="3200" dirty="0">
                <a:solidFill>
                  <a:srgbClr val="0066FF"/>
                </a:solidFill>
              </a:rPr>
              <a:t>:</a:t>
            </a:r>
          </a:p>
          <a:p>
            <a:pPr lvl="1" algn="just"/>
            <a:r>
              <a:rPr lang="en-US" sz="3200" dirty="0" err="1">
                <a:solidFill>
                  <a:srgbClr val="FF0000"/>
                </a:solidFill>
              </a:rPr>
              <a:t>Độ</a:t>
            </a:r>
            <a:r>
              <a:rPr lang="en-US" sz="3200" dirty="0">
                <a:solidFill>
                  <a:srgbClr val="FF0000"/>
                </a:solidFill>
              </a:rPr>
              <a:t> </a:t>
            </a:r>
            <a:r>
              <a:rPr lang="en-US" sz="3200" dirty="0" err="1">
                <a:solidFill>
                  <a:srgbClr val="FF0000"/>
                </a:solidFill>
              </a:rPr>
              <a:t>tuổi</a:t>
            </a:r>
            <a:r>
              <a:rPr lang="en-US" sz="3200" dirty="0">
                <a:solidFill>
                  <a:srgbClr val="FF0000"/>
                </a:solidFill>
              </a:rPr>
              <a:t> (Age)</a:t>
            </a:r>
          </a:p>
          <a:p>
            <a:pPr lvl="1" algn="just"/>
            <a:r>
              <a:rPr lang="en-US" sz="3200" dirty="0" err="1">
                <a:solidFill>
                  <a:srgbClr val="0066FF"/>
                </a:solidFill>
              </a:rPr>
              <a:t>Mức</a:t>
            </a:r>
            <a:r>
              <a:rPr lang="en-US" sz="3200" dirty="0">
                <a:solidFill>
                  <a:srgbClr val="0066FF"/>
                </a:solidFill>
              </a:rPr>
              <a:t> l</a:t>
            </a:r>
            <a:r>
              <a:rPr lang="vi-VN" sz="3200" dirty="0">
                <a:solidFill>
                  <a:srgbClr val="0066FF"/>
                </a:solidFill>
              </a:rPr>
              <a:t>ư</a:t>
            </a:r>
            <a:r>
              <a:rPr lang="en-US" sz="3200" dirty="0" err="1">
                <a:solidFill>
                  <a:srgbClr val="0066FF"/>
                </a:solidFill>
              </a:rPr>
              <a:t>ơng</a:t>
            </a:r>
            <a:r>
              <a:rPr lang="en-US" sz="3200" dirty="0">
                <a:solidFill>
                  <a:srgbClr val="0066FF"/>
                </a:solidFill>
              </a:rPr>
              <a:t> </a:t>
            </a:r>
            <a:r>
              <a:rPr lang="vi-VN" sz="3200" dirty="0" err="1">
                <a:solidFill>
                  <a:srgbClr val="0066FF"/>
                </a:solidFill>
              </a:rPr>
              <a:t>ước</a:t>
            </a:r>
            <a:r>
              <a:rPr lang="vi-VN" sz="3200" dirty="0">
                <a:solidFill>
                  <a:srgbClr val="0066FF"/>
                </a:solidFill>
              </a:rPr>
              <a:t> </a:t>
            </a:r>
            <a:r>
              <a:rPr lang="vi-VN" sz="3200" dirty="0" err="1">
                <a:solidFill>
                  <a:srgbClr val="0066FF"/>
                </a:solidFill>
              </a:rPr>
              <a:t>đoán</a:t>
            </a:r>
            <a:r>
              <a:rPr lang="vi-VN" sz="3200" dirty="0">
                <a:solidFill>
                  <a:srgbClr val="0066FF"/>
                </a:solidFill>
              </a:rPr>
              <a:t> (</a:t>
            </a:r>
            <a:r>
              <a:rPr lang="vi-VN" sz="3200" dirty="0" err="1">
                <a:solidFill>
                  <a:srgbClr val="0066FF"/>
                </a:solidFill>
              </a:rPr>
              <a:t>Estimated</a:t>
            </a:r>
            <a:r>
              <a:rPr lang="vi-VN" sz="3200" dirty="0">
                <a:solidFill>
                  <a:srgbClr val="0066FF"/>
                </a:solidFill>
              </a:rPr>
              <a:t> </a:t>
            </a:r>
            <a:r>
              <a:rPr lang="vi-VN" sz="3200" dirty="0" err="1">
                <a:solidFill>
                  <a:srgbClr val="0066FF"/>
                </a:solidFill>
              </a:rPr>
              <a:t>Salary</a:t>
            </a:r>
            <a:r>
              <a:rPr lang="vi-VN" sz="3200" dirty="0">
                <a:solidFill>
                  <a:srgbClr val="0066FF"/>
                </a:solidFill>
              </a:rPr>
              <a:t>)</a:t>
            </a:r>
          </a:p>
          <a:p>
            <a:pPr marL="0" indent="0" algn="just">
              <a:buNone/>
            </a:pPr>
            <a:r>
              <a:rPr lang="en-US" sz="3200" dirty="0">
                <a:solidFill>
                  <a:schemeClr val="tx1"/>
                </a:solidFill>
                <a:highlight>
                  <a:srgbClr val="FFFF00"/>
                </a:highlight>
              </a:rPr>
              <a:t>D</a:t>
            </a:r>
            <a:r>
              <a:rPr lang="vi-VN" sz="3200" dirty="0">
                <a:solidFill>
                  <a:schemeClr val="tx1"/>
                </a:solidFill>
                <a:highlight>
                  <a:srgbClr val="FFFF00"/>
                </a:highlight>
              </a:rPr>
              <a:t>ự </a:t>
            </a:r>
            <a:r>
              <a:rPr lang="vi-VN" sz="3200" dirty="0" err="1">
                <a:solidFill>
                  <a:schemeClr val="tx1"/>
                </a:solidFill>
                <a:highlight>
                  <a:srgbClr val="FFFF00"/>
                </a:highlight>
              </a:rPr>
              <a:t>đoán</a:t>
            </a:r>
            <a:r>
              <a:rPr lang="vi-VN" sz="3200" dirty="0">
                <a:solidFill>
                  <a:schemeClr val="tx1"/>
                </a:solidFill>
                <a:highlight>
                  <a:srgbClr val="FFFF00"/>
                </a:highlight>
              </a:rPr>
              <a:t> </a:t>
            </a:r>
            <a:r>
              <a:rPr lang="vi-VN" sz="3200" dirty="0" err="1">
                <a:solidFill>
                  <a:schemeClr val="tx1"/>
                </a:solidFill>
                <a:highlight>
                  <a:srgbClr val="FFFF00"/>
                </a:highlight>
              </a:rPr>
              <a:t>khách</a:t>
            </a:r>
            <a:r>
              <a:rPr lang="vi-VN" sz="3200" dirty="0">
                <a:solidFill>
                  <a:schemeClr val="tx1"/>
                </a:solidFill>
                <a:highlight>
                  <a:srgbClr val="FFFF00"/>
                </a:highlight>
              </a:rPr>
              <a:t> </a:t>
            </a:r>
            <a:r>
              <a:rPr lang="vi-VN" sz="3200" dirty="0" err="1">
                <a:solidFill>
                  <a:schemeClr val="tx1"/>
                </a:solidFill>
                <a:highlight>
                  <a:srgbClr val="FFFF00"/>
                </a:highlight>
              </a:rPr>
              <a:t>hàng</a:t>
            </a:r>
            <a:r>
              <a:rPr lang="vi-VN" sz="3200" dirty="0">
                <a:solidFill>
                  <a:schemeClr val="tx1"/>
                </a:solidFill>
                <a:highlight>
                  <a:srgbClr val="FFFF00"/>
                </a:highlight>
              </a:rPr>
              <a:t> </a:t>
            </a:r>
            <a:r>
              <a:rPr lang="vi-VN" sz="3200" dirty="0" err="1">
                <a:solidFill>
                  <a:schemeClr val="tx1"/>
                </a:solidFill>
                <a:highlight>
                  <a:srgbClr val="FFFF00"/>
                </a:highlight>
              </a:rPr>
              <a:t>sẽ</a:t>
            </a:r>
            <a:r>
              <a:rPr lang="vi-VN" sz="3200" dirty="0">
                <a:solidFill>
                  <a:schemeClr val="tx1"/>
                </a:solidFill>
                <a:highlight>
                  <a:srgbClr val="FFFF00"/>
                </a:highlight>
              </a:rPr>
              <a:t> mua </a:t>
            </a:r>
            <a:r>
              <a:rPr lang="vi-VN" sz="3200" dirty="0" err="1">
                <a:solidFill>
                  <a:schemeClr val="tx1"/>
                </a:solidFill>
                <a:highlight>
                  <a:srgbClr val="FFFF00"/>
                </a:highlight>
              </a:rPr>
              <a:t>hàng</a:t>
            </a:r>
            <a:r>
              <a:rPr lang="vi-VN" sz="3200" dirty="0">
                <a:solidFill>
                  <a:schemeClr val="tx1"/>
                </a:solidFill>
                <a:highlight>
                  <a:srgbClr val="FFFF00"/>
                </a:highlight>
              </a:rPr>
              <a:t> hay không?</a:t>
            </a:r>
            <a:endParaRPr lang="en-US" sz="3200" dirty="0">
              <a:solidFill>
                <a:schemeClr val="tx1"/>
              </a:solidFill>
              <a:highlight>
                <a:srgbClr val="FFFF00"/>
              </a:highlight>
            </a:endParaRPr>
          </a:p>
        </p:txBody>
      </p:sp>
    </p:spTree>
    <p:extLst>
      <p:ext uri="{BB962C8B-B14F-4D97-AF65-F5344CB8AC3E}">
        <p14:creationId xmlns:p14="http://schemas.microsoft.com/office/powerpoint/2010/main" val="684020194"/>
      </p:ext>
    </p:extLst>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34B3B2F-8C78-45AD-9334-804B534314E5}"/>
              </a:ext>
            </a:extLst>
          </p:cNvPr>
          <p:cNvSpPr>
            <a:spLocks noGrp="1"/>
          </p:cNvSpPr>
          <p:nvPr>
            <p:ph type="title"/>
          </p:nvPr>
        </p:nvSpPr>
        <p:spPr/>
        <p:txBody>
          <a:bodyPr/>
          <a:lstStyle/>
          <a:p>
            <a:r>
              <a:rPr lang="en-US" dirty="0" err="1"/>
              <a:t>Tiền</a:t>
            </a:r>
            <a:r>
              <a:rPr lang="en-US" dirty="0"/>
              <a:t> </a:t>
            </a:r>
            <a:r>
              <a:rPr lang="en-US" dirty="0" err="1"/>
              <a:t>xử</a:t>
            </a:r>
            <a:r>
              <a:rPr lang="en-US" dirty="0"/>
              <a:t> </a:t>
            </a:r>
            <a:r>
              <a:rPr lang="en-US" dirty="0" err="1"/>
              <a:t>lý</a:t>
            </a:r>
            <a:r>
              <a:rPr lang="en-US" dirty="0"/>
              <a:t> </a:t>
            </a:r>
            <a:r>
              <a:rPr lang="en-US" dirty="0" err="1"/>
              <a:t>dữ</a:t>
            </a:r>
            <a:r>
              <a:rPr lang="en-US" dirty="0"/>
              <a:t> </a:t>
            </a:r>
            <a:r>
              <a:rPr lang="en-US" dirty="0" err="1"/>
              <a:t>liệu</a:t>
            </a:r>
            <a:endParaRPr lang="vi-VN" dirty="0"/>
          </a:p>
        </p:txBody>
      </p:sp>
      <p:sp>
        <p:nvSpPr>
          <p:cNvPr id="5" name="Text Placeholder 4">
            <a:extLst>
              <a:ext uri="{FF2B5EF4-FFF2-40B4-BE49-F238E27FC236}">
                <a16:creationId xmlns:a16="http://schemas.microsoft.com/office/drawing/2014/main" id="{E4E648CF-DA24-4949-AFDB-25EC09D4A46E}"/>
              </a:ext>
            </a:extLst>
          </p:cNvPr>
          <p:cNvSpPr>
            <a:spLocks noGrp="1"/>
          </p:cNvSpPr>
          <p:nvPr>
            <p:ph type="body" idx="1"/>
          </p:nvPr>
        </p:nvSpPr>
        <p:spPr/>
        <p:txBody>
          <a:bodyPr/>
          <a:lstStyle/>
          <a:p>
            <a:endParaRPr lang="vi-VN"/>
          </a:p>
        </p:txBody>
      </p:sp>
    </p:spTree>
    <p:extLst>
      <p:ext uri="{BB962C8B-B14F-4D97-AF65-F5344CB8AC3E}">
        <p14:creationId xmlns:p14="http://schemas.microsoft.com/office/powerpoint/2010/main" val="1449699795"/>
      </p:ext>
    </p:extLst>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34B3B2F-8C78-45AD-9334-804B534314E5}"/>
              </a:ext>
            </a:extLst>
          </p:cNvPr>
          <p:cNvSpPr>
            <a:spLocks noGrp="1"/>
          </p:cNvSpPr>
          <p:nvPr>
            <p:ph type="title"/>
          </p:nvPr>
        </p:nvSpPr>
        <p:spPr/>
        <p:txBody>
          <a:bodyPr/>
          <a:lstStyle/>
          <a:p>
            <a:r>
              <a:rPr lang="en-US" dirty="0" err="1"/>
              <a:t>Tiền</a:t>
            </a:r>
            <a:r>
              <a:rPr lang="en-US" dirty="0"/>
              <a:t> </a:t>
            </a:r>
            <a:r>
              <a:rPr lang="en-US" dirty="0" err="1"/>
              <a:t>xử</a:t>
            </a:r>
            <a:r>
              <a:rPr lang="en-US" dirty="0"/>
              <a:t> </a:t>
            </a:r>
            <a:r>
              <a:rPr lang="en-US" dirty="0" err="1"/>
              <a:t>lý</a:t>
            </a:r>
            <a:r>
              <a:rPr lang="en-US" dirty="0"/>
              <a:t> </a:t>
            </a:r>
            <a:r>
              <a:rPr lang="en-US" dirty="0" err="1"/>
              <a:t>dữ</a:t>
            </a:r>
            <a:r>
              <a:rPr lang="en-US" dirty="0"/>
              <a:t> </a:t>
            </a:r>
            <a:r>
              <a:rPr lang="en-US" dirty="0" err="1"/>
              <a:t>liệu</a:t>
            </a:r>
            <a:endParaRPr lang="vi-VN" dirty="0"/>
          </a:p>
        </p:txBody>
      </p:sp>
      <p:sp>
        <p:nvSpPr>
          <p:cNvPr id="2" name="Content Placeholder 1">
            <a:extLst>
              <a:ext uri="{FF2B5EF4-FFF2-40B4-BE49-F238E27FC236}">
                <a16:creationId xmlns:a16="http://schemas.microsoft.com/office/drawing/2014/main" id="{27A14EBF-6606-4138-BF0B-F8C2D0B7EF91}"/>
              </a:ext>
            </a:extLst>
          </p:cNvPr>
          <p:cNvSpPr>
            <a:spLocks noGrp="1"/>
          </p:cNvSpPr>
          <p:nvPr>
            <p:ph idx="1"/>
          </p:nvPr>
        </p:nvSpPr>
        <p:spPr/>
        <p:txBody>
          <a:bodyPr/>
          <a:lstStyle/>
          <a:p>
            <a:pPr algn="just"/>
            <a:r>
              <a:rPr lang="en-US" sz="2800" dirty="0">
                <a:solidFill>
                  <a:srgbClr val="0066FF"/>
                </a:solidFill>
              </a:rPr>
              <a:t>Ở </a:t>
            </a:r>
            <a:r>
              <a:rPr lang="en-US" sz="2800" dirty="0" err="1">
                <a:solidFill>
                  <a:srgbClr val="0066FF"/>
                </a:solidFill>
              </a:rPr>
              <a:t>bài</a:t>
            </a:r>
            <a:r>
              <a:rPr lang="en-US" sz="2800" dirty="0">
                <a:solidFill>
                  <a:srgbClr val="0066FF"/>
                </a:solidFill>
              </a:rPr>
              <a:t> </a:t>
            </a:r>
            <a:r>
              <a:rPr lang="en-US" sz="2800" dirty="0" err="1">
                <a:solidFill>
                  <a:srgbClr val="0066FF"/>
                </a:solidFill>
              </a:rPr>
              <a:t>này</a:t>
            </a:r>
            <a:r>
              <a:rPr lang="en-US" sz="2800" dirty="0">
                <a:solidFill>
                  <a:srgbClr val="0066FF"/>
                </a:solidFill>
              </a:rPr>
              <a:t>, ta </a:t>
            </a:r>
            <a:r>
              <a:rPr lang="en-US" sz="2800" dirty="0" err="1">
                <a:solidFill>
                  <a:srgbClr val="0066FF"/>
                </a:solidFill>
              </a:rPr>
              <a:t>chỉ</a:t>
            </a:r>
            <a:r>
              <a:rPr lang="en-US" sz="2800" dirty="0">
                <a:solidFill>
                  <a:srgbClr val="0066FF"/>
                </a:solidFill>
              </a:rPr>
              <a:t> </a:t>
            </a:r>
            <a:r>
              <a:rPr lang="en-US" sz="2800" dirty="0" err="1">
                <a:solidFill>
                  <a:srgbClr val="0066FF"/>
                </a:solidFill>
              </a:rPr>
              <a:t>quan</a:t>
            </a:r>
            <a:r>
              <a:rPr lang="en-US" sz="2800" dirty="0">
                <a:solidFill>
                  <a:srgbClr val="0066FF"/>
                </a:solidFill>
              </a:rPr>
              <a:t> </a:t>
            </a:r>
            <a:r>
              <a:rPr lang="en-US" sz="2800" dirty="0" err="1">
                <a:solidFill>
                  <a:srgbClr val="0066FF"/>
                </a:solidFill>
              </a:rPr>
              <a:t>tâm</a:t>
            </a:r>
            <a:r>
              <a:rPr lang="en-US" sz="2800" dirty="0">
                <a:solidFill>
                  <a:srgbClr val="0066FF"/>
                </a:solidFill>
              </a:rPr>
              <a:t> </a:t>
            </a:r>
            <a:r>
              <a:rPr lang="en-US" sz="2800" dirty="0" err="1">
                <a:solidFill>
                  <a:srgbClr val="0066FF"/>
                </a:solidFill>
              </a:rPr>
              <a:t>đến</a:t>
            </a:r>
            <a:r>
              <a:rPr lang="en-US" sz="2800" dirty="0">
                <a:solidFill>
                  <a:srgbClr val="0066FF"/>
                </a:solidFill>
              </a:rPr>
              <a:t> </a:t>
            </a:r>
            <a:r>
              <a:rPr lang="en-US" sz="2800" dirty="0" err="1">
                <a:solidFill>
                  <a:srgbClr val="0066FF"/>
                </a:solidFill>
              </a:rPr>
              <a:t>hai</a:t>
            </a:r>
            <a:r>
              <a:rPr lang="en-US" sz="2800" dirty="0">
                <a:solidFill>
                  <a:srgbClr val="0066FF"/>
                </a:solidFill>
              </a:rPr>
              <a:t> </a:t>
            </a:r>
            <a:r>
              <a:rPr lang="en-US" sz="2800" dirty="0" err="1">
                <a:solidFill>
                  <a:srgbClr val="0066FF"/>
                </a:solidFill>
              </a:rPr>
              <a:t>thuộc</a:t>
            </a:r>
            <a:r>
              <a:rPr lang="en-US" sz="2800" dirty="0">
                <a:solidFill>
                  <a:srgbClr val="0066FF"/>
                </a:solidFill>
              </a:rPr>
              <a:t> </a:t>
            </a:r>
            <a:r>
              <a:rPr lang="en-US" sz="2800" dirty="0" err="1">
                <a:solidFill>
                  <a:srgbClr val="0066FF"/>
                </a:solidFill>
              </a:rPr>
              <a:t>tính</a:t>
            </a:r>
            <a:r>
              <a:rPr lang="en-US" sz="2800" dirty="0">
                <a:solidFill>
                  <a:srgbClr val="0066FF"/>
                </a:solidFill>
              </a:rPr>
              <a:t> </a:t>
            </a:r>
            <a:r>
              <a:rPr lang="en-US" sz="2800" dirty="0" err="1">
                <a:solidFill>
                  <a:srgbClr val="0066FF"/>
                </a:solidFill>
              </a:rPr>
              <a:t>tuổi</a:t>
            </a:r>
            <a:r>
              <a:rPr lang="en-US" sz="2800" dirty="0">
                <a:solidFill>
                  <a:srgbClr val="0066FF"/>
                </a:solidFill>
              </a:rPr>
              <a:t> </a:t>
            </a:r>
            <a:r>
              <a:rPr lang="en-US" sz="2800" dirty="0" err="1">
                <a:solidFill>
                  <a:srgbClr val="0066FF"/>
                </a:solidFill>
              </a:rPr>
              <a:t>và</a:t>
            </a:r>
            <a:r>
              <a:rPr lang="en-US" sz="2800" dirty="0">
                <a:solidFill>
                  <a:srgbClr val="0066FF"/>
                </a:solidFill>
              </a:rPr>
              <a:t> </a:t>
            </a:r>
            <a:r>
              <a:rPr lang="en-US" sz="2800" dirty="0" err="1">
                <a:solidFill>
                  <a:srgbClr val="0066FF"/>
                </a:solidFill>
              </a:rPr>
              <a:t>mức</a:t>
            </a:r>
            <a:r>
              <a:rPr lang="en-US" sz="2800" dirty="0">
                <a:solidFill>
                  <a:srgbClr val="0066FF"/>
                </a:solidFill>
              </a:rPr>
              <a:t> l</a:t>
            </a:r>
            <a:r>
              <a:rPr lang="vi-VN" sz="2800" dirty="0">
                <a:solidFill>
                  <a:srgbClr val="0066FF"/>
                </a:solidFill>
              </a:rPr>
              <a:t>ư</a:t>
            </a:r>
            <a:r>
              <a:rPr lang="en-US" sz="2800" dirty="0" err="1">
                <a:solidFill>
                  <a:srgbClr val="0066FF"/>
                </a:solidFill>
              </a:rPr>
              <a:t>ơng</a:t>
            </a:r>
            <a:r>
              <a:rPr lang="en-US" sz="2800" dirty="0">
                <a:solidFill>
                  <a:srgbClr val="0066FF"/>
                </a:solidFill>
              </a:rPr>
              <a:t> </a:t>
            </a:r>
            <a:r>
              <a:rPr lang="vi-VN" sz="2800" dirty="0">
                <a:solidFill>
                  <a:srgbClr val="0066FF"/>
                </a:solidFill>
              </a:rPr>
              <a:t>ư</a:t>
            </a:r>
            <a:r>
              <a:rPr lang="en-US" sz="2800" dirty="0" err="1">
                <a:solidFill>
                  <a:srgbClr val="0066FF"/>
                </a:solidFill>
              </a:rPr>
              <a:t>ớc</a:t>
            </a:r>
            <a:r>
              <a:rPr lang="en-US" sz="2800" dirty="0">
                <a:solidFill>
                  <a:srgbClr val="0066FF"/>
                </a:solidFill>
              </a:rPr>
              <a:t> </a:t>
            </a:r>
            <a:r>
              <a:rPr lang="en-US" sz="2800" dirty="0" err="1">
                <a:solidFill>
                  <a:srgbClr val="0066FF"/>
                </a:solidFill>
              </a:rPr>
              <a:t>đoán</a:t>
            </a:r>
            <a:r>
              <a:rPr lang="en-US" sz="2800" dirty="0">
                <a:solidFill>
                  <a:srgbClr val="0066FF"/>
                </a:solidFill>
              </a:rPr>
              <a:t>.</a:t>
            </a:r>
          </a:p>
          <a:p>
            <a:pPr algn="just"/>
            <a:endParaRPr lang="en-US" sz="2800" dirty="0">
              <a:solidFill>
                <a:srgbClr val="0066FF"/>
              </a:solidFill>
            </a:endParaRPr>
          </a:p>
          <a:p>
            <a:pPr marL="457200" indent="-457200" algn="just">
              <a:buFont typeface="+mj-lt"/>
              <a:buAutoNum type="arabicPeriod"/>
            </a:pPr>
            <a:r>
              <a:rPr lang="vi-VN" dirty="0" err="1">
                <a:solidFill>
                  <a:srgbClr val="AF00DB"/>
                </a:solidFill>
                <a:latin typeface="Consolas" panose="020B0609020204030204" pitchFamily="49" charset="0"/>
              </a:rPr>
              <a:t>import pandas as pd</a:t>
            </a:r>
            <a:r>
              <a:rPr lang="vi-VN" dirty="0">
                <a:solidFill>
                  <a:srgbClr val="000000"/>
                </a:solidFill>
                <a:latin typeface="Consolas" panose="020B0609020204030204" pitchFamily="49" charset="0"/>
              </a:rPr>
              <a:t/>
            </a:r>
            <a:r>
              <a:rPr lang="vi-VN" dirty="0" err="1">
                <a:solidFill>
                  <a:srgbClr val="000000"/>
                </a:solidFill>
                <a:latin typeface="Consolas" panose="020B0609020204030204" pitchFamily="49" charset="0"/>
              </a:rPr>
              <a:t/>
            </a:r>
            <a:r>
              <a:rPr lang="vi-VN" dirty="0">
                <a:solidFill>
                  <a:srgbClr val="000000"/>
                </a:solidFill>
                <a:latin typeface="Consolas" panose="020B0609020204030204" pitchFamily="49" charset="0"/>
              </a:rPr>
              <a:t/>
            </a:r>
            <a:r>
              <a:rPr lang="vi-VN" dirty="0" err="1">
                <a:solidFill>
                  <a:srgbClr val="AF00DB"/>
                </a:solidFill>
                <a:latin typeface="Consolas" panose="020B0609020204030204" pitchFamily="49" charset="0"/>
              </a:rPr>
              <a:t/>
            </a:r>
            <a:r>
              <a:rPr lang="vi-VN" dirty="0">
                <a:solidFill>
                  <a:srgbClr val="000000"/>
                </a:solidFill>
                <a:latin typeface="Consolas" panose="020B0609020204030204" pitchFamily="49" charset="0"/>
              </a:rPr>
              <a:t/>
            </a:r>
            <a:r>
              <a:rPr lang="vi-VN" dirty="0" err="1">
                <a:solidFill>
                  <a:srgbClr val="000000"/>
                </a:solidFill>
                <a:latin typeface="Consolas" panose="020B0609020204030204" pitchFamily="49" charset="0"/>
              </a:rPr>
              <a:t/>
            </a:r>
            <a:endParaRPr lang="vi-VN" dirty="0">
              <a:solidFill>
                <a:srgbClr val="000000"/>
              </a:solidFill>
              <a:latin typeface="Consolas" panose="020B0609020204030204" pitchFamily="49" charset="0"/>
            </a:endParaRPr>
          </a:p>
          <a:p>
            <a:pPr marL="457200" indent="-457200" algn="just">
              <a:buFont typeface="+mj-lt"/>
              <a:buAutoNum type="arabicPeriod"/>
            </a:pPr>
            <a:r>
              <a:rPr lang="vi-VN" dirty="0" err="1">
                <a:solidFill>
                  <a:srgbClr val="AF00DB"/>
                </a:solidFill>
                <a:latin typeface="Consolas" panose="020B0609020204030204" pitchFamily="49" charset="0"/>
              </a:rPr>
              <a:t>import numpy as np</a:t>
            </a:r>
            <a:r>
              <a:rPr lang="vi-VN" dirty="0">
                <a:solidFill>
                  <a:srgbClr val="000000"/>
                </a:solidFill>
                <a:latin typeface="Consolas" panose="020B0609020204030204" pitchFamily="49" charset="0"/>
              </a:rPr>
              <a:t/>
            </a:r>
            <a:r>
              <a:rPr lang="vi-VN" dirty="0" err="1">
                <a:solidFill>
                  <a:srgbClr val="000000"/>
                </a:solidFill>
                <a:latin typeface="Consolas" panose="020B0609020204030204" pitchFamily="49" charset="0"/>
              </a:rPr>
              <a:t/>
            </a:r>
            <a:r>
              <a:rPr lang="vi-VN" dirty="0">
                <a:solidFill>
                  <a:srgbClr val="000000"/>
                </a:solidFill>
                <a:latin typeface="Consolas" panose="020B0609020204030204" pitchFamily="49" charset="0"/>
              </a:rPr>
              <a:t/>
            </a:r>
            <a:r>
              <a:rPr lang="vi-VN" dirty="0" err="1">
                <a:solidFill>
                  <a:srgbClr val="AF00DB"/>
                </a:solidFill>
                <a:latin typeface="Consolas" panose="020B0609020204030204" pitchFamily="49" charset="0"/>
              </a:rPr>
              <a:t/>
            </a:r>
            <a:r>
              <a:rPr lang="vi-VN" dirty="0">
                <a:solidFill>
                  <a:srgbClr val="000000"/>
                </a:solidFill>
                <a:latin typeface="Consolas" panose="020B0609020204030204" pitchFamily="49" charset="0"/>
              </a:rPr>
              <a:t/>
            </a:r>
            <a:r>
              <a:rPr lang="vi-VN" dirty="0" err="1">
                <a:solidFill>
                  <a:srgbClr val="000000"/>
                </a:solidFill>
                <a:latin typeface="Consolas" panose="020B0609020204030204" pitchFamily="49" charset="0"/>
              </a:rPr>
              <a:t/>
            </a:r>
            <a:endParaRPr lang="vi-VN" dirty="0">
              <a:solidFill>
                <a:srgbClr val="000000"/>
              </a:solidFill>
              <a:latin typeface="Consolas" panose="020B0609020204030204" pitchFamily="49" charset="0"/>
            </a:endParaRPr>
          </a:p>
          <a:p>
            <a:pPr marL="457200" indent="-457200">
              <a:buFont typeface="+mj-lt"/>
              <a:buAutoNum type="arabicPeriod"/>
            </a:pPr>
            <a:r>
              <a:rPr lang="en-US" dirty="0">
                <a:solidFill>
                  <a:srgbClr val="AF00DB"/>
                </a:solidFill>
                <a:latin typeface="Consolas" panose="020B0609020204030204" pitchFamily="49" charset="0"/>
              </a:rPr>
              <a:t>import matplotlib.pyplot as plt</a:t>
            </a:r>
            <a:r>
              <a:rPr lang="en-US" dirty="0">
                <a:solidFill>
                  <a:srgbClr val="000000"/>
                </a:solidFill>
                <a:latin typeface="Consolas" panose="020B0609020204030204" pitchFamily="49" charset="0"/>
              </a:rPr>
              <a:t/>
            </a:r>
            <a:r>
              <a:rPr lang="en-US" dirty="0" err="1">
                <a:solidFill>
                  <a:srgbClr val="000000"/>
                </a:solidFill>
                <a:latin typeface="Consolas" panose="020B0609020204030204" pitchFamily="49" charset="0"/>
              </a:rPr>
              <a:t/>
            </a:r>
            <a:r>
              <a:rPr lang="en-US" dirty="0">
                <a:solidFill>
                  <a:srgbClr val="000000"/>
                </a:solidFill>
                <a:latin typeface="Consolas" panose="020B0609020204030204" pitchFamily="49" charset="0"/>
              </a:rPr>
              <a:t/>
            </a:r>
            <a:r>
              <a:rPr lang="en-US" dirty="0">
                <a:solidFill>
                  <a:srgbClr val="AF00DB"/>
                </a:solidFill>
                <a:latin typeface="Consolas" panose="020B0609020204030204" pitchFamily="49" charset="0"/>
              </a:rPr>
              <a:t/>
            </a:r>
            <a:r>
              <a:rPr lang="en-US" dirty="0">
                <a:solidFill>
                  <a:srgbClr val="000000"/>
                </a:solidFill>
                <a:latin typeface="Consolas" panose="020B0609020204030204" pitchFamily="49" charset="0"/>
              </a:rPr>
              <a:t/>
            </a:r>
            <a:r>
              <a:rPr lang="en-US" dirty="0" err="1">
                <a:solidFill>
                  <a:srgbClr val="000000"/>
                </a:solidFill>
                <a:latin typeface="Consolas" panose="020B0609020204030204" pitchFamily="49" charset="0"/>
              </a:rPr>
              <a:t/>
            </a:r>
            <a:endParaRPr lang="vi-VN" dirty="0">
              <a:solidFill>
                <a:srgbClr val="000000"/>
              </a:solidFill>
              <a:latin typeface="Consolas" panose="020B0609020204030204" pitchFamily="49" charset="0"/>
            </a:endParaRPr>
          </a:p>
          <a:p>
            <a:pPr marL="457200" indent="-457200" algn="just">
              <a:buFont typeface="+mj-lt"/>
              <a:buAutoNum type="arabicPeriod"/>
            </a:pPr>
            <a:r>
              <a:rPr lang="vi-VN" dirty="0" err="1">
                <a:solidFill>
                  <a:schemeClr val="tx1"/>
                </a:solidFill>
                <a:highlight>
                  <a:srgbClr val="00FFFF"/>
                </a:highlight>
                <a:latin typeface="Consolas" panose="020B0609020204030204" pitchFamily="49" charset="0"/>
              </a:rPr>
              <a:t>dataset = pd.read_csv("Social_Network_Ads.csv")</a:t>
            </a:r>
            <a:r>
              <a:rPr lang="vi-VN" dirty="0">
                <a:solidFill>
                  <a:schemeClr val="tx1"/>
                </a:solidFill>
                <a:highlight>
                  <a:srgbClr val="FFFF00"/>
                </a:highlight>
                <a:latin typeface="Consolas" panose="020B0609020204030204" pitchFamily="49" charset="0"/>
              </a:rPr>
              <a:t/>
            </a:r>
            <a:r>
              <a:rPr lang="vi-VN" dirty="0" err="1">
                <a:solidFill>
                  <a:schemeClr val="tx1"/>
                </a:solidFill>
                <a:highlight>
                  <a:srgbClr val="FFFF00"/>
                </a:highlight>
                <a:latin typeface="Consolas" panose="020B0609020204030204" pitchFamily="49" charset="0"/>
              </a:rPr>
              <a:t/>
            </a:r>
            <a:r>
              <a:rPr lang="vi-VN" dirty="0">
                <a:solidFill>
                  <a:schemeClr val="tx1"/>
                </a:solidFill>
                <a:highlight>
                  <a:srgbClr val="FFFF00"/>
                </a:highlight>
                <a:latin typeface="Consolas" panose="020B0609020204030204" pitchFamily="49" charset="0"/>
              </a:rPr>
              <a:t/>
            </a:r>
          </a:p>
          <a:p>
            <a:pPr marL="457200" indent="-457200" algn="just">
              <a:buFont typeface="+mj-lt"/>
              <a:buAutoNum type="arabicPeriod"/>
            </a:pPr>
            <a:r>
              <a:rPr lang="fi-FI" dirty="0">
                <a:solidFill>
                  <a:srgbClr val="000000"/>
                </a:solidFill>
                <a:latin typeface="Consolas" panose="020B0609020204030204" pitchFamily="49" charset="0"/>
              </a:rPr>
              <a:t>X = dataset.iloc[:, [2, 3]].values</a:t>
            </a:r>
            <a:r>
              <a:rPr lang="fi-FI" dirty="0">
                <a:solidFill>
                  <a:srgbClr val="000000"/>
                </a:solidFill>
                <a:highlight>
                  <a:srgbClr val="00FFFF"/>
                </a:highlight>
                <a:latin typeface="Consolas" panose="020B0609020204030204" pitchFamily="49" charset="0"/>
              </a:rPr>
              <a:t/>
            </a:r>
            <a:r>
              <a:rPr lang="fi-FI" dirty="0">
                <a:solidFill>
                  <a:srgbClr val="000000"/>
                </a:solidFill>
                <a:latin typeface="Consolas" panose="020B0609020204030204" pitchFamily="49" charset="0"/>
              </a:rPr>
              <a:t/>
            </a:r>
            <a:r>
              <a:rPr lang="fi-FI" dirty="0">
                <a:solidFill>
                  <a:srgbClr val="09885A"/>
                </a:solidFill>
                <a:latin typeface="Consolas" panose="020B0609020204030204" pitchFamily="49" charset="0"/>
              </a:rPr>
              <a:t/>
            </a:r>
            <a:r>
              <a:rPr lang="fi-FI" dirty="0">
                <a:solidFill>
                  <a:srgbClr val="000000"/>
                </a:solidFill>
                <a:latin typeface="Consolas" panose="020B0609020204030204" pitchFamily="49" charset="0"/>
              </a:rPr>
              <a:t/>
            </a:r>
            <a:r>
              <a:rPr lang="fi-FI" dirty="0">
                <a:solidFill>
                  <a:srgbClr val="09885A"/>
                </a:solidFill>
                <a:latin typeface="Consolas" panose="020B0609020204030204" pitchFamily="49" charset="0"/>
              </a:rPr>
              <a:t/>
            </a:r>
            <a:r>
              <a:rPr lang="fi-FI" dirty="0">
                <a:solidFill>
                  <a:srgbClr val="000000"/>
                </a:solidFill>
                <a:latin typeface="Consolas" panose="020B0609020204030204" pitchFamily="49" charset="0"/>
              </a:rPr>
              <a:t/>
            </a:r>
          </a:p>
          <a:p>
            <a:pPr marL="457200" indent="-457200" algn="just">
              <a:buFont typeface="+mj-lt"/>
              <a:buAutoNum type="arabicPeriod"/>
            </a:pPr>
            <a:r>
              <a:rPr lang="es-ES" dirty="0">
                <a:solidFill>
                  <a:srgbClr val="000000"/>
                </a:solidFill>
                <a:latin typeface="Consolas" panose="020B0609020204030204" pitchFamily="49" charset="0"/>
              </a:rPr>
              <a:t>y = dataset.iloc[:, 4].values</a:t>
            </a:r>
            <a:r>
              <a:rPr lang="es-ES" dirty="0" err="1">
                <a:solidFill>
                  <a:srgbClr val="000000"/>
                </a:solidFill>
                <a:highlight>
                  <a:srgbClr val="00FFFF"/>
                </a:highlight>
                <a:latin typeface="Consolas" panose="020B0609020204030204" pitchFamily="49" charset="0"/>
              </a:rPr>
              <a:t/>
            </a:r>
            <a:r>
              <a:rPr lang="es-ES" dirty="0" err="1">
                <a:solidFill>
                  <a:srgbClr val="000000"/>
                </a:solidFill>
                <a:latin typeface="Consolas" panose="020B0609020204030204" pitchFamily="49" charset="0"/>
              </a:rPr>
              <a:t/>
            </a:r>
            <a:r>
              <a:rPr lang="es-ES" dirty="0">
                <a:solidFill>
                  <a:srgbClr val="000000"/>
                </a:solidFill>
                <a:latin typeface="Consolas" panose="020B0609020204030204" pitchFamily="49" charset="0"/>
              </a:rPr>
              <a:t/>
            </a:r>
            <a:r>
              <a:rPr lang="es-ES" dirty="0">
                <a:solidFill>
                  <a:srgbClr val="09885A"/>
                </a:solidFill>
                <a:latin typeface="Consolas" panose="020B0609020204030204" pitchFamily="49" charset="0"/>
              </a:rPr>
              <a:t/>
            </a:r>
            <a:r>
              <a:rPr lang="es-ES" dirty="0">
                <a:solidFill>
                  <a:srgbClr val="000000"/>
                </a:solidFill>
                <a:latin typeface="Consolas" panose="020B0609020204030204" pitchFamily="49" charset="0"/>
              </a:rPr>
              <a:t/>
            </a:r>
            <a:r>
              <a:rPr lang="es-ES" dirty="0" err="1">
                <a:solidFill>
                  <a:srgbClr val="000000"/>
                </a:solidFill>
                <a:latin typeface="Consolas" panose="020B0609020204030204" pitchFamily="49" charset="0"/>
              </a:rPr>
              <a:t/>
            </a:r>
            <a:endParaRPr lang="es-ES" dirty="0">
              <a:solidFill>
                <a:srgbClr val="000000"/>
              </a:solidFill>
              <a:latin typeface="Consolas" panose="020B0609020204030204" pitchFamily="49" charset="0"/>
            </a:endParaRPr>
          </a:p>
        </p:txBody>
      </p:sp>
    </p:spTree>
    <p:extLst>
      <p:ext uri="{BB962C8B-B14F-4D97-AF65-F5344CB8AC3E}">
        <p14:creationId xmlns:p14="http://schemas.microsoft.com/office/powerpoint/2010/main" val="1417126933"/>
      </p:ext>
    </p:extLst>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34B3B2F-8C78-45AD-9334-804B534314E5}"/>
              </a:ext>
            </a:extLst>
          </p:cNvPr>
          <p:cNvSpPr>
            <a:spLocks noGrp="1"/>
          </p:cNvSpPr>
          <p:nvPr>
            <p:ph type="title"/>
          </p:nvPr>
        </p:nvSpPr>
        <p:spPr/>
        <p:txBody>
          <a:bodyPr/>
          <a:lstStyle/>
          <a:p>
            <a:r>
              <a:rPr lang="en-US" dirty="0" err="1"/>
              <a:t>Tiền</a:t>
            </a:r>
            <a:r>
              <a:rPr lang="en-US" dirty="0"/>
              <a:t> </a:t>
            </a:r>
            <a:r>
              <a:rPr lang="en-US" dirty="0" err="1"/>
              <a:t>xử</a:t>
            </a:r>
            <a:r>
              <a:rPr lang="en-US" dirty="0"/>
              <a:t> </a:t>
            </a:r>
            <a:r>
              <a:rPr lang="en-US" dirty="0" err="1"/>
              <a:t>lý</a:t>
            </a:r>
            <a:r>
              <a:rPr lang="en-US" dirty="0"/>
              <a:t> </a:t>
            </a:r>
            <a:r>
              <a:rPr lang="en-US" dirty="0" err="1"/>
              <a:t>dữ</a:t>
            </a:r>
            <a:r>
              <a:rPr lang="en-US" dirty="0"/>
              <a:t> </a:t>
            </a:r>
            <a:r>
              <a:rPr lang="en-US" dirty="0" err="1"/>
              <a:t>liệu</a:t>
            </a:r>
            <a:endParaRPr lang="vi-VN" dirty="0"/>
          </a:p>
        </p:txBody>
      </p:sp>
      <p:sp>
        <p:nvSpPr>
          <p:cNvPr id="2" name="Content Placeholder 1">
            <a:extLst>
              <a:ext uri="{FF2B5EF4-FFF2-40B4-BE49-F238E27FC236}">
                <a16:creationId xmlns:a16="http://schemas.microsoft.com/office/drawing/2014/main" id="{27A14EBF-6606-4138-BF0B-F8C2D0B7EF91}"/>
              </a:ext>
            </a:extLst>
          </p:cNvPr>
          <p:cNvSpPr>
            <a:spLocks noGrp="1"/>
          </p:cNvSpPr>
          <p:nvPr>
            <p:ph idx="1"/>
          </p:nvPr>
        </p:nvSpPr>
        <p:spPr/>
        <p:txBody>
          <a:bodyPr/>
          <a:lstStyle/>
          <a:p>
            <a:pPr algn="just"/>
            <a:r>
              <a:rPr lang="vi-VN" sz="2800" dirty="0" err="1">
                <a:solidFill>
                  <a:srgbClr val="0066FF"/>
                </a:solidFill>
              </a:rPr>
              <a:t>Để</a:t>
            </a:r>
            <a:r>
              <a:rPr lang="vi-VN" sz="2800" dirty="0">
                <a:solidFill>
                  <a:srgbClr val="0066FF"/>
                </a:solidFill>
              </a:rPr>
              <a:t> </a:t>
            </a:r>
            <a:r>
              <a:rPr lang="vi-VN" sz="2800" dirty="0" err="1">
                <a:solidFill>
                  <a:srgbClr val="0066FF"/>
                </a:solidFill>
              </a:rPr>
              <a:t>thuận</a:t>
            </a:r>
            <a:r>
              <a:rPr lang="vi-VN" sz="2800" dirty="0">
                <a:solidFill>
                  <a:srgbClr val="0066FF"/>
                </a:solidFill>
              </a:rPr>
              <a:t> </a:t>
            </a:r>
            <a:r>
              <a:rPr lang="vi-VN" sz="2800" dirty="0" err="1">
                <a:solidFill>
                  <a:srgbClr val="0066FF"/>
                </a:solidFill>
              </a:rPr>
              <a:t>tiện</a:t>
            </a:r>
            <a:r>
              <a:rPr lang="vi-VN" sz="2800" dirty="0">
                <a:solidFill>
                  <a:srgbClr val="0066FF"/>
                </a:solidFill>
              </a:rPr>
              <a:t> cho </a:t>
            </a:r>
            <a:r>
              <a:rPr lang="vi-VN" sz="2800" dirty="0" err="1">
                <a:solidFill>
                  <a:srgbClr val="0066FF"/>
                </a:solidFill>
              </a:rPr>
              <a:t>trực</a:t>
            </a:r>
            <a:r>
              <a:rPr lang="vi-VN" sz="2800" dirty="0">
                <a:solidFill>
                  <a:srgbClr val="0066FF"/>
                </a:solidFill>
              </a:rPr>
              <a:t> quan </a:t>
            </a:r>
            <a:r>
              <a:rPr lang="vi-VN" sz="2800" dirty="0" err="1">
                <a:solidFill>
                  <a:srgbClr val="0066FF"/>
                </a:solidFill>
              </a:rPr>
              <a:t>hóa</a:t>
            </a:r>
            <a:r>
              <a:rPr lang="vi-VN" sz="2800" dirty="0">
                <a:solidFill>
                  <a:srgbClr val="0066FF"/>
                </a:solidFill>
              </a:rPr>
              <a:t> </a:t>
            </a:r>
            <a:r>
              <a:rPr lang="vi-VN" sz="2800" dirty="0" err="1">
                <a:solidFill>
                  <a:srgbClr val="0066FF"/>
                </a:solidFill>
              </a:rPr>
              <a:t>kết</a:t>
            </a:r>
            <a:r>
              <a:rPr lang="vi-VN" sz="2800" dirty="0">
                <a:solidFill>
                  <a:srgbClr val="0066FF"/>
                </a:solidFill>
              </a:rPr>
              <a:t> </a:t>
            </a:r>
            <a:r>
              <a:rPr lang="vi-VN" sz="2800" dirty="0" err="1">
                <a:solidFill>
                  <a:srgbClr val="0066FF"/>
                </a:solidFill>
              </a:rPr>
              <a:t>quả</a:t>
            </a:r>
            <a:r>
              <a:rPr lang="vi-VN" sz="2800" dirty="0">
                <a:solidFill>
                  <a:srgbClr val="0066FF"/>
                </a:solidFill>
              </a:rPr>
              <a:t> sau khi </a:t>
            </a:r>
            <a:r>
              <a:rPr lang="vi-VN" sz="2800" dirty="0" err="1">
                <a:solidFill>
                  <a:srgbClr val="0066FF"/>
                </a:solidFill>
              </a:rPr>
              <a:t>huấn</a:t>
            </a:r>
            <a:r>
              <a:rPr lang="vi-VN" sz="2800" dirty="0">
                <a:solidFill>
                  <a:srgbClr val="0066FF"/>
                </a:solidFill>
              </a:rPr>
              <a:t> </a:t>
            </a:r>
            <a:r>
              <a:rPr lang="vi-VN" sz="2800" dirty="0" err="1">
                <a:solidFill>
                  <a:srgbClr val="0066FF"/>
                </a:solidFill>
              </a:rPr>
              <a:t>luyện</a:t>
            </a:r>
            <a:r>
              <a:rPr lang="vi-VN" sz="2800" dirty="0">
                <a:solidFill>
                  <a:srgbClr val="0066FF"/>
                </a:solidFill>
              </a:rPr>
              <a:t>, ta </a:t>
            </a:r>
            <a:r>
              <a:rPr lang="vi-VN" sz="2800" dirty="0" err="1">
                <a:solidFill>
                  <a:srgbClr val="0066FF"/>
                </a:solidFill>
              </a:rPr>
              <a:t>chuẩn</a:t>
            </a:r>
            <a:r>
              <a:rPr lang="vi-VN" sz="2800" dirty="0">
                <a:solidFill>
                  <a:srgbClr val="0066FF"/>
                </a:solidFill>
              </a:rPr>
              <a:t> </a:t>
            </a:r>
            <a:r>
              <a:rPr lang="vi-VN" sz="2800" dirty="0" err="1">
                <a:solidFill>
                  <a:srgbClr val="0066FF"/>
                </a:solidFill>
              </a:rPr>
              <a:t>hóa</a:t>
            </a:r>
            <a:r>
              <a:rPr lang="vi-VN" sz="2800" dirty="0">
                <a:solidFill>
                  <a:srgbClr val="0066FF"/>
                </a:solidFill>
              </a:rPr>
              <a:t> </a:t>
            </a:r>
            <a:r>
              <a:rPr lang="vi-VN" sz="2800" dirty="0" err="1">
                <a:solidFill>
                  <a:srgbClr val="0066FF"/>
                </a:solidFill>
              </a:rPr>
              <a:t>dữ</a:t>
            </a:r>
            <a:r>
              <a:rPr lang="vi-VN" sz="2800" dirty="0">
                <a:solidFill>
                  <a:srgbClr val="0066FF"/>
                </a:solidFill>
              </a:rPr>
              <a:t> </a:t>
            </a:r>
            <a:r>
              <a:rPr lang="vi-VN" sz="2800" dirty="0" err="1">
                <a:solidFill>
                  <a:srgbClr val="0066FF"/>
                </a:solidFill>
              </a:rPr>
              <a:t>liệu</a:t>
            </a:r>
            <a:r>
              <a:rPr lang="vi-VN" sz="2800" dirty="0">
                <a:solidFill>
                  <a:srgbClr val="0066FF"/>
                </a:solidFill>
              </a:rPr>
              <a:t> </a:t>
            </a:r>
            <a:r>
              <a:rPr lang="vi-VN" sz="2800" dirty="0" err="1">
                <a:solidFill>
                  <a:srgbClr val="0066FF"/>
                </a:solidFill>
              </a:rPr>
              <a:t>về</a:t>
            </a:r>
            <a:r>
              <a:rPr lang="vi-VN" sz="2800" dirty="0">
                <a:solidFill>
                  <a:srgbClr val="0066FF"/>
                </a:solidFill>
              </a:rPr>
              <a:t> </a:t>
            </a:r>
            <a:r>
              <a:rPr lang="vi-VN" sz="2800" dirty="0" err="1">
                <a:solidFill>
                  <a:srgbClr val="0066FF"/>
                </a:solidFill>
              </a:rPr>
              <a:t>dạng</a:t>
            </a:r>
            <a:r>
              <a:rPr lang="vi-VN" sz="2800" dirty="0">
                <a:solidFill>
                  <a:srgbClr val="0066FF"/>
                </a:solidFill>
              </a:rPr>
              <a:t>:</a:t>
            </a:r>
          </a:p>
          <a:p>
            <a:pPr lvl="1" algn="just"/>
            <a:r>
              <a:rPr lang="vi-VN" sz="2800" dirty="0" err="1">
                <a:solidFill>
                  <a:srgbClr val="FF0000"/>
                </a:solidFill>
              </a:rPr>
              <a:t>Kỳ</a:t>
            </a:r>
            <a:r>
              <a:rPr lang="vi-VN" sz="2800" dirty="0">
                <a:solidFill>
                  <a:srgbClr val="FF0000"/>
                </a:solidFill>
              </a:rPr>
              <a:t> </a:t>
            </a:r>
            <a:r>
              <a:rPr lang="vi-VN" sz="2800" dirty="0" err="1">
                <a:solidFill>
                  <a:srgbClr val="FF0000"/>
                </a:solidFill>
              </a:rPr>
              <a:t>vọng</a:t>
            </a:r>
            <a:r>
              <a:rPr lang="vi-VN" sz="2800" dirty="0">
                <a:solidFill>
                  <a:srgbClr val="FF0000"/>
                </a:solidFill>
              </a:rPr>
              <a:t> </a:t>
            </a:r>
            <a:r>
              <a:rPr lang="vi-VN" sz="2800" dirty="0" err="1">
                <a:solidFill>
                  <a:srgbClr val="FF0000"/>
                </a:solidFill>
              </a:rPr>
              <a:t>bằng</a:t>
            </a:r>
            <a:r>
              <a:rPr lang="vi-VN" sz="2800" dirty="0">
                <a:solidFill>
                  <a:srgbClr val="FF0000"/>
                </a:solidFill>
              </a:rPr>
              <a:t> 0</a:t>
            </a:r>
          </a:p>
          <a:p>
            <a:pPr lvl="1" algn="just"/>
            <a:r>
              <a:rPr lang="vi-VN" sz="2800" dirty="0">
                <a:solidFill>
                  <a:srgbClr val="0066FF"/>
                </a:solidFill>
              </a:rPr>
              <a:t>Phương sai </a:t>
            </a:r>
            <a:r>
              <a:rPr lang="vi-VN" sz="2800" dirty="0" err="1">
                <a:solidFill>
                  <a:srgbClr val="0066FF"/>
                </a:solidFill>
              </a:rPr>
              <a:t>bằng</a:t>
            </a:r>
            <a:r>
              <a:rPr lang="vi-VN" sz="2800" dirty="0">
                <a:solidFill>
                  <a:srgbClr val="0066FF"/>
                </a:solidFill>
              </a:rPr>
              <a:t> 1</a:t>
            </a:r>
          </a:p>
          <a:p>
            <a:pPr algn="just"/>
            <a:r>
              <a:rPr lang="vi-VN" sz="2800" dirty="0" err="1">
                <a:solidFill>
                  <a:srgbClr val="FF0000"/>
                </a:solidFill>
              </a:rPr>
              <a:t>Lớp</a:t>
            </a:r>
            <a:r>
              <a:rPr lang="vi-VN" sz="2800" dirty="0">
                <a:solidFill>
                  <a:srgbClr val="FF0000"/>
                </a:solidFill>
              </a:rPr>
              <a:t> </a:t>
            </a:r>
            <a:r>
              <a:rPr lang="vi-VN" sz="2800" dirty="0" err="1">
                <a:solidFill>
                  <a:schemeClr val="tx1"/>
                </a:solidFill>
                <a:highlight>
                  <a:srgbClr val="FFFF00"/>
                </a:highlight>
                <a:latin typeface="Consolas" panose="020B0609020204030204" pitchFamily="49" charset="0"/>
              </a:rPr>
              <a:t>StandardScaler</a:t>
            </a:r>
            <a:r>
              <a:rPr lang="vi-VN" sz="2800" dirty="0">
                <a:solidFill>
                  <a:srgbClr val="FF0000"/>
                </a:solidFill>
              </a:rPr>
              <a:t> trong </a:t>
            </a:r>
            <a:r>
              <a:rPr lang="vi-VN" sz="2800" dirty="0" err="1">
                <a:solidFill>
                  <a:srgbClr val="FF0000"/>
                </a:solidFill>
              </a:rPr>
              <a:t>module</a:t>
            </a:r>
            <a:r>
              <a:rPr lang="vi-VN" sz="2800" dirty="0">
                <a:solidFill>
                  <a:srgbClr val="FF0000"/>
                </a:solidFill>
              </a:rPr>
              <a:t> </a:t>
            </a:r>
            <a:r>
              <a:rPr lang="vi-VN" sz="2800" dirty="0" err="1">
                <a:solidFill>
                  <a:schemeClr val="tx1"/>
                </a:solidFill>
                <a:highlight>
                  <a:srgbClr val="FFFF00"/>
                </a:highlight>
                <a:latin typeface="Consolas" panose="020B0609020204030204" pitchFamily="49" charset="0"/>
              </a:rPr>
              <a:t>sklearn.preprocessing</a:t>
            </a:r>
            <a:r>
              <a:rPr lang="vi-VN" sz="2800" dirty="0">
                <a:solidFill>
                  <a:srgbClr val="FF0000"/>
                </a:solidFill>
              </a:rPr>
              <a:t> </a:t>
            </a:r>
            <a:r>
              <a:rPr lang="vi-VN" sz="2800" dirty="0" err="1">
                <a:solidFill>
                  <a:srgbClr val="FF0000"/>
                </a:solidFill>
              </a:rPr>
              <a:t>đã</a:t>
            </a:r>
            <a:r>
              <a:rPr lang="vi-VN" sz="2800" dirty="0">
                <a:solidFill>
                  <a:srgbClr val="FF0000"/>
                </a:solidFill>
              </a:rPr>
              <a:t> </a:t>
            </a:r>
            <a:r>
              <a:rPr lang="vi-VN" sz="2800" dirty="0" err="1">
                <a:solidFill>
                  <a:srgbClr val="FF0000"/>
                </a:solidFill>
              </a:rPr>
              <a:t>được</a:t>
            </a:r>
            <a:r>
              <a:rPr lang="vi-VN" sz="2800" dirty="0">
                <a:solidFill>
                  <a:srgbClr val="FF0000"/>
                </a:solidFill>
              </a:rPr>
              <a:t> xây </a:t>
            </a:r>
            <a:r>
              <a:rPr lang="vi-VN" sz="2800" dirty="0" err="1">
                <a:solidFill>
                  <a:srgbClr val="FF0000"/>
                </a:solidFill>
              </a:rPr>
              <a:t>dựng</a:t>
            </a:r>
            <a:r>
              <a:rPr lang="vi-VN" sz="2800" dirty="0">
                <a:solidFill>
                  <a:srgbClr val="FF0000"/>
                </a:solidFill>
              </a:rPr>
              <a:t> </a:t>
            </a:r>
            <a:r>
              <a:rPr lang="vi-VN" sz="2800" dirty="0" err="1">
                <a:solidFill>
                  <a:srgbClr val="FF0000"/>
                </a:solidFill>
              </a:rPr>
              <a:t>sẵn</a:t>
            </a:r>
            <a:r>
              <a:rPr lang="vi-VN" sz="2800" dirty="0">
                <a:solidFill>
                  <a:srgbClr val="FF0000"/>
                </a:solidFill>
              </a:rPr>
              <a:t> </a:t>
            </a:r>
            <a:r>
              <a:rPr lang="vi-VN" sz="2800" dirty="0" err="1">
                <a:solidFill>
                  <a:srgbClr val="FF0000"/>
                </a:solidFill>
              </a:rPr>
              <a:t>để</a:t>
            </a:r>
            <a:r>
              <a:rPr lang="vi-VN" sz="2800" dirty="0">
                <a:solidFill>
                  <a:srgbClr val="FF0000"/>
                </a:solidFill>
              </a:rPr>
              <a:t> </a:t>
            </a:r>
            <a:r>
              <a:rPr lang="vi-VN" sz="2800" dirty="0" err="1">
                <a:solidFill>
                  <a:srgbClr val="FF0000"/>
                </a:solidFill>
              </a:rPr>
              <a:t>chuẩn</a:t>
            </a:r>
            <a:r>
              <a:rPr lang="vi-VN" sz="2800" dirty="0">
                <a:solidFill>
                  <a:srgbClr val="FF0000"/>
                </a:solidFill>
              </a:rPr>
              <a:t> </a:t>
            </a:r>
            <a:r>
              <a:rPr lang="vi-VN" sz="2800" dirty="0" err="1">
                <a:solidFill>
                  <a:srgbClr val="FF0000"/>
                </a:solidFill>
              </a:rPr>
              <a:t>hóa</a:t>
            </a:r>
            <a:r>
              <a:rPr lang="vi-VN" sz="2800" dirty="0">
                <a:solidFill>
                  <a:srgbClr val="FF0000"/>
                </a:solidFill>
              </a:rPr>
              <a:t> </a:t>
            </a:r>
            <a:r>
              <a:rPr lang="vi-VN" sz="2800" dirty="0" err="1">
                <a:solidFill>
                  <a:srgbClr val="FF0000"/>
                </a:solidFill>
              </a:rPr>
              <a:t>dữ</a:t>
            </a:r>
            <a:r>
              <a:rPr lang="vi-VN" sz="2800" dirty="0">
                <a:solidFill>
                  <a:srgbClr val="FF0000"/>
                </a:solidFill>
              </a:rPr>
              <a:t> </a:t>
            </a:r>
            <a:r>
              <a:rPr lang="vi-VN" sz="2800" dirty="0" err="1">
                <a:solidFill>
                  <a:srgbClr val="FF0000"/>
                </a:solidFill>
              </a:rPr>
              <a:t>liệu</a:t>
            </a:r>
            <a:r>
              <a:rPr lang="vi-VN" sz="2800" dirty="0">
                <a:solidFill>
                  <a:srgbClr val="FF0000"/>
                </a:solidFill>
              </a:rPr>
              <a:t>.</a:t>
            </a:r>
          </a:p>
          <a:p>
            <a:pPr marL="457200" indent="-457200" algn="just">
              <a:buFont typeface="+mj-lt"/>
              <a:buAutoNum type="arabicPeriod" startAt="7"/>
            </a:pPr>
            <a:r>
              <a:rPr lang="en-US" dirty="0">
                <a:solidFill>
                  <a:srgbClr val="AF00DB"/>
                </a:solidFill>
                <a:latin typeface="Consolas" panose="020B0609020204030204" pitchFamily="49" charset="0"/>
              </a:rPr>
              <a:t>from sklearn.preprocessing import StandardScaler</a:t>
            </a:r>
            <a:r>
              <a:rPr lang="en-US" dirty="0">
                <a:solidFill>
                  <a:srgbClr val="000000"/>
                </a:solidFill>
                <a:latin typeface="Consolas" panose="020B0609020204030204" pitchFamily="49" charset="0"/>
              </a:rPr>
              <a:t/>
            </a:r>
            <a:r>
              <a:rPr lang="en-US" dirty="0" err="1">
                <a:solidFill>
                  <a:srgbClr val="000000"/>
                </a:solidFill>
                <a:latin typeface="Consolas" panose="020B0609020204030204" pitchFamily="49" charset="0"/>
              </a:rPr>
              <a:t/>
            </a:r>
            <a:r>
              <a:rPr lang="en-US" dirty="0">
                <a:solidFill>
                  <a:srgbClr val="000000"/>
                </a:solidFill>
                <a:latin typeface="Consolas" panose="020B0609020204030204" pitchFamily="49" charset="0"/>
              </a:rPr>
              <a:t/>
            </a:r>
            <a:r>
              <a:rPr lang="en-US" dirty="0">
                <a:solidFill>
                  <a:srgbClr val="AF00DB"/>
                </a:solidFill>
                <a:latin typeface="Consolas" panose="020B0609020204030204" pitchFamily="49" charset="0"/>
              </a:rPr>
              <a:t/>
            </a:r>
            <a:r>
              <a:rPr lang="en-US" dirty="0">
                <a:solidFill>
                  <a:srgbClr val="000000"/>
                </a:solidFill>
                <a:latin typeface="Consolas" panose="020B0609020204030204" pitchFamily="49" charset="0"/>
              </a:rPr>
              <a:t/>
            </a:r>
            <a:r>
              <a:rPr lang="en-US" dirty="0" err="1">
                <a:solidFill>
                  <a:srgbClr val="000000"/>
                </a:solidFill>
                <a:latin typeface="Consolas" panose="020B0609020204030204" pitchFamily="49" charset="0"/>
              </a:rPr>
              <a:t/>
            </a:r>
            <a:endParaRPr lang="en-US" dirty="0">
              <a:solidFill>
                <a:srgbClr val="000000"/>
              </a:solidFill>
              <a:latin typeface="Consolas" panose="020B0609020204030204" pitchFamily="49" charset="0"/>
            </a:endParaRPr>
          </a:p>
          <a:p>
            <a:pPr marL="457200" indent="-457200" algn="just">
              <a:buFont typeface="+mj-lt"/>
              <a:buAutoNum type="arabicPeriod" startAt="7"/>
            </a:pPr>
            <a:r>
              <a:rPr lang="vi-VN" dirty="0">
                <a:solidFill>
                  <a:srgbClr val="000000"/>
                </a:solidFill>
                <a:latin typeface="Consolas" panose="020B0609020204030204" pitchFamily="49" charset="0"/>
              </a:rPr>
              <a:t>SC = StandardScaler()</a:t>
            </a:r>
            <a:r>
              <a:rPr lang="vi-VN" dirty="0" err="1">
                <a:solidFill>
                  <a:srgbClr val="000000"/>
                </a:solidFill>
                <a:latin typeface="Consolas" panose="020B0609020204030204" pitchFamily="49" charset="0"/>
              </a:rPr>
              <a:t/>
            </a:r>
            <a:r>
              <a:rPr lang="vi-VN" dirty="0">
                <a:solidFill>
                  <a:srgbClr val="000000"/>
                </a:solidFill>
                <a:latin typeface="Consolas" panose="020B0609020204030204" pitchFamily="49" charset="0"/>
              </a:rPr>
              <a:t/>
            </a:r>
          </a:p>
          <a:p>
            <a:pPr marL="457200" indent="-457200" algn="just">
              <a:buFont typeface="+mj-lt"/>
              <a:buAutoNum type="arabicPeriod" startAt="7"/>
            </a:pPr>
            <a:r>
              <a:rPr lang="fr-FR" dirty="0">
                <a:solidFill>
                  <a:srgbClr val="000000"/>
                </a:solidFill>
                <a:highlight>
                  <a:srgbClr val="FFFF00"/>
                </a:highlight>
                <a:latin typeface="Consolas" panose="020B0609020204030204" pitchFamily="49" charset="0"/>
              </a:rPr>
              <a:t>X = SC.fit_transform(X)</a:t>
            </a:r>
            <a:r>
              <a:rPr lang="fr-FR" dirty="0" err="1">
                <a:solidFill>
                  <a:srgbClr val="000000"/>
                </a:solidFill>
                <a:highlight>
                  <a:srgbClr val="FFFF00"/>
                </a:highlight>
                <a:latin typeface="Consolas" panose="020B0609020204030204" pitchFamily="49" charset="0"/>
              </a:rPr>
              <a:t/>
            </a:r>
            <a:r>
              <a:rPr lang="fr-FR" dirty="0">
                <a:solidFill>
                  <a:srgbClr val="000000"/>
                </a:solidFill>
                <a:highlight>
                  <a:srgbClr val="FFFF00"/>
                </a:highlight>
                <a:latin typeface="Consolas" panose="020B0609020204030204" pitchFamily="49" charset="0"/>
              </a:rPr>
              <a:t/>
            </a:r>
          </a:p>
        </p:txBody>
      </p:sp>
    </p:spTree>
    <p:extLst>
      <p:ext uri="{BB962C8B-B14F-4D97-AF65-F5344CB8AC3E}">
        <p14:creationId xmlns:p14="http://schemas.microsoft.com/office/powerpoint/2010/main" val="3329752356"/>
      </p:ext>
    </p:extLst>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34B3B2F-8C78-45AD-9334-804B534314E5}"/>
              </a:ext>
            </a:extLst>
          </p:cNvPr>
          <p:cNvSpPr>
            <a:spLocks noGrp="1"/>
          </p:cNvSpPr>
          <p:nvPr>
            <p:ph type="title"/>
          </p:nvPr>
        </p:nvSpPr>
        <p:spPr/>
        <p:txBody>
          <a:bodyPr/>
          <a:lstStyle/>
          <a:p>
            <a:r>
              <a:rPr lang="en-US" dirty="0" err="1"/>
              <a:t>Tiền</a:t>
            </a:r>
            <a:r>
              <a:rPr lang="en-US" dirty="0"/>
              <a:t> </a:t>
            </a:r>
            <a:r>
              <a:rPr lang="en-US" dirty="0" err="1"/>
              <a:t>xử</a:t>
            </a:r>
            <a:r>
              <a:rPr lang="en-US" dirty="0"/>
              <a:t> </a:t>
            </a:r>
            <a:r>
              <a:rPr lang="en-US" dirty="0" err="1"/>
              <a:t>lý</a:t>
            </a:r>
            <a:r>
              <a:rPr lang="en-US" dirty="0"/>
              <a:t> </a:t>
            </a:r>
            <a:r>
              <a:rPr lang="en-US" dirty="0" err="1"/>
              <a:t>dữ</a:t>
            </a:r>
            <a:r>
              <a:rPr lang="en-US" dirty="0"/>
              <a:t> </a:t>
            </a:r>
            <a:r>
              <a:rPr lang="en-US" dirty="0" err="1"/>
              <a:t>liệu</a:t>
            </a:r>
            <a:endParaRPr lang="vi-VN" dirty="0"/>
          </a:p>
        </p:txBody>
      </p:sp>
      <p:sp>
        <p:nvSpPr>
          <p:cNvPr id="2" name="Content Placeholder 1">
            <a:extLst>
              <a:ext uri="{FF2B5EF4-FFF2-40B4-BE49-F238E27FC236}">
                <a16:creationId xmlns:a16="http://schemas.microsoft.com/office/drawing/2014/main" id="{27A14EBF-6606-4138-BF0B-F8C2D0B7EF91}"/>
              </a:ext>
            </a:extLst>
          </p:cNvPr>
          <p:cNvSpPr>
            <a:spLocks noGrp="1"/>
          </p:cNvSpPr>
          <p:nvPr>
            <p:ph idx="1"/>
          </p:nvPr>
        </p:nvSpPr>
        <p:spPr/>
        <p:txBody>
          <a:bodyPr/>
          <a:lstStyle/>
          <a:p>
            <a:pPr algn="just"/>
            <a:r>
              <a:rPr lang="en-US" sz="2800" dirty="0">
                <a:solidFill>
                  <a:srgbClr val="0066FF"/>
                </a:solidFill>
              </a:rPr>
              <a:t>Chia </a:t>
            </a:r>
            <a:r>
              <a:rPr lang="en-US" sz="2800" dirty="0" err="1">
                <a:solidFill>
                  <a:srgbClr val="0066FF"/>
                </a:solidFill>
              </a:rPr>
              <a:t>dữ</a:t>
            </a:r>
            <a:r>
              <a:rPr lang="en-US" sz="2800" dirty="0">
                <a:solidFill>
                  <a:srgbClr val="0066FF"/>
                </a:solidFill>
              </a:rPr>
              <a:t> </a:t>
            </a:r>
            <a:r>
              <a:rPr lang="en-US" sz="2800" dirty="0" err="1">
                <a:solidFill>
                  <a:srgbClr val="0066FF"/>
                </a:solidFill>
              </a:rPr>
              <a:t>liệu</a:t>
            </a:r>
            <a:r>
              <a:rPr lang="en-US" sz="2800" dirty="0">
                <a:solidFill>
                  <a:srgbClr val="0066FF"/>
                </a:solidFill>
              </a:rPr>
              <a:t> </a:t>
            </a:r>
            <a:r>
              <a:rPr lang="en-US" sz="2800" dirty="0" err="1">
                <a:solidFill>
                  <a:srgbClr val="0066FF"/>
                </a:solidFill>
              </a:rPr>
              <a:t>thành</a:t>
            </a:r>
            <a:r>
              <a:rPr lang="en-US" sz="2800" dirty="0">
                <a:solidFill>
                  <a:srgbClr val="0066FF"/>
                </a:solidFill>
              </a:rPr>
              <a:t> </a:t>
            </a:r>
            <a:r>
              <a:rPr lang="en-US" sz="2800" dirty="0" err="1">
                <a:solidFill>
                  <a:srgbClr val="0066FF"/>
                </a:solidFill>
              </a:rPr>
              <a:t>hai</a:t>
            </a:r>
            <a:r>
              <a:rPr lang="en-US" sz="2800" dirty="0">
                <a:solidFill>
                  <a:srgbClr val="0066FF"/>
                </a:solidFill>
              </a:rPr>
              <a:t> </a:t>
            </a:r>
            <a:r>
              <a:rPr lang="en-US" sz="2800" dirty="0" err="1">
                <a:solidFill>
                  <a:srgbClr val="0066FF"/>
                </a:solidFill>
              </a:rPr>
              <a:t>tập</a:t>
            </a:r>
            <a:r>
              <a:rPr lang="en-US" sz="2800" dirty="0">
                <a:solidFill>
                  <a:srgbClr val="0066FF"/>
                </a:solidFill>
              </a:rPr>
              <a:t> training set </a:t>
            </a:r>
            <a:r>
              <a:rPr lang="en-US" sz="2800" dirty="0" err="1">
                <a:solidFill>
                  <a:srgbClr val="0066FF"/>
                </a:solidFill>
              </a:rPr>
              <a:t>và</a:t>
            </a:r>
            <a:r>
              <a:rPr lang="en-US" sz="2800" dirty="0">
                <a:solidFill>
                  <a:srgbClr val="0066FF"/>
                </a:solidFill>
              </a:rPr>
              <a:t> test set.</a:t>
            </a:r>
          </a:p>
          <a:p>
            <a:pPr algn="just"/>
            <a:r>
              <a:rPr lang="en-US" sz="2800" dirty="0">
                <a:solidFill>
                  <a:srgbClr val="FF0000"/>
                </a:solidFill>
              </a:rPr>
              <a:t>Ta </a:t>
            </a:r>
            <a:r>
              <a:rPr lang="en-US" sz="2800" dirty="0" err="1">
                <a:solidFill>
                  <a:srgbClr val="FF0000"/>
                </a:solidFill>
              </a:rPr>
              <a:t>dùng</a:t>
            </a:r>
            <a:r>
              <a:rPr lang="en-US" sz="2800" dirty="0">
                <a:solidFill>
                  <a:srgbClr val="FF0000"/>
                </a:solidFill>
              </a:rPr>
              <a:t> </a:t>
            </a:r>
            <a:r>
              <a:rPr lang="en-US" sz="2800" dirty="0" err="1">
                <a:solidFill>
                  <a:srgbClr val="FF0000"/>
                </a:solidFill>
              </a:rPr>
              <a:t>hàm</a:t>
            </a:r>
            <a:r>
              <a:rPr lang="en-US" sz="2800" dirty="0">
                <a:solidFill>
                  <a:srgbClr val="FF0000"/>
                </a:solidFill>
              </a:rPr>
              <a:t> </a:t>
            </a:r>
            <a:r>
              <a:rPr lang="en-US" sz="2800" dirty="0" err="1">
                <a:solidFill>
                  <a:schemeClr val="tx1"/>
                </a:solidFill>
                <a:highlight>
                  <a:srgbClr val="FFFF00"/>
                </a:highlight>
                <a:latin typeface="Consolas" panose="020B0609020204030204" pitchFamily="49" charset="0"/>
              </a:rPr>
              <a:t>train_test_split</a:t>
            </a:r>
            <a:r>
              <a:rPr lang="en-US" sz="2800" dirty="0">
                <a:solidFill>
                  <a:srgbClr val="FF0000"/>
                </a:solidFill>
              </a:rPr>
              <a:t> đ</a:t>
            </a:r>
            <a:r>
              <a:rPr lang="vi-VN" sz="2800" dirty="0" err="1">
                <a:solidFill>
                  <a:srgbClr val="FF0000"/>
                </a:solidFill>
              </a:rPr>
              <a:t>ược</a:t>
            </a:r>
            <a:r>
              <a:rPr lang="vi-VN" sz="2800" dirty="0">
                <a:solidFill>
                  <a:srgbClr val="FF0000"/>
                </a:solidFill>
              </a:rPr>
              <a:t> cung </a:t>
            </a:r>
            <a:r>
              <a:rPr lang="vi-VN" sz="2800" dirty="0" err="1">
                <a:solidFill>
                  <a:srgbClr val="FF0000"/>
                </a:solidFill>
              </a:rPr>
              <a:t>cấp</a:t>
            </a:r>
            <a:r>
              <a:rPr lang="vi-VN" sz="2800" dirty="0">
                <a:solidFill>
                  <a:srgbClr val="FF0000"/>
                </a:solidFill>
              </a:rPr>
              <a:t> trong </a:t>
            </a:r>
            <a:r>
              <a:rPr lang="vi-VN" sz="2800" dirty="0" err="1">
                <a:solidFill>
                  <a:srgbClr val="FF0000"/>
                </a:solidFill>
              </a:rPr>
              <a:t>module</a:t>
            </a:r>
            <a:r>
              <a:rPr lang="vi-VN" sz="2800" dirty="0">
                <a:solidFill>
                  <a:srgbClr val="FF0000"/>
                </a:solidFill>
              </a:rPr>
              <a:t> </a:t>
            </a:r>
            <a:r>
              <a:rPr lang="vi-VN" sz="2800" dirty="0" err="1">
                <a:highlight>
                  <a:srgbClr val="FFFF00"/>
                </a:highlight>
                <a:latin typeface="Consolas" panose="020B0609020204030204" pitchFamily="49" charset="0"/>
              </a:rPr>
              <a:t>sklearn.model_selection</a:t>
            </a:r>
            <a:r>
              <a:rPr lang="vi-VN" sz="2800" dirty="0">
                <a:solidFill>
                  <a:srgbClr val="FF0000"/>
                </a:solidFill>
              </a:rPr>
              <a:t>.</a:t>
            </a:r>
            <a:endParaRPr lang="en-US" dirty="0">
              <a:solidFill>
                <a:srgbClr val="FF0000"/>
              </a:solidFill>
              <a:latin typeface="Consolas" panose="020B0609020204030204" pitchFamily="49" charset="0"/>
            </a:endParaRPr>
          </a:p>
          <a:p>
            <a:pPr marL="457200" indent="-457200" algn="just">
              <a:buFont typeface="+mj-lt"/>
              <a:buAutoNum type="arabicPeriod"/>
            </a:pPr>
            <a:endParaRPr lang="en-US" dirty="0">
              <a:solidFill>
                <a:srgbClr val="AF00DB"/>
              </a:solidFill>
              <a:latin typeface="Consolas" panose="020B0609020204030204" pitchFamily="49" charset="0"/>
            </a:endParaRPr>
          </a:p>
          <a:p>
            <a:pPr marL="457200" indent="-457200" algn="just">
              <a:buFont typeface="+mj-lt"/>
              <a:buAutoNum type="arabicPeriod" startAt="10"/>
            </a:pPr>
            <a:r>
              <a:rPr lang="en-US" dirty="0">
                <a:solidFill>
                  <a:srgbClr val="AF00DB"/>
                </a:solidFill>
                <a:latin typeface="Consolas" panose="020B0609020204030204" pitchFamily="49" charset="0"/>
              </a:rPr>
              <a:t>from sklearn.model_selection import train_test_split</a:t>
            </a:r>
            <a:r>
              <a:rPr lang="en-US" dirty="0">
                <a:solidFill>
                  <a:srgbClr val="000000"/>
                </a:solidFill>
                <a:latin typeface="Consolas" panose="020B0609020204030204" pitchFamily="49" charset="0"/>
              </a:rPr>
              <a:t/>
            </a:r>
            <a:r>
              <a:rPr lang="en-US" dirty="0" err="1">
                <a:solidFill>
                  <a:srgbClr val="000000"/>
                </a:solidFill>
                <a:latin typeface="Consolas" panose="020B0609020204030204" pitchFamily="49" charset="0"/>
              </a:rPr>
              <a:t/>
            </a:r>
            <a:r>
              <a:rPr lang="en-US" dirty="0">
                <a:solidFill>
                  <a:srgbClr val="000000"/>
                </a:solidFill>
                <a:latin typeface="Consolas" panose="020B0609020204030204" pitchFamily="49" charset="0"/>
              </a:rPr>
              <a:t/>
            </a:r>
            <a:r>
              <a:rPr lang="en-US" dirty="0">
                <a:solidFill>
                  <a:srgbClr val="AF00DB"/>
                </a:solidFill>
                <a:latin typeface="Consolas" panose="020B0609020204030204" pitchFamily="49" charset="0"/>
              </a:rPr>
              <a:t/>
            </a:r>
            <a:r>
              <a:rPr lang="en-US" dirty="0">
                <a:solidFill>
                  <a:srgbClr val="000000"/>
                </a:solidFill>
                <a:latin typeface="Consolas" panose="020B0609020204030204" pitchFamily="49" charset="0"/>
              </a:rPr>
              <a:t/>
            </a:r>
            <a:r>
              <a:rPr lang="en-US" dirty="0" err="1">
                <a:solidFill>
                  <a:srgbClr val="000000"/>
                </a:solidFill>
                <a:latin typeface="Consolas" panose="020B0609020204030204" pitchFamily="49" charset="0"/>
              </a:rPr>
              <a:t/>
            </a:r>
            <a:endParaRPr lang="en-US" dirty="0">
              <a:solidFill>
                <a:srgbClr val="000000"/>
              </a:solidFill>
              <a:latin typeface="Consolas" panose="020B0609020204030204" pitchFamily="49" charset="0"/>
            </a:endParaRPr>
          </a:p>
          <a:p>
            <a:pPr marL="457200" indent="-457200" algn="just">
              <a:buFont typeface="+mj-lt"/>
              <a:buAutoNum type="arabicPeriod" startAt="10"/>
            </a:pPr>
            <a:r>
              <a:rPr lang="en-US" dirty="0" err="1">
                <a:solidFill>
                  <a:srgbClr val="000000"/>
                </a:solidFill>
                <a:latin typeface="Consolas" panose="020B0609020204030204" pitchFamily="49" charset="0"/>
              </a:rPr>
              <a:t>X_train, X_test, y_train, y_test = </a:t>
            </a:r>
            <a:r>
              <a:rPr lang="en-US" dirty="0">
                <a:solidFill>
                  <a:srgbClr val="000000"/>
                </a:solidFill>
                <a:latin typeface="Consolas" panose="020B0609020204030204" pitchFamily="49" charset="0"/>
              </a:rPr>
              <a:t/>
            </a:r>
            <a:r>
              <a:rPr lang="en-US" dirty="0" err="1">
                <a:solidFill>
                  <a:srgbClr val="000000"/>
                </a:solidFill>
                <a:latin typeface="Consolas" panose="020B0609020204030204" pitchFamily="49" charset="0"/>
              </a:rPr>
              <a:t/>
            </a:r>
            <a:r>
              <a:rPr lang="en-US" dirty="0">
                <a:solidFill>
                  <a:srgbClr val="000000"/>
                </a:solidFill>
                <a:latin typeface="Consolas" panose="020B0609020204030204" pitchFamily="49" charset="0"/>
              </a:rPr>
              <a:t/>
            </a:r>
            <a:r>
              <a:rPr lang="en-US" dirty="0" err="1">
                <a:solidFill>
                  <a:srgbClr val="000000"/>
                </a:solidFill>
                <a:latin typeface="Consolas" panose="020B0609020204030204" pitchFamily="49" charset="0"/>
              </a:rPr>
              <a:t/>
            </a:r>
            <a:r>
              <a:rPr lang="en-US" dirty="0">
                <a:solidFill>
                  <a:srgbClr val="000000"/>
                </a:solidFill>
                <a:latin typeface="Consolas" panose="020B0609020204030204" pitchFamily="49" charset="0"/>
              </a:rPr>
              <a:t/>
            </a:r>
            <a:r>
              <a:rPr lang="en-US" dirty="0" err="1">
                <a:solidFill>
                  <a:srgbClr val="000000"/>
                </a:solidFill>
                <a:latin typeface="Consolas" panose="020B0609020204030204" pitchFamily="49" charset="0"/>
              </a:rPr>
              <a:t/>
            </a:r>
            <a:r>
              <a:rPr lang="en-US" dirty="0">
                <a:solidFill>
                  <a:srgbClr val="000000"/>
                </a:solidFill>
                <a:latin typeface="Consolas" panose="020B0609020204030204" pitchFamily="49" charset="0"/>
              </a:rPr>
              <a:t/>
            </a:r>
          </a:p>
          <a:p>
            <a:pPr marL="0" indent="0" algn="just">
              <a:buNone/>
            </a:pPr>
            <a:r>
              <a:rPr lang="en-US" dirty="0">
                <a:solidFill>
                  <a:srgbClr val="000000"/>
                </a:solidFill>
                <a:latin typeface="Consolas" panose="020B0609020204030204" pitchFamily="49" charset="0"/>
              </a:rPr>
              <a:t>     train_test_split(X, y, train_size = 0.8, random_state = 0)</a:t>
            </a:r>
            <a:r>
              <a:rPr lang="en-US" dirty="0" err="1">
                <a:solidFill>
                  <a:srgbClr val="000000"/>
                </a:solidFill>
                <a:highlight>
                  <a:srgbClr val="FFFF00"/>
                </a:highlight>
                <a:latin typeface="Consolas" panose="020B0609020204030204" pitchFamily="49" charset="0"/>
              </a:rPr>
              <a:t/>
            </a:r>
            <a:r>
              <a:rPr lang="en-US" dirty="0">
                <a:solidFill>
                  <a:srgbClr val="000000"/>
                </a:solidFill>
                <a:latin typeface="Consolas" panose="020B0609020204030204" pitchFamily="49" charset="0"/>
              </a:rPr>
              <a:t/>
            </a:r>
            <a:r>
              <a:rPr lang="en-US" dirty="0" err="1">
                <a:solidFill>
                  <a:srgbClr val="001080"/>
                </a:solidFill>
                <a:latin typeface="Consolas" panose="020B0609020204030204" pitchFamily="49" charset="0"/>
              </a:rPr>
              <a:t/>
            </a:r>
            <a:r>
              <a:rPr lang="en-US" dirty="0">
                <a:solidFill>
                  <a:srgbClr val="000000"/>
                </a:solidFill>
                <a:latin typeface="Consolas" panose="020B0609020204030204" pitchFamily="49" charset="0"/>
              </a:rPr>
              <a:t/>
            </a:r>
            <a:r>
              <a:rPr lang="en-US" dirty="0">
                <a:solidFill>
                  <a:srgbClr val="09885A"/>
                </a:solidFill>
                <a:latin typeface="Consolas" panose="020B0609020204030204" pitchFamily="49" charset="0"/>
              </a:rPr>
              <a:t/>
            </a:r>
            <a:r>
              <a:rPr lang="en-US" dirty="0">
                <a:solidFill>
                  <a:srgbClr val="000000"/>
                </a:solidFill>
                <a:latin typeface="Consolas" panose="020B0609020204030204" pitchFamily="49" charset="0"/>
              </a:rPr>
              <a:t/>
            </a:r>
            <a:r>
              <a:rPr lang="en-US" dirty="0" err="1">
                <a:solidFill>
                  <a:srgbClr val="001080"/>
                </a:solidFill>
                <a:latin typeface="Consolas" panose="020B0609020204030204" pitchFamily="49" charset="0"/>
              </a:rPr>
              <a:t/>
            </a:r>
            <a:r>
              <a:rPr lang="en-US" dirty="0">
                <a:solidFill>
                  <a:srgbClr val="000000"/>
                </a:solidFill>
                <a:latin typeface="Consolas" panose="020B0609020204030204" pitchFamily="49" charset="0"/>
              </a:rPr>
              <a:t/>
            </a:r>
            <a:r>
              <a:rPr lang="en-US" dirty="0">
                <a:solidFill>
                  <a:srgbClr val="09885A"/>
                </a:solidFill>
                <a:latin typeface="Consolas" panose="020B0609020204030204" pitchFamily="49" charset="0"/>
              </a:rPr>
              <a:t/>
            </a:r>
            <a:r>
              <a:rPr lang="en-US" dirty="0">
                <a:solidFill>
                  <a:srgbClr val="000000"/>
                </a:solidFill>
                <a:latin typeface="Consolas" panose="020B0609020204030204" pitchFamily="49" charset="0"/>
              </a:rPr>
              <a:t/>
            </a:r>
          </a:p>
        </p:txBody>
      </p:sp>
    </p:spTree>
    <p:extLst>
      <p:ext uri="{BB962C8B-B14F-4D97-AF65-F5344CB8AC3E}">
        <p14:creationId xmlns:p14="http://schemas.microsoft.com/office/powerpoint/2010/main" val="3772112026"/>
      </p:ext>
    </p:extLst>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98EF05E-C092-4A0A-963A-B4B827D2FE3E}"/>
              </a:ext>
            </a:extLst>
          </p:cNvPr>
          <p:cNvSpPr>
            <a:spLocks noGrp="1"/>
          </p:cNvSpPr>
          <p:nvPr>
            <p:ph type="title"/>
          </p:nvPr>
        </p:nvSpPr>
        <p:spPr/>
        <p:txBody>
          <a:bodyPr/>
          <a:lstStyle/>
          <a:p>
            <a:r>
              <a:rPr lang="en-US" dirty="0" err="1"/>
              <a:t>Trực</a:t>
            </a:r>
            <a:r>
              <a:rPr lang="en-US" dirty="0"/>
              <a:t> </a:t>
            </a:r>
            <a:r>
              <a:rPr lang="en-US" dirty="0" err="1"/>
              <a:t>quan</a:t>
            </a:r>
            <a:r>
              <a:rPr lang="en-US" dirty="0"/>
              <a:t> </a:t>
            </a:r>
            <a:r>
              <a:rPr lang="en-US" dirty="0" err="1"/>
              <a:t>hóa</a:t>
            </a:r>
            <a:r>
              <a:rPr lang="en-US" dirty="0"/>
              <a:t> </a:t>
            </a:r>
            <a:r>
              <a:rPr lang="en-US" dirty="0" err="1"/>
              <a:t>dữ</a:t>
            </a:r>
            <a:r>
              <a:rPr lang="en-US" dirty="0"/>
              <a:t> </a:t>
            </a:r>
            <a:r>
              <a:rPr lang="en-US" dirty="0" err="1"/>
              <a:t>liệu</a:t>
            </a:r>
            <a:endParaRPr lang="vi-VN" dirty="0"/>
          </a:p>
        </p:txBody>
      </p:sp>
      <p:sp>
        <p:nvSpPr>
          <p:cNvPr id="5" name="Text Placeholder 4">
            <a:extLst>
              <a:ext uri="{FF2B5EF4-FFF2-40B4-BE49-F238E27FC236}">
                <a16:creationId xmlns:a16="http://schemas.microsoft.com/office/drawing/2014/main" id="{5A8DD0D7-166E-4EC1-B249-66AF94207919}"/>
              </a:ext>
            </a:extLst>
          </p:cNvPr>
          <p:cNvSpPr>
            <a:spLocks noGrp="1"/>
          </p:cNvSpPr>
          <p:nvPr>
            <p:ph type="body" idx="1"/>
          </p:nvPr>
        </p:nvSpPr>
        <p:spPr/>
        <p:txBody>
          <a:bodyPr/>
          <a:lstStyle/>
          <a:p>
            <a:endParaRPr lang="vi-VN"/>
          </a:p>
        </p:txBody>
      </p:sp>
    </p:spTree>
    <p:extLst>
      <p:ext uri="{BB962C8B-B14F-4D97-AF65-F5344CB8AC3E}">
        <p14:creationId xmlns:p14="http://schemas.microsoft.com/office/powerpoint/2010/main" val="344472650"/>
      </p:ext>
    </p:extLst>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98EF05E-C092-4A0A-963A-B4B827D2FE3E}"/>
              </a:ext>
            </a:extLst>
          </p:cNvPr>
          <p:cNvSpPr>
            <a:spLocks noGrp="1"/>
          </p:cNvSpPr>
          <p:nvPr>
            <p:ph type="title"/>
          </p:nvPr>
        </p:nvSpPr>
        <p:spPr/>
        <p:txBody>
          <a:bodyPr/>
          <a:lstStyle/>
          <a:p>
            <a:r>
              <a:rPr lang="en-US" dirty="0" err="1"/>
              <a:t>Trực</a:t>
            </a:r>
            <a:r>
              <a:rPr lang="en-US" dirty="0"/>
              <a:t> </a:t>
            </a:r>
            <a:r>
              <a:rPr lang="en-US" dirty="0" err="1"/>
              <a:t>quan</a:t>
            </a:r>
            <a:r>
              <a:rPr lang="en-US" dirty="0"/>
              <a:t> </a:t>
            </a:r>
            <a:r>
              <a:rPr lang="en-US" dirty="0" err="1"/>
              <a:t>hóa</a:t>
            </a:r>
            <a:r>
              <a:rPr lang="en-US" dirty="0"/>
              <a:t> </a:t>
            </a:r>
            <a:r>
              <a:rPr lang="en-US" dirty="0" err="1"/>
              <a:t>dữ</a:t>
            </a:r>
            <a:r>
              <a:rPr lang="en-US" dirty="0"/>
              <a:t> </a:t>
            </a:r>
            <a:r>
              <a:rPr lang="en-US" dirty="0" err="1"/>
              <a:t>liệu</a:t>
            </a:r>
            <a:endParaRPr lang="vi-VN" dirty="0"/>
          </a:p>
        </p:txBody>
      </p:sp>
      <p:pic>
        <p:nvPicPr>
          <p:cNvPr id="5" name="Content Placeholder 4">
            <a:extLst>
              <a:ext uri="{FF2B5EF4-FFF2-40B4-BE49-F238E27FC236}">
                <a16:creationId xmlns:a16="http://schemas.microsoft.com/office/drawing/2014/main" id="{F3D79ADC-34B1-4E7E-BF88-45FE6E454EE9}"/>
              </a:ext>
            </a:extLst>
          </p:cNvPr>
          <p:cNvPicPr>
            <a:picLocks noGrp="1" noChangeAspect="1"/>
          </p:cNvPicPr>
          <p:nvPr>
            <p:ph idx="1"/>
          </p:nvPr>
        </p:nvPicPr>
        <p:blipFill>
          <a:blip r:embed="rId2"/>
          <a:stretch>
            <a:fillRect/>
          </a:stretch>
        </p:blipFill>
        <p:spPr>
          <a:xfrm>
            <a:off x="3157537" y="1762919"/>
            <a:ext cx="5876925" cy="4200525"/>
          </a:xfrm>
          <a:prstGeom prst="rect">
            <a:avLst/>
          </a:prstGeom>
        </p:spPr>
      </p:pic>
    </p:spTree>
    <p:extLst>
      <p:ext uri="{BB962C8B-B14F-4D97-AF65-F5344CB8AC3E}">
        <p14:creationId xmlns:p14="http://schemas.microsoft.com/office/powerpoint/2010/main" val="2654170458"/>
      </p:ext>
    </p:extLst>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98EF05E-C092-4A0A-963A-B4B827D2FE3E}"/>
              </a:ext>
            </a:extLst>
          </p:cNvPr>
          <p:cNvSpPr>
            <a:spLocks noGrp="1"/>
          </p:cNvSpPr>
          <p:nvPr>
            <p:ph type="title"/>
          </p:nvPr>
        </p:nvSpPr>
        <p:spPr/>
        <p:txBody>
          <a:bodyPr/>
          <a:lstStyle/>
          <a:p>
            <a:r>
              <a:rPr lang="en-US" dirty="0" err="1"/>
              <a:t>Trực</a:t>
            </a:r>
            <a:r>
              <a:rPr lang="en-US" dirty="0"/>
              <a:t> </a:t>
            </a:r>
            <a:r>
              <a:rPr lang="en-US" dirty="0" err="1"/>
              <a:t>quan</a:t>
            </a:r>
            <a:r>
              <a:rPr lang="en-US" dirty="0"/>
              <a:t> </a:t>
            </a:r>
            <a:r>
              <a:rPr lang="en-US" dirty="0" err="1"/>
              <a:t>hóa</a:t>
            </a:r>
            <a:r>
              <a:rPr lang="en-US" dirty="0"/>
              <a:t> </a:t>
            </a:r>
            <a:r>
              <a:rPr lang="en-US" dirty="0" err="1"/>
              <a:t>dữ</a:t>
            </a:r>
            <a:r>
              <a:rPr lang="en-US" dirty="0"/>
              <a:t> </a:t>
            </a:r>
            <a:r>
              <a:rPr lang="en-US" dirty="0" err="1"/>
              <a:t>liệu</a:t>
            </a:r>
            <a:endParaRPr lang="vi-VN" dirty="0"/>
          </a:p>
        </p:txBody>
      </p:sp>
      <p:sp>
        <p:nvSpPr>
          <p:cNvPr id="2" name="Content Placeholder 1">
            <a:extLst>
              <a:ext uri="{FF2B5EF4-FFF2-40B4-BE49-F238E27FC236}">
                <a16:creationId xmlns:a16="http://schemas.microsoft.com/office/drawing/2014/main" id="{BE01BD90-68F2-4043-A681-4CE496AAF3D5}"/>
              </a:ext>
            </a:extLst>
          </p:cNvPr>
          <p:cNvSpPr>
            <a:spLocks noGrp="1"/>
          </p:cNvSpPr>
          <p:nvPr>
            <p:ph idx="1"/>
          </p:nvPr>
        </p:nvSpPr>
        <p:spPr/>
        <p:txBody>
          <a:bodyPr/>
          <a:lstStyle/>
          <a:p>
            <a:pPr algn="just"/>
            <a:r>
              <a:rPr lang="en-US" sz="2800" dirty="0" err="1">
                <a:solidFill>
                  <a:srgbClr val="0066FF"/>
                </a:solidFill>
              </a:rPr>
              <a:t>Xây</a:t>
            </a:r>
            <a:r>
              <a:rPr lang="en-US" sz="2800" dirty="0">
                <a:solidFill>
                  <a:srgbClr val="0066FF"/>
                </a:solidFill>
              </a:rPr>
              <a:t> </a:t>
            </a:r>
            <a:r>
              <a:rPr lang="en-US" sz="2800" dirty="0" err="1">
                <a:solidFill>
                  <a:srgbClr val="0066FF"/>
                </a:solidFill>
              </a:rPr>
              <a:t>dựng</a:t>
            </a:r>
            <a:r>
              <a:rPr lang="en-US" sz="2800" dirty="0">
                <a:solidFill>
                  <a:srgbClr val="0066FF"/>
                </a:solidFill>
              </a:rPr>
              <a:t> </a:t>
            </a:r>
            <a:r>
              <a:rPr lang="en-US" sz="2800" dirty="0" err="1">
                <a:solidFill>
                  <a:srgbClr val="0066FF"/>
                </a:solidFill>
              </a:rPr>
              <a:t>hàm</a:t>
            </a:r>
            <a:r>
              <a:rPr lang="en-US" sz="2800" dirty="0">
                <a:solidFill>
                  <a:srgbClr val="0066FF"/>
                </a:solidFill>
              </a:rPr>
              <a:t> </a:t>
            </a:r>
            <a:r>
              <a:rPr lang="en-US" sz="2800" dirty="0" err="1">
                <a:solidFill>
                  <a:srgbClr val="0066FF"/>
                </a:solidFill>
              </a:rPr>
              <a:t>trực</a:t>
            </a:r>
            <a:r>
              <a:rPr lang="en-US" sz="2800" dirty="0">
                <a:solidFill>
                  <a:srgbClr val="0066FF"/>
                </a:solidFill>
              </a:rPr>
              <a:t> </a:t>
            </a:r>
            <a:r>
              <a:rPr lang="en-US" sz="2800" dirty="0" err="1">
                <a:solidFill>
                  <a:srgbClr val="0066FF"/>
                </a:solidFill>
              </a:rPr>
              <a:t>quan</a:t>
            </a:r>
            <a:r>
              <a:rPr lang="en-US" sz="2800" dirty="0">
                <a:solidFill>
                  <a:srgbClr val="0066FF"/>
                </a:solidFill>
              </a:rPr>
              <a:t> </a:t>
            </a:r>
            <a:r>
              <a:rPr lang="en-US" sz="2800" dirty="0" err="1">
                <a:solidFill>
                  <a:srgbClr val="0066FF"/>
                </a:solidFill>
              </a:rPr>
              <a:t>hóa</a:t>
            </a:r>
            <a:r>
              <a:rPr lang="en-US" sz="2800" dirty="0">
                <a:solidFill>
                  <a:srgbClr val="0066FF"/>
                </a:solidFill>
              </a:rPr>
              <a:t> </a:t>
            </a:r>
            <a:r>
              <a:rPr lang="en-US" sz="2800" dirty="0" err="1">
                <a:solidFill>
                  <a:srgbClr val="0066FF"/>
                </a:solidFill>
              </a:rPr>
              <a:t>các</a:t>
            </a:r>
            <a:r>
              <a:rPr lang="en-US" sz="2800" dirty="0">
                <a:solidFill>
                  <a:srgbClr val="0066FF"/>
                </a:solidFill>
              </a:rPr>
              <a:t> </a:t>
            </a:r>
            <a:r>
              <a:rPr lang="en-US" sz="2800" dirty="0" err="1">
                <a:solidFill>
                  <a:srgbClr val="0066FF"/>
                </a:solidFill>
              </a:rPr>
              <a:t>điểm</a:t>
            </a:r>
            <a:r>
              <a:rPr lang="en-US" sz="2800" dirty="0">
                <a:solidFill>
                  <a:srgbClr val="0066FF"/>
                </a:solidFill>
              </a:rPr>
              <a:t> </a:t>
            </a:r>
            <a:r>
              <a:rPr lang="en-US" sz="2800" dirty="0" err="1">
                <a:solidFill>
                  <a:srgbClr val="0066FF"/>
                </a:solidFill>
              </a:rPr>
              <a:t>dữ</a:t>
            </a:r>
            <a:r>
              <a:rPr lang="en-US" sz="2800" dirty="0">
                <a:solidFill>
                  <a:srgbClr val="0066FF"/>
                </a:solidFill>
              </a:rPr>
              <a:t> </a:t>
            </a:r>
            <a:r>
              <a:rPr lang="en-US" sz="2800" dirty="0" err="1">
                <a:solidFill>
                  <a:srgbClr val="0066FF"/>
                </a:solidFill>
              </a:rPr>
              <a:t>liệu</a:t>
            </a:r>
            <a:r>
              <a:rPr lang="en-US" sz="2800" dirty="0">
                <a:solidFill>
                  <a:srgbClr val="0066FF"/>
                </a:solidFill>
              </a:rPr>
              <a:t>.</a:t>
            </a:r>
          </a:p>
          <a:p>
            <a:pPr algn="just"/>
            <a:endParaRPr lang="en-US" sz="2800" dirty="0">
              <a:solidFill>
                <a:srgbClr val="0066FF"/>
              </a:solidFill>
            </a:endParaRPr>
          </a:p>
          <a:p>
            <a:pPr marL="457200" indent="-457200">
              <a:buFont typeface="+mj-lt"/>
              <a:buAutoNum type="arabicPeriod" startAt="12"/>
            </a:pPr>
            <a:r>
              <a:rPr lang="vi-VN" dirty="0" err="1">
                <a:solidFill>
                  <a:srgbClr val="AF00DB"/>
                </a:solidFill>
                <a:latin typeface="Consolas" panose="020B0609020204030204" pitchFamily="49" charset="0"/>
              </a:rPr>
              <a:t>from matplotlib.colors import ListedColormap</a:t>
            </a:r>
            <a:r>
              <a:rPr lang="vi-VN" dirty="0">
                <a:solidFill>
                  <a:srgbClr val="000000"/>
                </a:solidFill>
                <a:latin typeface="Consolas" panose="020B0609020204030204" pitchFamily="49" charset="0"/>
              </a:rPr>
              <a:t/>
            </a:r>
            <a:r>
              <a:rPr lang="vi-VN" dirty="0" err="1">
                <a:solidFill>
                  <a:srgbClr val="000000"/>
                </a:solidFill>
                <a:latin typeface="Consolas" panose="020B0609020204030204" pitchFamily="49" charset="0"/>
              </a:rPr>
              <a:t/>
            </a:r>
            <a:r>
              <a:rPr lang="vi-VN" dirty="0">
                <a:solidFill>
                  <a:srgbClr val="000000"/>
                </a:solidFill>
                <a:latin typeface="Consolas" panose="020B0609020204030204" pitchFamily="49" charset="0"/>
              </a:rPr>
              <a:t/>
            </a:r>
            <a:r>
              <a:rPr lang="vi-VN" dirty="0" err="1">
                <a:solidFill>
                  <a:srgbClr val="AF00DB"/>
                </a:solidFill>
                <a:latin typeface="Consolas" panose="020B0609020204030204" pitchFamily="49" charset="0"/>
              </a:rPr>
              <a:t/>
            </a:r>
            <a:r>
              <a:rPr lang="vi-VN" dirty="0">
                <a:solidFill>
                  <a:srgbClr val="000000"/>
                </a:solidFill>
                <a:latin typeface="Consolas" panose="020B0609020204030204" pitchFamily="49" charset="0"/>
              </a:rPr>
              <a:t/>
            </a:r>
            <a:r>
              <a:rPr lang="vi-VN" dirty="0" err="1">
                <a:solidFill>
                  <a:srgbClr val="000000"/>
                </a:solidFill>
                <a:latin typeface="Consolas" panose="020B0609020204030204" pitchFamily="49" charset="0"/>
              </a:rPr>
              <a:t/>
            </a:r>
            <a:endParaRPr lang="vi-VN" dirty="0">
              <a:solidFill>
                <a:srgbClr val="000000"/>
              </a:solidFill>
              <a:latin typeface="Consolas" panose="020B0609020204030204" pitchFamily="49" charset="0"/>
            </a:endParaRPr>
          </a:p>
          <a:p>
            <a:pPr marL="457200" indent="-457200">
              <a:buFont typeface="+mj-lt"/>
              <a:buAutoNum type="arabicPeriod" startAt="12"/>
            </a:pPr>
            <a:r>
              <a:rPr lang="vi-VN" dirty="0" err="1">
                <a:solidFill>
                  <a:srgbClr val="0000FF"/>
                </a:solidFill>
                <a:latin typeface="Consolas" panose="020B0609020204030204" pitchFamily="49" charset="0"/>
              </a:rPr>
              <a:t>def VisualizingDataset(X_, Y_):</a:t>
            </a:r>
            <a:r>
              <a:rPr lang="vi-VN" dirty="0">
                <a:solidFill>
                  <a:srgbClr val="000000"/>
                </a:solidFill>
                <a:latin typeface="Consolas" panose="020B0609020204030204" pitchFamily="49" charset="0"/>
              </a:rPr>
              <a:t/>
            </a:r>
            <a:r>
              <a:rPr lang="vi-VN" dirty="0" err="1">
                <a:solidFill>
                  <a:srgbClr val="795E26"/>
                </a:solidFill>
                <a:latin typeface="Consolas" panose="020B0609020204030204" pitchFamily="49" charset="0"/>
              </a:rPr>
              <a:t/>
            </a:r>
            <a:r>
              <a:rPr lang="vi-VN" dirty="0">
                <a:solidFill>
                  <a:srgbClr val="000000"/>
                </a:solidFill>
                <a:latin typeface="Consolas" panose="020B0609020204030204" pitchFamily="49" charset="0"/>
              </a:rPr>
              <a:t/>
            </a:r>
            <a:r>
              <a:rPr lang="vi-VN" dirty="0">
                <a:solidFill>
                  <a:srgbClr val="001080"/>
                </a:solidFill>
                <a:latin typeface="Consolas" panose="020B0609020204030204" pitchFamily="49" charset="0"/>
              </a:rPr>
              <a:t/>
            </a:r>
            <a:r>
              <a:rPr lang="vi-VN" dirty="0">
                <a:solidFill>
                  <a:srgbClr val="000000"/>
                </a:solidFill>
                <a:latin typeface="Consolas" panose="020B0609020204030204" pitchFamily="49" charset="0"/>
              </a:rPr>
              <a:t/>
            </a:r>
            <a:r>
              <a:rPr lang="vi-VN" dirty="0">
                <a:solidFill>
                  <a:srgbClr val="001080"/>
                </a:solidFill>
                <a:latin typeface="Consolas" panose="020B0609020204030204" pitchFamily="49" charset="0"/>
              </a:rPr>
              <a:t/>
            </a:r>
            <a:r>
              <a:rPr lang="vi-VN" dirty="0">
                <a:solidFill>
                  <a:srgbClr val="000000"/>
                </a:solidFill>
                <a:latin typeface="Consolas" panose="020B0609020204030204" pitchFamily="49" charset="0"/>
              </a:rPr>
              <a:t/>
            </a:r>
          </a:p>
          <a:p>
            <a:pPr marL="457200" indent="-457200">
              <a:buFont typeface="+mj-lt"/>
              <a:buAutoNum type="arabicPeriod" startAt="12"/>
            </a:pPr>
            <a:r>
              <a:rPr lang="vi-VN" dirty="0">
                <a:solidFill>
                  <a:srgbClr val="000000"/>
                </a:solidFill>
                <a:latin typeface="Consolas" panose="020B0609020204030204" pitchFamily="49" charset="0"/>
              </a:rPr>
              <a:t>    X1 = X_[:, 0]</a:t>
            </a:r>
            <a:r>
              <a:rPr lang="vi-VN" dirty="0">
                <a:solidFill>
                  <a:srgbClr val="09885A"/>
                </a:solidFill>
                <a:latin typeface="Consolas" panose="020B0609020204030204" pitchFamily="49" charset="0"/>
              </a:rPr>
              <a:t/>
            </a:r>
            <a:r>
              <a:rPr lang="vi-VN" dirty="0">
                <a:solidFill>
                  <a:srgbClr val="000000"/>
                </a:solidFill>
                <a:latin typeface="Consolas" panose="020B0609020204030204" pitchFamily="49" charset="0"/>
              </a:rPr>
              <a:t/>
            </a:r>
          </a:p>
          <a:p>
            <a:pPr marL="457200" indent="-457200">
              <a:buFont typeface="+mj-lt"/>
              <a:buAutoNum type="arabicPeriod" startAt="12"/>
            </a:pPr>
            <a:r>
              <a:rPr lang="vi-VN" dirty="0">
                <a:solidFill>
                  <a:srgbClr val="000000"/>
                </a:solidFill>
                <a:latin typeface="Consolas" panose="020B0609020204030204" pitchFamily="49" charset="0"/>
              </a:rPr>
              <a:t>    X2 = X_[:, 1]</a:t>
            </a:r>
            <a:r>
              <a:rPr lang="vi-VN" dirty="0">
                <a:solidFill>
                  <a:srgbClr val="09885A"/>
                </a:solidFill>
                <a:latin typeface="Consolas" panose="020B0609020204030204" pitchFamily="49" charset="0"/>
              </a:rPr>
              <a:t/>
            </a:r>
            <a:r>
              <a:rPr lang="vi-VN" dirty="0">
                <a:solidFill>
                  <a:srgbClr val="000000"/>
                </a:solidFill>
                <a:latin typeface="Consolas" panose="020B0609020204030204" pitchFamily="49" charset="0"/>
              </a:rPr>
              <a:t/>
            </a:r>
          </a:p>
          <a:p>
            <a:pPr marL="457200" indent="-457200">
              <a:buFont typeface="+mj-lt"/>
              <a:buAutoNum type="arabicPeriod" startAt="12"/>
            </a:pPr>
            <a:r>
              <a:rPr lang="en-US" dirty="0">
                <a:solidFill>
                  <a:srgbClr val="000000"/>
                </a:solidFill>
                <a:latin typeface="Consolas" panose="020B0609020204030204" pitchFamily="49" charset="0"/>
              </a:rPr>
              <a:t>    for i, label in enumerate(np.unique(Y_)):</a:t>
            </a:r>
            <a:r>
              <a:rPr lang="en-US" dirty="0">
                <a:solidFill>
                  <a:srgbClr val="AF00DB"/>
                </a:solidFill>
                <a:latin typeface="Consolas" panose="020B0609020204030204" pitchFamily="49" charset="0"/>
              </a:rPr>
              <a:t/>
            </a:r>
            <a:r>
              <a:rPr lang="en-US" dirty="0">
                <a:solidFill>
                  <a:srgbClr val="000000"/>
                </a:solidFill>
                <a:latin typeface="Consolas" panose="020B0609020204030204" pitchFamily="49" charset="0"/>
              </a:rPr>
              <a:t/>
            </a:r>
            <a:r>
              <a:rPr lang="en-US" dirty="0" err="1">
                <a:solidFill>
                  <a:srgbClr val="000000"/>
                </a:solidFill>
                <a:latin typeface="Consolas" panose="020B0609020204030204" pitchFamily="49" charset="0"/>
              </a:rPr>
              <a:t/>
            </a:r>
            <a:r>
              <a:rPr lang="en-US" dirty="0">
                <a:solidFill>
                  <a:srgbClr val="000000"/>
                </a:solidFill>
                <a:latin typeface="Consolas" panose="020B0609020204030204" pitchFamily="49" charset="0"/>
              </a:rPr>
              <a:t/>
            </a:r>
            <a:r>
              <a:rPr lang="en-US" dirty="0">
                <a:solidFill>
                  <a:srgbClr val="0000FF"/>
                </a:solidFill>
                <a:latin typeface="Consolas" panose="020B0609020204030204" pitchFamily="49" charset="0"/>
              </a:rPr>
              <a:t/>
            </a:r>
            <a:r>
              <a:rPr lang="en-US" dirty="0">
                <a:solidFill>
                  <a:srgbClr val="000000"/>
                </a:solidFill>
                <a:latin typeface="Consolas" panose="020B0609020204030204" pitchFamily="49" charset="0"/>
              </a:rPr>
              <a:t/>
            </a:r>
            <a:r>
              <a:rPr lang="en-US" dirty="0">
                <a:solidFill>
                  <a:srgbClr val="795E26"/>
                </a:solidFill>
                <a:latin typeface="Consolas" panose="020B0609020204030204" pitchFamily="49" charset="0"/>
              </a:rPr>
              <a:t/>
            </a:r>
            <a:r>
              <a:rPr lang="en-US" dirty="0">
                <a:solidFill>
                  <a:srgbClr val="000000"/>
                </a:solidFill>
                <a:latin typeface="Consolas" panose="020B0609020204030204" pitchFamily="49" charset="0"/>
              </a:rPr>
              <a:t/>
            </a:r>
            <a:r>
              <a:rPr lang="en-US" dirty="0" err="1">
                <a:solidFill>
                  <a:srgbClr val="000000"/>
                </a:solidFill>
                <a:latin typeface="Consolas" panose="020B0609020204030204" pitchFamily="49" charset="0"/>
              </a:rPr>
              <a:t/>
            </a:r>
            <a:r>
              <a:rPr lang="en-US" dirty="0">
                <a:solidFill>
                  <a:srgbClr val="000000"/>
                </a:solidFill>
                <a:latin typeface="Consolas" panose="020B0609020204030204" pitchFamily="49" charset="0"/>
              </a:rPr>
              <a:t/>
            </a:r>
          </a:p>
          <a:p>
            <a:pPr marL="457200" indent="-457200">
              <a:buFont typeface="+mj-lt"/>
              <a:buAutoNum type="arabicPeriod" startAt="12"/>
            </a:pPr>
            <a:r>
              <a:rPr lang="es-ES" dirty="0">
                <a:solidFill>
                  <a:srgbClr val="000000"/>
                </a:solidFill>
                <a:latin typeface="Consolas" panose="020B0609020204030204" pitchFamily="49" charset="0"/>
              </a:rPr>
              <a:t>        plt.scatter(X1[Y_ == label], X2[Y_ == label], </a:t>
            </a:r>
            <a:r>
              <a:rPr lang="es-ES" dirty="0" err="1">
                <a:solidFill>
                  <a:srgbClr val="000000"/>
                </a:solidFill>
                <a:highlight>
                  <a:srgbClr val="FFFF00"/>
                </a:highlight>
                <a:latin typeface="Consolas" panose="020B0609020204030204" pitchFamily="49" charset="0"/>
              </a:rPr>
              <a:t/>
            </a:r>
            <a:r>
              <a:rPr lang="es-ES" dirty="0">
                <a:solidFill>
                  <a:srgbClr val="000000"/>
                </a:solidFill>
                <a:latin typeface="Consolas" panose="020B0609020204030204" pitchFamily="49" charset="0"/>
              </a:rPr>
              <a:t/>
            </a:r>
            <a:r>
              <a:rPr lang="es-ES" dirty="0" err="1">
                <a:solidFill>
                  <a:srgbClr val="000000"/>
                </a:solidFill>
                <a:latin typeface="Consolas" panose="020B0609020204030204" pitchFamily="49" charset="0"/>
              </a:rPr>
              <a:t/>
            </a:r>
            <a:r>
              <a:rPr lang="es-ES" dirty="0">
                <a:solidFill>
                  <a:srgbClr val="000000"/>
                </a:solidFill>
                <a:latin typeface="Consolas" panose="020B0609020204030204" pitchFamily="49" charset="0"/>
              </a:rPr>
              <a:t/>
            </a:r>
            <a:r>
              <a:rPr lang="es-ES" dirty="0" err="1">
                <a:solidFill>
                  <a:srgbClr val="000000"/>
                </a:solidFill>
                <a:latin typeface="Consolas" panose="020B0609020204030204" pitchFamily="49" charset="0"/>
              </a:rPr>
              <a:t/>
            </a:r>
            <a:r>
              <a:rPr lang="es-ES" dirty="0">
                <a:solidFill>
                  <a:srgbClr val="000000"/>
                </a:solidFill>
                <a:latin typeface="Consolas" panose="020B0609020204030204" pitchFamily="49" charset="0"/>
              </a:rPr>
              <a:t/>
            </a:r>
          </a:p>
          <a:p>
            <a:pPr marL="0" indent="0">
              <a:buNone/>
            </a:pPr>
            <a:r>
              <a:rPr lang="en-US" dirty="0">
                <a:solidFill>
                  <a:srgbClr val="000000"/>
                </a:solidFill>
                <a:latin typeface="Consolas" panose="020B0609020204030204" pitchFamily="49" charset="0"/>
              </a:rPr>
              <a:t>           	color = ListedColormap(("red", "green"))(i), 			label = label)</a:t>
            </a:r>
            <a:r>
              <a:rPr lang="en-US" dirty="0">
                <a:solidFill>
                  <a:srgbClr val="001080"/>
                </a:solidFill>
                <a:latin typeface="Consolas" panose="020B0609020204030204" pitchFamily="49" charset="0"/>
              </a:rPr>
              <a:t/>
            </a:r>
            <a:r>
              <a:rPr lang="en-US" dirty="0">
                <a:solidFill>
                  <a:srgbClr val="000000"/>
                </a:solidFill>
                <a:latin typeface="Consolas" panose="020B0609020204030204" pitchFamily="49" charset="0"/>
              </a:rPr>
              <a:t/>
            </a:r>
            <a:r>
              <a:rPr lang="en-US" dirty="0" err="1">
                <a:solidFill>
                  <a:srgbClr val="000000"/>
                </a:solidFill>
                <a:latin typeface="Consolas" panose="020B0609020204030204" pitchFamily="49" charset="0"/>
              </a:rPr>
              <a:t/>
            </a:r>
            <a:r>
              <a:rPr lang="en-US" dirty="0">
                <a:solidFill>
                  <a:srgbClr val="000000"/>
                </a:solidFill>
                <a:latin typeface="Consolas" panose="020B0609020204030204" pitchFamily="49" charset="0"/>
              </a:rPr>
              <a:t/>
            </a:r>
            <a:r>
              <a:rPr lang="en-US" dirty="0">
                <a:solidFill>
                  <a:srgbClr val="A31515"/>
                </a:solidFill>
                <a:latin typeface="Consolas" panose="020B0609020204030204" pitchFamily="49" charset="0"/>
              </a:rPr>
              <a:t/>
            </a:r>
            <a:r>
              <a:rPr lang="en-US" dirty="0">
                <a:solidFill>
                  <a:srgbClr val="000000"/>
                </a:solidFill>
                <a:latin typeface="Consolas" panose="020B0609020204030204" pitchFamily="49" charset="0"/>
              </a:rPr>
              <a:t/>
            </a:r>
            <a:r>
              <a:rPr lang="en-US" dirty="0">
                <a:solidFill>
                  <a:srgbClr val="A31515"/>
                </a:solidFill>
                <a:latin typeface="Consolas" panose="020B0609020204030204" pitchFamily="49" charset="0"/>
              </a:rPr>
              <a:t/>
            </a:r>
            <a:r>
              <a:rPr lang="en-US" dirty="0">
                <a:solidFill>
                  <a:srgbClr val="000000"/>
                </a:solidFill>
                <a:latin typeface="Consolas" panose="020B0609020204030204" pitchFamily="49" charset="0"/>
              </a:rPr>
              <a:t/>
            </a:r>
            <a:r>
              <a:rPr lang="en-US" dirty="0" err="1">
                <a:solidFill>
                  <a:srgbClr val="000000"/>
                </a:solidFill>
                <a:latin typeface="Consolas" panose="020B0609020204030204" pitchFamily="49" charset="0"/>
              </a:rPr>
              <a:t/>
            </a:r>
            <a:r>
              <a:rPr lang="en-US" dirty="0">
                <a:solidFill>
                  <a:srgbClr val="000000"/>
                </a:solidFill>
                <a:latin typeface="Consolas" panose="020B0609020204030204" pitchFamily="49" charset="0"/>
              </a:rPr>
              <a:t/>
            </a:r>
            <a:r>
              <a:rPr lang="en-US" dirty="0">
                <a:solidFill>
                  <a:srgbClr val="001080"/>
                </a:solidFill>
                <a:latin typeface="Consolas" panose="020B0609020204030204" pitchFamily="49" charset="0"/>
              </a:rPr>
              <a:t/>
            </a:r>
            <a:r>
              <a:rPr lang="en-US" dirty="0">
                <a:solidFill>
                  <a:srgbClr val="000000"/>
                </a:solidFill>
                <a:latin typeface="Consolas" panose="020B0609020204030204" pitchFamily="49" charset="0"/>
              </a:rPr>
              <a:t/>
            </a:r>
          </a:p>
        </p:txBody>
      </p:sp>
    </p:spTree>
    <p:extLst>
      <p:ext uri="{BB962C8B-B14F-4D97-AF65-F5344CB8AC3E}">
        <p14:creationId xmlns:p14="http://schemas.microsoft.com/office/powerpoint/2010/main" val="376123397"/>
      </p:ext>
    </p:extLst>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C367E4-70E5-4178-8021-580FFB07B9C1}"/>
              </a:ext>
            </a:extLst>
          </p:cNvPr>
          <p:cNvSpPr>
            <a:spLocks noGrp="1"/>
          </p:cNvSpPr>
          <p:nvPr>
            <p:ph type="title"/>
          </p:nvPr>
        </p:nvSpPr>
        <p:spPr/>
        <p:txBody>
          <a:bodyPr/>
          <a:lstStyle/>
          <a:p>
            <a:r>
              <a:rPr lang="en-US" dirty="0" err="1"/>
              <a:t>Trực</a:t>
            </a:r>
            <a:r>
              <a:rPr lang="en-US" dirty="0"/>
              <a:t> </a:t>
            </a:r>
            <a:r>
              <a:rPr lang="en-US" dirty="0" err="1"/>
              <a:t>quan</a:t>
            </a:r>
            <a:r>
              <a:rPr lang="en-US" dirty="0"/>
              <a:t> </a:t>
            </a:r>
            <a:r>
              <a:rPr lang="en-US" dirty="0" err="1"/>
              <a:t>hóa</a:t>
            </a:r>
            <a:r>
              <a:rPr lang="en-US" dirty="0"/>
              <a:t> </a:t>
            </a:r>
            <a:r>
              <a:rPr lang="en-US" dirty="0" err="1"/>
              <a:t>dữ</a:t>
            </a:r>
            <a:r>
              <a:rPr lang="en-US" dirty="0"/>
              <a:t> </a:t>
            </a:r>
            <a:r>
              <a:rPr lang="en-US" dirty="0" err="1"/>
              <a:t>liệu</a:t>
            </a:r>
            <a:endParaRPr lang="vi-VN" dirty="0"/>
          </a:p>
        </p:txBody>
      </p:sp>
      <p:sp>
        <p:nvSpPr>
          <p:cNvPr id="3" name="Content Placeholder 2">
            <a:extLst>
              <a:ext uri="{FF2B5EF4-FFF2-40B4-BE49-F238E27FC236}">
                <a16:creationId xmlns:a16="http://schemas.microsoft.com/office/drawing/2014/main" id="{50A2091A-AA45-4AC6-8CDE-21216FC81D96}"/>
              </a:ext>
            </a:extLst>
          </p:cNvPr>
          <p:cNvSpPr>
            <a:spLocks noGrp="1"/>
          </p:cNvSpPr>
          <p:nvPr>
            <p:ph idx="1"/>
          </p:nvPr>
        </p:nvSpPr>
        <p:spPr/>
        <p:txBody>
          <a:bodyPr/>
          <a:lstStyle/>
          <a:p>
            <a:pPr algn="just"/>
            <a:r>
              <a:rPr lang="vi-VN" sz="2800" dirty="0" err="1">
                <a:solidFill>
                  <a:srgbClr val="0066FF"/>
                </a:solidFill>
              </a:rPr>
              <a:t>Gọi</a:t>
            </a:r>
            <a:r>
              <a:rPr lang="vi-VN" sz="2800" dirty="0">
                <a:solidFill>
                  <a:srgbClr val="0066FF"/>
                </a:solidFill>
              </a:rPr>
              <a:t> </a:t>
            </a:r>
            <a:r>
              <a:rPr lang="vi-VN" sz="2800" dirty="0" err="1">
                <a:solidFill>
                  <a:srgbClr val="0066FF"/>
                </a:solidFill>
              </a:rPr>
              <a:t>hàm</a:t>
            </a:r>
            <a:r>
              <a:rPr lang="vi-VN" sz="2800" dirty="0">
                <a:solidFill>
                  <a:srgbClr val="0066FF"/>
                </a:solidFill>
              </a:rPr>
              <a:t> </a:t>
            </a:r>
            <a:r>
              <a:rPr lang="vi-VN" sz="2800" dirty="0" err="1">
                <a:solidFill>
                  <a:srgbClr val="0066FF"/>
                </a:solidFill>
              </a:rPr>
              <a:t>trực</a:t>
            </a:r>
            <a:r>
              <a:rPr lang="vi-VN" sz="2800" dirty="0">
                <a:solidFill>
                  <a:srgbClr val="0066FF"/>
                </a:solidFill>
              </a:rPr>
              <a:t> quan </a:t>
            </a:r>
            <a:r>
              <a:rPr lang="vi-VN" sz="2800" dirty="0" err="1">
                <a:solidFill>
                  <a:srgbClr val="0066FF"/>
                </a:solidFill>
              </a:rPr>
              <a:t>hóa</a:t>
            </a:r>
            <a:r>
              <a:rPr lang="vi-VN" sz="2800" dirty="0">
                <a:solidFill>
                  <a:srgbClr val="0066FF"/>
                </a:solidFill>
              </a:rPr>
              <a:t> </a:t>
            </a:r>
            <a:r>
              <a:rPr lang="vi-VN" sz="2800" dirty="0" err="1">
                <a:solidFill>
                  <a:srgbClr val="0066FF"/>
                </a:solidFill>
              </a:rPr>
              <a:t>dữ</a:t>
            </a:r>
            <a:r>
              <a:rPr lang="vi-VN" sz="2800" dirty="0">
                <a:solidFill>
                  <a:srgbClr val="0066FF"/>
                </a:solidFill>
              </a:rPr>
              <a:t> </a:t>
            </a:r>
            <a:r>
              <a:rPr lang="vi-VN" sz="2800" dirty="0" err="1">
                <a:solidFill>
                  <a:srgbClr val="0066FF"/>
                </a:solidFill>
              </a:rPr>
              <a:t>liệu</a:t>
            </a:r>
            <a:r>
              <a:rPr lang="vi-VN" sz="2800" dirty="0">
                <a:solidFill>
                  <a:srgbClr val="0066FF"/>
                </a:solidFill>
              </a:rPr>
              <a:t>.</a:t>
            </a:r>
          </a:p>
          <a:p>
            <a:pPr marL="457200" indent="-457200" algn="just">
              <a:buFont typeface="+mj-lt"/>
              <a:buAutoNum type="arabicPeriod"/>
            </a:pPr>
            <a:endParaRPr lang="vi-VN" dirty="0">
              <a:solidFill>
                <a:srgbClr val="000000"/>
              </a:solidFill>
              <a:latin typeface="Consolas" panose="020B0609020204030204" pitchFamily="49" charset="0"/>
            </a:endParaRPr>
          </a:p>
          <a:p>
            <a:pPr marL="457200" indent="-457200" algn="just">
              <a:buFont typeface="+mj-lt"/>
              <a:buAutoNum type="arabicPeriod"/>
            </a:pPr>
            <a:endParaRPr lang="vi-VN" dirty="0">
              <a:solidFill>
                <a:srgbClr val="000000"/>
              </a:solidFill>
              <a:latin typeface="Consolas" panose="020B0609020204030204" pitchFamily="49" charset="0"/>
            </a:endParaRPr>
          </a:p>
          <a:p>
            <a:pPr marL="457200" indent="-457200" algn="just">
              <a:buFont typeface="+mj-lt"/>
              <a:buAutoNum type="arabicPeriod" startAt="18"/>
            </a:pPr>
            <a:r>
              <a:rPr lang="vi-VN" dirty="0" err="1">
                <a:solidFill>
                  <a:srgbClr val="000000"/>
                </a:solidFill>
                <a:latin typeface="Consolas" panose="020B0609020204030204" pitchFamily="49" charset="0"/>
              </a:rPr>
              <a:t>VisualizingDataset(X, y)</a:t>
            </a:r>
            <a:r>
              <a:rPr lang="vi-VN" dirty="0">
                <a:solidFill>
                  <a:srgbClr val="000000"/>
                </a:solidFill>
                <a:latin typeface="Consolas" panose="020B0609020204030204" pitchFamily="49" charset="0"/>
              </a:rPr>
              <a:t/>
            </a:r>
          </a:p>
          <a:p>
            <a:pPr marL="457200" indent="-457200" algn="just">
              <a:buFont typeface="+mj-lt"/>
              <a:buAutoNum type="arabicPeriod" startAt="18"/>
            </a:pPr>
            <a:r>
              <a:rPr lang="vi-VN" dirty="0" err="1">
                <a:solidFill>
                  <a:srgbClr val="000000"/>
                </a:solidFill>
                <a:latin typeface="Consolas" panose="020B0609020204030204" pitchFamily="49" charset="0"/>
              </a:rPr>
              <a:t>plt.show</a:t>
            </a:r>
            <a:r>
              <a:rPr lang="vi-VN" dirty="0">
                <a:solidFill>
                  <a:srgbClr val="000000"/>
                </a:solidFill>
                <a:latin typeface="Consolas" panose="020B0609020204030204" pitchFamily="49" charset="0"/>
              </a:rPr>
              <a:t>()</a:t>
            </a:r>
          </a:p>
        </p:txBody>
      </p:sp>
    </p:spTree>
    <p:extLst>
      <p:ext uri="{BB962C8B-B14F-4D97-AF65-F5344CB8AC3E}">
        <p14:creationId xmlns:p14="http://schemas.microsoft.com/office/powerpoint/2010/main" val="2726723077"/>
      </p:ext>
    </p:extLst>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C367E4-70E5-4178-8021-580FFB07B9C1}"/>
              </a:ext>
            </a:extLst>
          </p:cNvPr>
          <p:cNvSpPr>
            <a:spLocks noGrp="1"/>
          </p:cNvSpPr>
          <p:nvPr>
            <p:ph type="title"/>
          </p:nvPr>
        </p:nvSpPr>
        <p:spPr/>
        <p:txBody>
          <a:bodyPr/>
          <a:lstStyle/>
          <a:p>
            <a:r>
              <a:rPr lang="en-US" dirty="0" err="1"/>
              <a:t>Trực</a:t>
            </a:r>
            <a:r>
              <a:rPr lang="en-US" dirty="0"/>
              <a:t> </a:t>
            </a:r>
            <a:r>
              <a:rPr lang="en-US" dirty="0" err="1"/>
              <a:t>quan</a:t>
            </a:r>
            <a:r>
              <a:rPr lang="en-US" dirty="0"/>
              <a:t> </a:t>
            </a:r>
            <a:r>
              <a:rPr lang="en-US" dirty="0" err="1"/>
              <a:t>hóa</a:t>
            </a:r>
            <a:r>
              <a:rPr lang="en-US" dirty="0"/>
              <a:t> </a:t>
            </a:r>
            <a:r>
              <a:rPr lang="en-US" dirty="0" err="1"/>
              <a:t>dữ</a:t>
            </a:r>
            <a:r>
              <a:rPr lang="en-US" dirty="0"/>
              <a:t> </a:t>
            </a:r>
            <a:r>
              <a:rPr lang="en-US" dirty="0" err="1"/>
              <a:t>liệu</a:t>
            </a:r>
            <a:endParaRPr lang="vi-VN" dirty="0"/>
          </a:p>
        </p:txBody>
      </p:sp>
      <p:pic>
        <p:nvPicPr>
          <p:cNvPr id="5" name="Content Placeholder 4">
            <a:extLst>
              <a:ext uri="{FF2B5EF4-FFF2-40B4-BE49-F238E27FC236}">
                <a16:creationId xmlns:a16="http://schemas.microsoft.com/office/drawing/2014/main" id="{09E9A416-4274-4410-9F60-93605379AA64}"/>
              </a:ext>
            </a:extLst>
          </p:cNvPr>
          <p:cNvPicPr>
            <a:picLocks noGrp="1" noChangeAspect="1"/>
          </p:cNvPicPr>
          <p:nvPr>
            <p:ph sz="half" idx="1"/>
          </p:nvPr>
        </p:nvPicPr>
        <p:blipFill>
          <a:blip r:embed="rId2"/>
          <a:stretch>
            <a:fillRect/>
          </a:stretch>
        </p:blipFill>
        <p:spPr>
          <a:xfrm>
            <a:off x="0" y="1335314"/>
            <a:ext cx="6324600" cy="4790850"/>
          </a:xfrm>
          <a:prstGeom prst="rect">
            <a:avLst/>
          </a:prstGeom>
        </p:spPr>
      </p:pic>
      <p:sp>
        <p:nvSpPr>
          <p:cNvPr id="3" name="Content Placeholder 2">
            <a:extLst>
              <a:ext uri="{FF2B5EF4-FFF2-40B4-BE49-F238E27FC236}">
                <a16:creationId xmlns:a16="http://schemas.microsoft.com/office/drawing/2014/main" id="{75612C6F-9A97-4651-AFB9-ADB638D4C964}"/>
              </a:ext>
            </a:extLst>
          </p:cNvPr>
          <p:cNvSpPr>
            <a:spLocks noGrp="1"/>
          </p:cNvSpPr>
          <p:nvPr>
            <p:ph sz="half" idx="2"/>
          </p:nvPr>
        </p:nvSpPr>
        <p:spPr/>
        <p:txBody>
          <a:bodyPr/>
          <a:lstStyle/>
          <a:p>
            <a:pPr algn="just"/>
            <a:r>
              <a:rPr lang="en-US" sz="2800" dirty="0">
                <a:solidFill>
                  <a:srgbClr val="0066FF"/>
                </a:solidFill>
              </a:rPr>
              <a:t>Theo </a:t>
            </a:r>
            <a:r>
              <a:rPr lang="en-US" sz="2800" dirty="0" err="1">
                <a:solidFill>
                  <a:srgbClr val="0066FF"/>
                </a:solidFill>
              </a:rPr>
              <a:t>hình</a:t>
            </a:r>
            <a:r>
              <a:rPr lang="en-US" sz="2800" dirty="0">
                <a:solidFill>
                  <a:srgbClr val="0066FF"/>
                </a:solidFill>
              </a:rPr>
              <a:t> </a:t>
            </a:r>
            <a:r>
              <a:rPr lang="en-US" sz="2800" dirty="0" err="1">
                <a:solidFill>
                  <a:srgbClr val="0066FF"/>
                </a:solidFill>
              </a:rPr>
              <a:t>vẽ</a:t>
            </a:r>
            <a:r>
              <a:rPr lang="en-US" sz="2800" dirty="0">
                <a:solidFill>
                  <a:srgbClr val="0066FF"/>
                </a:solidFill>
              </a:rPr>
              <a:t>, ta </a:t>
            </a:r>
            <a:r>
              <a:rPr lang="en-US" sz="2800" dirty="0" err="1">
                <a:solidFill>
                  <a:srgbClr val="0066FF"/>
                </a:solidFill>
              </a:rPr>
              <a:t>thấy</a:t>
            </a:r>
            <a:r>
              <a:rPr lang="en-US" sz="2800" dirty="0">
                <a:solidFill>
                  <a:srgbClr val="0066FF"/>
                </a:solidFill>
              </a:rPr>
              <a:t> </a:t>
            </a:r>
            <a:r>
              <a:rPr lang="en-US" sz="2800" dirty="0" err="1">
                <a:solidFill>
                  <a:srgbClr val="0066FF"/>
                </a:solidFill>
              </a:rPr>
              <a:t>các</a:t>
            </a:r>
            <a:r>
              <a:rPr lang="en-US" sz="2800" dirty="0">
                <a:solidFill>
                  <a:srgbClr val="0066FF"/>
                </a:solidFill>
              </a:rPr>
              <a:t> </a:t>
            </a:r>
            <a:r>
              <a:rPr lang="en-US" sz="2800" dirty="0" err="1">
                <a:solidFill>
                  <a:srgbClr val="0066FF"/>
                </a:solidFill>
              </a:rPr>
              <a:t>điểm</a:t>
            </a:r>
            <a:r>
              <a:rPr lang="en-US" sz="2800" dirty="0">
                <a:solidFill>
                  <a:srgbClr val="0066FF"/>
                </a:solidFill>
              </a:rPr>
              <a:t> </a:t>
            </a:r>
            <a:r>
              <a:rPr lang="en-US" sz="2800" dirty="0" err="1">
                <a:solidFill>
                  <a:srgbClr val="0066FF"/>
                </a:solidFill>
              </a:rPr>
              <a:t>có</a:t>
            </a:r>
            <a:r>
              <a:rPr lang="en-US" sz="2800" dirty="0">
                <a:solidFill>
                  <a:srgbClr val="0066FF"/>
                </a:solidFill>
              </a:rPr>
              <a:t> </a:t>
            </a:r>
            <a:r>
              <a:rPr lang="en-US" sz="2800" dirty="0" err="1">
                <a:solidFill>
                  <a:srgbClr val="0066FF"/>
                </a:solidFill>
              </a:rPr>
              <a:t>sự</a:t>
            </a:r>
            <a:r>
              <a:rPr lang="en-US" sz="2800" dirty="0">
                <a:solidFill>
                  <a:srgbClr val="0066FF"/>
                </a:solidFill>
              </a:rPr>
              <a:t> </a:t>
            </a:r>
            <a:r>
              <a:rPr lang="en-US" sz="2800" dirty="0" err="1">
                <a:solidFill>
                  <a:srgbClr val="0066FF"/>
                </a:solidFill>
              </a:rPr>
              <a:t>phân</a:t>
            </a:r>
            <a:r>
              <a:rPr lang="en-US" sz="2800" dirty="0">
                <a:solidFill>
                  <a:srgbClr val="0066FF"/>
                </a:solidFill>
              </a:rPr>
              <a:t> </a:t>
            </a:r>
            <a:r>
              <a:rPr lang="en-US" sz="2800" dirty="0" err="1">
                <a:solidFill>
                  <a:srgbClr val="0066FF"/>
                </a:solidFill>
              </a:rPr>
              <a:t>bố</a:t>
            </a:r>
            <a:r>
              <a:rPr lang="en-US" sz="2800" dirty="0">
                <a:solidFill>
                  <a:srgbClr val="0066FF"/>
                </a:solidFill>
              </a:rPr>
              <a:t> </a:t>
            </a:r>
            <a:r>
              <a:rPr lang="en-US" sz="2800" dirty="0" err="1">
                <a:solidFill>
                  <a:srgbClr val="0066FF"/>
                </a:solidFill>
              </a:rPr>
              <a:t>thành</a:t>
            </a:r>
            <a:r>
              <a:rPr lang="en-US" sz="2800" dirty="0">
                <a:solidFill>
                  <a:srgbClr val="0066FF"/>
                </a:solidFill>
              </a:rPr>
              <a:t> 2 </a:t>
            </a:r>
            <a:r>
              <a:rPr lang="en-US" sz="2800" dirty="0" err="1">
                <a:solidFill>
                  <a:srgbClr val="0066FF"/>
                </a:solidFill>
              </a:rPr>
              <a:t>mảng</a:t>
            </a:r>
            <a:r>
              <a:rPr lang="en-US" sz="2800" dirty="0">
                <a:solidFill>
                  <a:srgbClr val="0066FF"/>
                </a:solidFill>
              </a:rPr>
              <a:t>. </a:t>
            </a:r>
          </a:p>
          <a:p>
            <a:pPr lvl="1" algn="just"/>
            <a:r>
              <a:rPr lang="en-US" sz="2800" dirty="0" err="1">
                <a:solidFill>
                  <a:srgbClr val="FF0000"/>
                </a:solidFill>
              </a:rPr>
              <a:t>Mảng</a:t>
            </a:r>
            <a:r>
              <a:rPr lang="en-US" sz="2800" dirty="0">
                <a:solidFill>
                  <a:srgbClr val="FF0000"/>
                </a:solidFill>
              </a:rPr>
              <a:t> d</a:t>
            </a:r>
            <a:r>
              <a:rPr lang="vi-VN" sz="2800" dirty="0" err="1">
                <a:solidFill>
                  <a:srgbClr val="FF0000"/>
                </a:solidFill>
              </a:rPr>
              <a:t>ưới</a:t>
            </a:r>
            <a:r>
              <a:rPr lang="vi-VN" sz="2800" dirty="0">
                <a:solidFill>
                  <a:srgbClr val="FF0000"/>
                </a:solidFill>
              </a:rPr>
              <a:t> </a:t>
            </a:r>
            <a:r>
              <a:rPr lang="vi-VN" sz="2800" dirty="0" err="1">
                <a:solidFill>
                  <a:srgbClr val="FF0000"/>
                </a:solidFill>
              </a:rPr>
              <a:t>trái</a:t>
            </a:r>
            <a:r>
              <a:rPr lang="vi-VN" sz="2800" dirty="0">
                <a:solidFill>
                  <a:srgbClr val="FF0000"/>
                </a:solidFill>
              </a:rPr>
              <a:t> </a:t>
            </a:r>
            <a:r>
              <a:rPr lang="vi-VN" sz="2800" dirty="0" err="1">
                <a:solidFill>
                  <a:srgbClr val="FF0000"/>
                </a:solidFill>
              </a:rPr>
              <a:t>phần</a:t>
            </a:r>
            <a:r>
              <a:rPr lang="vi-VN" sz="2800" dirty="0">
                <a:solidFill>
                  <a:srgbClr val="FF0000"/>
                </a:solidFill>
              </a:rPr>
              <a:t> </a:t>
            </a:r>
            <a:r>
              <a:rPr lang="vi-VN" sz="2800" dirty="0" err="1">
                <a:solidFill>
                  <a:srgbClr val="FF0000"/>
                </a:solidFill>
              </a:rPr>
              <a:t>lớn</a:t>
            </a:r>
            <a:r>
              <a:rPr lang="vi-VN" sz="2800" dirty="0">
                <a:solidFill>
                  <a:srgbClr val="FF0000"/>
                </a:solidFill>
              </a:rPr>
              <a:t> </a:t>
            </a:r>
            <a:r>
              <a:rPr lang="vi-VN" sz="2800" dirty="0" err="1">
                <a:solidFill>
                  <a:srgbClr val="FF0000"/>
                </a:solidFill>
              </a:rPr>
              <a:t>có</a:t>
            </a:r>
            <a:r>
              <a:rPr lang="vi-VN" sz="2800" dirty="0">
                <a:solidFill>
                  <a:srgbClr val="FF0000"/>
                </a:solidFill>
              </a:rPr>
              <a:t> </a:t>
            </a:r>
            <a:r>
              <a:rPr lang="vi-VN" sz="2800" dirty="0" err="1">
                <a:solidFill>
                  <a:srgbClr val="FF0000"/>
                </a:solidFill>
              </a:rPr>
              <a:t>màu</a:t>
            </a:r>
            <a:r>
              <a:rPr lang="vi-VN" sz="2800" dirty="0">
                <a:solidFill>
                  <a:srgbClr val="FF0000"/>
                </a:solidFill>
              </a:rPr>
              <a:t> </a:t>
            </a:r>
            <a:r>
              <a:rPr lang="vi-VN" sz="2800" dirty="0" err="1">
                <a:solidFill>
                  <a:srgbClr val="FF0000"/>
                </a:solidFill>
              </a:rPr>
              <a:t>đỏ</a:t>
            </a:r>
            <a:r>
              <a:rPr lang="vi-VN" sz="2800" dirty="0">
                <a:solidFill>
                  <a:srgbClr val="FF0000"/>
                </a:solidFill>
              </a:rPr>
              <a:t>, </a:t>
            </a:r>
            <a:r>
              <a:rPr lang="vi-VN" sz="2800" dirty="0" err="1">
                <a:solidFill>
                  <a:srgbClr val="FF0000"/>
                </a:solidFill>
              </a:rPr>
              <a:t>tức</a:t>
            </a:r>
            <a:r>
              <a:rPr lang="vi-VN" sz="2800" dirty="0">
                <a:solidFill>
                  <a:srgbClr val="FF0000"/>
                </a:solidFill>
              </a:rPr>
              <a:t> </a:t>
            </a:r>
            <a:r>
              <a:rPr lang="vi-VN" sz="2800" dirty="0" err="1">
                <a:solidFill>
                  <a:srgbClr val="FF0000"/>
                </a:solidFill>
              </a:rPr>
              <a:t>khách</a:t>
            </a:r>
            <a:r>
              <a:rPr lang="vi-VN" sz="2800" dirty="0">
                <a:solidFill>
                  <a:srgbClr val="FF0000"/>
                </a:solidFill>
              </a:rPr>
              <a:t> </a:t>
            </a:r>
            <a:r>
              <a:rPr lang="vi-VN" sz="2800" dirty="0" err="1">
                <a:solidFill>
                  <a:srgbClr val="FF0000"/>
                </a:solidFill>
              </a:rPr>
              <a:t>hàng</a:t>
            </a:r>
            <a:r>
              <a:rPr lang="vi-VN" sz="2800" dirty="0">
                <a:solidFill>
                  <a:srgbClr val="FF0000"/>
                </a:solidFill>
              </a:rPr>
              <a:t> không mua </a:t>
            </a:r>
            <a:r>
              <a:rPr lang="vi-VN" sz="2800" dirty="0" err="1">
                <a:solidFill>
                  <a:srgbClr val="FF0000"/>
                </a:solidFill>
              </a:rPr>
              <a:t>hàng</a:t>
            </a:r>
            <a:r>
              <a:rPr lang="vi-VN" sz="2800" dirty="0">
                <a:solidFill>
                  <a:srgbClr val="FF0000"/>
                </a:solidFill>
              </a:rPr>
              <a:t>.</a:t>
            </a:r>
          </a:p>
          <a:p>
            <a:pPr lvl="1" algn="just"/>
            <a:r>
              <a:rPr lang="vi-VN" sz="2800" dirty="0" err="1">
                <a:solidFill>
                  <a:srgbClr val="0066FF"/>
                </a:solidFill>
              </a:rPr>
              <a:t>Mảng</a:t>
            </a:r>
            <a:r>
              <a:rPr lang="vi-VN" sz="2800" dirty="0">
                <a:solidFill>
                  <a:srgbClr val="0066FF"/>
                </a:solidFill>
              </a:rPr>
              <a:t> bên </a:t>
            </a:r>
            <a:r>
              <a:rPr lang="vi-VN" sz="2800" dirty="0" err="1">
                <a:solidFill>
                  <a:srgbClr val="0066FF"/>
                </a:solidFill>
              </a:rPr>
              <a:t>phải</a:t>
            </a:r>
            <a:r>
              <a:rPr lang="vi-VN" sz="2800" dirty="0">
                <a:solidFill>
                  <a:srgbClr val="0066FF"/>
                </a:solidFill>
              </a:rPr>
              <a:t> </a:t>
            </a:r>
            <a:r>
              <a:rPr lang="vi-VN" sz="2800" dirty="0" err="1">
                <a:solidFill>
                  <a:srgbClr val="0066FF"/>
                </a:solidFill>
              </a:rPr>
              <a:t>và</a:t>
            </a:r>
            <a:r>
              <a:rPr lang="vi-VN" sz="2800" dirty="0">
                <a:solidFill>
                  <a:srgbClr val="0066FF"/>
                </a:solidFill>
              </a:rPr>
              <a:t> </a:t>
            </a:r>
            <a:r>
              <a:rPr lang="vi-VN" sz="2800" dirty="0" err="1">
                <a:solidFill>
                  <a:srgbClr val="0066FF"/>
                </a:solidFill>
              </a:rPr>
              <a:t>mảng</a:t>
            </a:r>
            <a:r>
              <a:rPr lang="vi-VN" sz="2800" dirty="0">
                <a:solidFill>
                  <a:srgbClr val="0066FF"/>
                </a:solidFill>
              </a:rPr>
              <a:t> bên trên </a:t>
            </a:r>
            <a:r>
              <a:rPr lang="vi-VN" sz="2800" dirty="0" err="1">
                <a:solidFill>
                  <a:srgbClr val="0066FF"/>
                </a:solidFill>
              </a:rPr>
              <a:t>phần</a:t>
            </a:r>
            <a:r>
              <a:rPr lang="vi-VN" sz="2800" dirty="0">
                <a:solidFill>
                  <a:srgbClr val="0066FF"/>
                </a:solidFill>
              </a:rPr>
              <a:t> </a:t>
            </a:r>
            <a:r>
              <a:rPr lang="vi-VN" sz="2800" dirty="0" err="1">
                <a:solidFill>
                  <a:srgbClr val="0066FF"/>
                </a:solidFill>
              </a:rPr>
              <a:t>lớn</a:t>
            </a:r>
            <a:r>
              <a:rPr lang="vi-VN" sz="2800" dirty="0">
                <a:solidFill>
                  <a:srgbClr val="0066FF"/>
                </a:solidFill>
              </a:rPr>
              <a:t> </a:t>
            </a:r>
            <a:r>
              <a:rPr lang="vi-VN" sz="2800" dirty="0" err="1">
                <a:solidFill>
                  <a:srgbClr val="0066FF"/>
                </a:solidFill>
              </a:rPr>
              <a:t>có</a:t>
            </a:r>
            <a:r>
              <a:rPr lang="vi-VN" sz="2800" dirty="0">
                <a:solidFill>
                  <a:srgbClr val="0066FF"/>
                </a:solidFill>
              </a:rPr>
              <a:t> </a:t>
            </a:r>
            <a:r>
              <a:rPr lang="vi-VN" sz="2800" err="1">
                <a:solidFill>
                  <a:srgbClr val="0066FF"/>
                </a:solidFill>
              </a:rPr>
              <a:t>màu</a:t>
            </a:r>
            <a:r>
              <a:rPr lang="vi-VN" sz="2800">
                <a:solidFill>
                  <a:srgbClr val="0066FF"/>
                </a:solidFill>
              </a:rPr>
              <a:t> xanh</a:t>
            </a:r>
            <a:r>
              <a:rPr lang="en-US" sz="2800">
                <a:solidFill>
                  <a:srgbClr val="0066FF"/>
                </a:solidFill>
              </a:rPr>
              <a:t> lá cây</a:t>
            </a:r>
            <a:r>
              <a:rPr lang="vi-VN" sz="2800">
                <a:solidFill>
                  <a:srgbClr val="0066FF"/>
                </a:solidFill>
              </a:rPr>
              <a:t>, </a:t>
            </a:r>
            <a:r>
              <a:rPr lang="vi-VN" sz="2800" dirty="0" err="1">
                <a:solidFill>
                  <a:srgbClr val="0066FF"/>
                </a:solidFill>
              </a:rPr>
              <a:t>tức</a:t>
            </a:r>
            <a:r>
              <a:rPr lang="vi-VN" sz="2800" dirty="0">
                <a:solidFill>
                  <a:srgbClr val="0066FF"/>
                </a:solidFill>
              </a:rPr>
              <a:t> </a:t>
            </a:r>
            <a:r>
              <a:rPr lang="vi-VN" sz="2800" dirty="0" err="1">
                <a:solidFill>
                  <a:srgbClr val="0066FF"/>
                </a:solidFill>
              </a:rPr>
              <a:t>khách</a:t>
            </a:r>
            <a:r>
              <a:rPr lang="vi-VN" sz="2800" dirty="0">
                <a:solidFill>
                  <a:srgbClr val="0066FF"/>
                </a:solidFill>
              </a:rPr>
              <a:t> </a:t>
            </a:r>
            <a:r>
              <a:rPr lang="vi-VN" sz="2800" dirty="0" err="1">
                <a:solidFill>
                  <a:srgbClr val="0066FF"/>
                </a:solidFill>
              </a:rPr>
              <a:t>hàng</a:t>
            </a:r>
            <a:r>
              <a:rPr lang="vi-VN" sz="2800" dirty="0">
                <a:solidFill>
                  <a:srgbClr val="0066FF"/>
                </a:solidFill>
              </a:rPr>
              <a:t> </a:t>
            </a:r>
            <a:r>
              <a:rPr lang="vi-VN" sz="2800" dirty="0" err="1">
                <a:solidFill>
                  <a:srgbClr val="0066FF"/>
                </a:solidFill>
              </a:rPr>
              <a:t>có</a:t>
            </a:r>
            <a:r>
              <a:rPr lang="vi-VN" sz="2800" dirty="0">
                <a:solidFill>
                  <a:srgbClr val="0066FF"/>
                </a:solidFill>
              </a:rPr>
              <a:t> mua </a:t>
            </a:r>
            <a:r>
              <a:rPr lang="vi-VN" sz="2800" dirty="0" err="1">
                <a:solidFill>
                  <a:srgbClr val="0066FF"/>
                </a:solidFill>
              </a:rPr>
              <a:t>hàng</a:t>
            </a:r>
            <a:r>
              <a:rPr lang="vi-VN" sz="2800" dirty="0">
                <a:solidFill>
                  <a:srgbClr val="0066FF"/>
                </a:solidFill>
              </a:rPr>
              <a:t>. </a:t>
            </a:r>
            <a:endParaRPr lang="vi-VN" sz="3200" dirty="0">
              <a:solidFill>
                <a:srgbClr val="0066FF"/>
              </a:solidFill>
            </a:endParaRPr>
          </a:p>
        </p:txBody>
      </p:sp>
    </p:spTree>
    <p:extLst>
      <p:ext uri="{BB962C8B-B14F-4D97-AF65-F5344CB8AC3E}">
        <p14:creationId xmlns:p14="http://schemas.microsoft.com/office/powerpoint/2010/main" val="4261644637"/>
      </p:ext>
    </p:extLst>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C367E4-70E5-4178-8021-580FFB07B9C1}"/>
              </a:ext>
            </a:extLst>
          </p:cNvPr>
          <p:cNvSpPr>
            <a:spLocks noGrp="1"/>
          </p:cNvSpPr>
          <p:nvPr>
            <p:ph type="title"/>
          </p:nvPr>
        </p:nvSpPr>
        <p:spPr/>
        <p:txBody>
          <a:bodyPr/>
          <a:lstStyle/>
          <a:p>
            <a:r>
              <a:rPr lang="en-US" dirty="0" err="1"/>
              <a:t>Trực</a:t>
            </a:r>
            <a:r>
              <a:rPr lang="en-US" dirty="0"/>
              <a:t> </a:t>
            </a:r>
            <a:r>
              <a:rPr lang="en-US" dirty="0" err="1"/>
              <a:t>quan</a:t>
            </a:r>
            <a:r>
              <a:rPr lang="en-US" dirty="0"/>
              <a:t> </a:t>
            </a:r>
            <a:r>
              <a:rPr lang="en-US" dirty="0" err="1"/>
              <a:t>hóa</a:t>
            </a:r>
            <a:r>
              <a:rPr lang="en-US" dirty="0"/>
              <a:t> </a:t>
            </a:r>
            <a:r>
              <a:rPr lang="en-US" dirty="0" err="1"/>
              <a:t>dữ</a:t>
            </a:r>
            <a:r>
              <a:rPr lang="en-US" dirty="0"/>
              <a:t> </a:t>
            </a:r>
            <a:r>
              <a:rPr lang="en-US" dirty="0" err="1"/>
              <a:t>liệu</a:t>
            </a:r>
            <a:endParaRPr lang="vi-VN" dirty="0"/>
          </a:p>
        </p:txBody>
      </p:sp>
      <p:pic>
        <p:nvPicPr>
          <p:cNvPr id="5" name="Content Placeholder 4">
            <a:extLst>
              <a:ext uri="{FF2B5EF4-FFF2-40B4-BE49-F238E27FC236}">
                <a16:creationId xmlns:a16="http://schemas.microsoft.com/office/drawing/2014/main" id="{09E9A416-4274-4410-9F60-93605379AA64}"/>
              </a:ext>
            </a:extLst>
          </p:cNvPr>
          <p:cNvPicPr>
            <a:picLocks noGrp="1" noChangeAspect="1"/>
          </p:cNvPicPr>
          <p:nvPr>
            <p:ph sz="half" idx="1"/>
          </p:nvPr>
        </p:nvPicPr>
        <p:blipFill>
          <a:blip r:embed="rId2"/>
          <a:stretch>
            <a:fillRect/>
          </a:stretch>
        </p:blipFill>
        <p:spPr>
          <a:xfrm>
            <a:off x="0" y="1335314"/>
            <a:ext cx="6324600" cy="4790850"/>
          </a:xfrm>
          <a:prstGeom prst="rect">
            <a:avLst/>
          </a:prstGeom>
        </p:spPr>
      </p:pic>
      <p:sp>
        <p:nvSpPr>
          <p:cNvPr id="3" name="Content Placeholder 2">
            <a:extLst>
              <a:ext uri="{FF2B5EF4-FFF2-40B4-BE49-F238E27FC236}">
                <a16:creationId xmlns:a16="http://schemas.microsoft.com/office/drawing/2014/main" id="{75612C6F-9A97-4651-AFB9-ADB638D4C964}"/>
              </a:ext>
            </a:extLst>
          </p:cNvPr>
          <p:cNvSpPr>
            <a:spLocks noGrp="1"/>
          </p:cNvSpPr>
          <p:nvPr>
            <p:ph sz="half" idx="2"/>
          </p:nvPr>
        </p:nvSpPr>
        <p:spPr/>
        <p:txBody>
          <a:bodyPr/>
          <a:lstStyle/>
          <a:p>
            <a:pPr algn="just"/>
            <a:r>
              <a:rPr lang="vi-VN" sz="3200" dirty="0" err="1">
                <a:solidFill>
                  <a:srgbClr val="0066FF"/>
                </a:solidFill>
              </a:rPr>
              <a:t>Điều</a:t>
            </a:r>
            <a:r>
              <a:rPr lang="vi-VN" sz="3200" dirty="0">
                <a:solidFill>
                  <a:srgbClr val="0066FF"/>
                </a:solidFill>
              </a:rPr>
              <a:t> </a:t>
            </a:r>
            <a:r>
              <a:rPr lang="vi-VN" sz="3200" dirty="0" err="1">
                <a:solidFill>
                  <a:srgbClr val="0066FF"/>
                </a:solidFill>
              </a:rPr>
              <a:t>này</a:t>
            </a:r>
            <a:r>
              <a:rPr lang="vi-VN" sz="3200" dirty="0">
                <a:solidFill>
                  <a:srgbClr val="0066FF"/>
                </a:solidFill>
              </a:rPr>
              <a:t> </a:t>
            </a:r>
            <a:r>
              <a:rPr lang="vi-VN" sz="3200" dirty="0" err="1">
                <a:solidFill>
                  <a:srgbClr val="0066FF"/>
                </a:solidFill>
              </a:rPr>
              <a:t>là</a:t>
            </a:r>
            <a:r>
              <a:rPr lang="vi-VN" sz="3200" dirty="0">
                <a:solidFill>
                  <a:srgbClr val="0066FF"/>
                </a:solidFill>
              </a:rPr>
              <a:t> </a:t>
            </a:r>
            <a:r>
              <a:rPr lang="vi-VN" sz="3200" dirty="0" err="1">
                <a:solidFill>
                  <a:srgbClr val="0066FF"/>
                </a:solidFill>
              </a:rPr>
              <a:t>phù</a:t>
            </a:r>
            <a:r>
              <a:rPr lang="vi-VN" sz="3200" dirty="0">
                <a:solidFill>
                  <a:srgbClr val="0066FF"/>
                </a:solidFill>
              </a:rPr>
              <a:t> </a:t>
            </a:r>
            <a:r>
              <a:rPr lang="vi-VN" sz="3200" dirty="0" err="1">
                <a:solidFill>
                  <a:srgbClr val="0066FF"/>
                </a:solidFill>
              </a:rPr>
              <a:t>hợp</a:t>
            </a:r>
            <a:r>
              <a:rPr lang="vi-VN" sz="3200" dirty="0">
                <a:solidFill>
                  <a:srgbClr val="0066FF"/>
                </a:solidFill>
              </a:rPr>
              <a:t> </a:t>
            </a:r>
            <a:r>
              <a:rPr lang="vi-VN" sz="3200" dirty="0" err="1">
                <a:solidFill>
                  <a:srgbClr val="0066FF"/>
                </a:solidFill>
              </a:rPr>
              <a:t>vì</a:t>
            </a:r>
            <a:r>
              <a:rPr lang="vi-VN" sz="3200" dirty="0">
                <a:solidFill>
                  <a:srgbClr val="0066FF"/>
                </a:solidFill>
              </a:rPr>
              <a:t> </a:t>
            </a:r>
            <a:r>
              <a:rPr lang="vi-VN" sz="3200" dirty="0" err="1">
                <a:solidFill>
                  <a:srgbClr val="0066FF"/>
                </a:solidFill>
              </a:rPr>
              <a:t>các</a:t>
            </a:r>
            <a:r>
              <a:rPr lang="vi-VN" sz="3200" dirty="0">
                <a:solidFill>
                  <a:srgbClr val="0066FF"/>
                </a:solidFill>
              </a:rPr>
              <a:t> </a:t>
            </a:r>
            <a:r>
              <a:rPr lang="vi-VN" sz="3200" dirty="0" err="1">
                <a:solidFill>
                  <a:srgbClr val="0066FF"/>
                </a:solidFill>
              </a:rPr>
              <a:t>khách</a:t>
            </a:r>
            <a:r>
              <a:rPr lang="vi-VN" sz="3200" dirty="0">
                <a:solidFill>
                  <a:srgbClr val="0066FF"/>
                </a:solidFill>
              </a:rPr>
              <a:t> </a:t>
            </a:r>
            <a:r>
              <a:rPr lang="vi-VN" sz="3200" dirty="0" err="1">
                <a:solidFill>
                  <a:srgbClr val="0066FF"/>
                </a:solidFill>
              </a:rPr>
              <a:t>hàng</a:t>
            </a:r>
            <a:r>
              <a:rPr lang="vi-VN" sz="3200" dirty="0">
                <a:solidFill>
                  <a:srgbClr val="0066FF"/>
                </a:solidFill>
              </a:rPr>
              <a:t> </a:t>
            </a:r>
            <a:r>
              <a:rPr lang="vi-VN" sz="3200" dirty="0" err="1">
                <a:solidFill>
                  <a:srgbClr val="0066FF"/>
                </a:solidFill>
              </a:rPr>
              <a:t>trẻ</a:t>
            </a:r>
            <a:r>
              <a:rPr lang="vi-VN" sz="3200" dirty="0">
                <a:solidFill>
                  <a:srgbClr val="0066FF"/>
                </a:solidFill>
              </a:rPr>
              <a:t> </a:t>
            </a:r>
            <a:r>
              <a:rPr lang="vi-VN" sz="3200" dirty="0" err="1">
                <a:solidFill>
                  <a:srgbClr val="0066FF"/>
                </a:solidFill>
              </a:rPr>
              <a:t>và</a:t>
            </a:r>
            <a:r>
              <a:rPr lang="vi-VN" sz="3200" dirty="0">
                <a:solidFill>
                  <a:srgbClr val="0066FF"/>
                </a:solidFill>
              </a:rPr>
              <a:t> </a:t>
            </a:r>
            <a:r>
              <a:rPr lang="vi-VN" sz="3200" dirty="0" err="1">
                <a:solidFill>
                  <a:srgbClr val="0066FF"/>
                </a:solidFill>
              </a:rPr>
              <a:t>có</a:t>
            </a:r>
            <a:r>
              <a:rPr lang="vi-VN" sz="3200" dirty="0">
                <a:solidFill>
                  <a:srgbClr val="0066FF"/>
                </a:solidFill>
              </a:rPr>
              <a:t> </a:t>
            </a:r>
            <a:r>
              <a:rPr lang="vi-VN" sz="3200" dirty="0" err="1">
                <a:solidFill>
                  <a:srgbClr val="0066FF"/>
                </a:solidFill>
              </a:rPr>
              <a:t>mức</a:t>
            </a:r>
            <a:r>
              <a:rPr lang="vi-VN" sz="3200" dirty="0">
                <a:solidFill>
                  <a:srgbClr val="0066FF"/>
                </a:solidFill>
              </a:rPr>
              <a:t> lương </a:t>
            </a:r>
            <a:r>
              <a:rPr lang="vi-VN" sz="3200" dirty="0" err="1">
                <a:solidFill>
                  <a:srgbClr val="0066FF"/>
                </a:solidFill>
              </a:rPr>
              <a:t>thấp</a:t>
            </a:r>
            <a:r>
              <a:rPr lang="vi-VN" sz="3200" dirty="0">
                <a:solidFill>
                  <a:srgbClr val="0066FF"/>
                </a:solidFill>
              </a:rPr>
              <a:t> </a:t>
            </a:r>
            <a:r>
              <a:rPr lang="vi-VN" sz="3200" dirty="0" err="1">
                <a:solidFill>
                  <a:srgbClr val="0066FF"/>
                </a:solidFill>
              </a:rPr>
              <a:t>sẽ</a:t>
            </a:r>
            <a:r>
              <a:rPr lang="vi-VN" sz="3200" dirty="0">
                <a:solidFill>
                  <a:srgbClr val="0066FF"/>
                </a:solidFill>
              </a:rPr>
              <a:t> </a:t>
            </a:r>
            <a:r>
              <a:rPr lang="vi-VN" sz="3200" dirty="0" err="1">
                <a:solidFill>
                  <a:srgbClr val="0066FF"/>
                </a:solidFill>
              </a:rPr>
              <a:t>thường</a:t>
            </a:r>
            <a:r>
              <a:rPr lang="vi-VN" sz="3200" dirty="0">
                <a:solidFill>
                  <a:srgbClr val="0066FF"/>
                </a:solidFill>
              </a:rPr>
              <a:t> không mua </a:t>
            </a:r>
            <a:r>
              <a:rPr lang="vi-VN" sz="3200" dirty="0" err="1">
                <a:solidFill>
                  <a:srgbClr val="0066FF"/>
                </a:solidFill>
              </a:rPr>
              <a:t>hàng</a:t>
            </a:r>
            <a:r>
              <a:rPr lang="vi-VN" sz="3200" dirty="0">
                <a:solidFill>
                  <a:srgbClr val="0066FF"/>
                </a:solidFill>
              </a:rPr>
              <a:t>. </a:t>
            </a:r>
          </a:p>
          <a:p>
            <a:pPr algn="just"/>
            <a:r>
              <a:rPr lang="vi-VN" sz="3200" dirty="0" err="1">
                <a:solidFill>
                  <a:srgbClr val="FF0000"/>
                </a:solidFill>
              </a:rPr>
              <a:t>Ngược</a:t>
            </a:r>
            <a:r>
              <a:rPr lang="vi-VN" sz="3200" dirty="0">
                <a:solidFill>
                  <a:srgbClr val="FF0000"/>
                </a:solidFill>
              </a:rPr>
              <a:t> </a:t>
            </a:r>
            <a:r>
              <a:rPr lang="vi-VN" sz="3200" dirty="0" err="1">
                <a:solidFill>
                  <a:srgbClr val="FF0000"/>
                </a:solidFill>
              </a:rPr>
              <a:t>lại</a:t>
            </a:r>
            <a:r>
              <a:rPr lang="vi-VN" sz="3200" dirty="0">
                <a:solidFill>
                  <a:srgbClr val="FF0000"/>
                </a:solidFill>
              </a:rPr>
              <a:t>, </a:t>
            </a:r>
            <a:r>
              <a:rPr lang="vi-VN" sz="3200" dirty="0" err="1">
                <a:solidFill>
                  <a:srgbClr val="FF0000"/>
                </a:solidFill>
              </a:rPr>
              <a:t>khách</a:t>
            </a:r>
            <a:r>
              <a:rPr lang="vi-VN" sz="3200" dirty="0">
                <a:solidFill>
                  <a:srgbClr val="FF0000"/>
                </a:solidFill>
              </a:rPr>
              <a:t> </a:t>
            </a:r>
            <a:r>
              <a:rPr lang="vi-VN" sz="3200" dirty="0" err="1">
                <a:solidFill>
                  <a:srgbClr val="FF0000"/>
                </a:solidFill>
              </a:rPr>
              <a:t>hàng</a:t>
            </a:r>
            <a:r>
              <a:rPr lang="vi-VN" sz="3200" dirty="0">
                <a:solidFill>
                  <a:srgbClr val="FF0000"/>
                </a:solidFill>
              </a:rPr>
              <a:t> cao </a:t>
            </a:r>
            <a:r>
              <a:rPr lang="vi-VN" sz="3200" dirty="0" err="1">
                <a:solidFill>
                  <a:srgbClr val="FF0000"/>
                </a:solidFill>
              </a:rPr>
              <a:t>tuổi</a:t>
            </a:r>
            <a:r>
              <a:rPr lang="vi-VN" sz="3200" dirty="0">
                <a:solidFill>
                  <a:srgbClr val="FF0000"/>
                </a:solidFill>
              </a:rPr>
              <a:t> </a:t>
            </a:r>
            <a:r>
              <a:rPr lang="vi-VN" sz="3200" dirty="0" err="1">
                <a:solidFill>
                  <a:srgbClr val="FF0000"/>
                </a:solidFill>
              </a:rPr>
              <a:t>hoặc</a:t>
            </a:r>
            <a:r>
              <a:rPr lang="vi-VN" sz="3200" dirty="0">
                <a:solidFill>
                  <a:srgbClr val="FF0000"/>
                </a:solidFill>
              </a:rPr>
              <a:t> </a:t>
            </a:r>
            <a:r>
              <a:rPr lang="vi-VN" sz="3200" dirty="0" err="1">
                <a:solidFill>
                  <a:srgbClr val="FF0000"/>
                </a:solidFill>
              </a:rPr>
              <a:t>có</a:t>
            </a:r>
            <a:r>
              <a:rPr lang="vi-VN" sz="3200" dirty="0">
                <a:solidFill>
                  <a:srgbClr val="FF0000"/>
                </a:solidFill>
              </a:rPr>
              <a:t> lương cao </a:t>
            </a:r>
            <a:r>
              <a:rPr lang="vi-VN" sz="3200" dirty="0" err="1">
                <a:solidFill>
                  <a:srgbClr val="FF0000"/>
                </a:solidFill>
              </a:rPr>
              <a:t>sẽ</a:t>
            </a:r>
            <a:r>
              <a:rPr lang="vi-VN" sz="3200" dirty="0">
                <a:solidFill>
                  <a:srgbClr val="FF0000"/>
                </a:solidFill>
              </a:rPr>
              <a:t> </a:t>
            </a:r>
            <a:r>
              <a:rPr lang="vi-VN" sz="3200" dirty="0" err="1">
                <a:solidFill>
                  <a:srgbClr val="FF0000"/>
                </a:solidFill>
              </a:rPr>
              <a:t>thường</a:t>
            </a:r>
            <a:r>
              <a:rPr lang="vi-VN" sz="3200" dirty="0">
                <a:solidFill>
                  <a:srgbClr val="FF0000"/>
                </a:solidFill>
              </a:rPr>
              <a:t> mua </a:t>
            </a:r>
            <a:r>
              <a:rPr lang="vi-VN" sz="3200" dirty="0" err="1">
                <a:solidFill>
                  <a:srgbClr val="FF0000"/>
                </a:solidFill>
              </a:rPr>
              <a:t>hàng</a:t>
            </a:r>
            <a:r>
              <a:rPr lang="vi-VN" sz="3200" dirty="0">
                <a:solidFill>
                  <a:srgbClr val="FF0000"/>
                </a:solidFill>
              </a:rPr>
              <a:t> </a:t>
            </a:r>
            <a:r>
              <a:rPr lang="vi-VN" sz="3200" dirty="0" err="1">
                <a:solidFill>
                  <a:srgbClr val="FF0000"/>
                </a:solidFill>
              </a:rPr>
              <a:t>nhiều</a:t>
            </a:r>
            <a:r>
              <a:rPr lang="vi-VN" sz="3200" dirty="0">
                <a:solidFill>
                  <a:srgbClr val="FF0000"/>
                </a:solidFill>
              </a:rPr>
              <a:t> hơn.</a:t>
            </a:r>
          </a:p>
        </p:txBody>
      </p:sp>
    </p:spTree>
    <p:extLst>
      <p:ext uri="{BB962C8B-B14F-4D97-AF65-F5344CB8AC3E}">
        <p14:creationId xmlns:p14="http://schemas.microsoft.com/office/powerpoint/2010/main" val="2246326939"/>
      </p:ext>
    </p:extLst>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389129D-638B-4DCA-830A-FBF9871433CE}"/>
              </a:ext>
            </a:extLst>
          </p:cNvPr>
          <p:cNvSpPr>
            <a:spLocks noGrp="1"/>
          </p:cNvSpPr>
          <p:nvPr>
            <p:ph type="title"/>
          </p:nvPr>
        </p:nvSpPr>
        <p:spPr/>
        <p:txBody>
          <a:bodyPr/>
          <a:lstStyle/>
          <a:p>
            <a:r>
              <a:rPr lang="en-US" dirty="0"/>
              <a:t>Logistic Regression</a:t>
            </a:r>
            <a:endParaRPr lang="vi-VN" dirty="0"/>
          </a:p>
        </p:txBody>
      </p:sp>
      <p:sp>
        <p:nvSpPr>
          <p:cNvPr id="5" name="Text Placeholder 4">
            <a:extLst>
              <a:ext uri="{FF2B5EF4-FFF2-40B4-BE49-F238E27FC236}">
                <a16:creationId xmlns:a16="http://schemas.microsoft.com/office/drawing/2014/main" id="{0FB32012-D23F-4B9D-95F7-BA4EBADD5ACF}"/>
              </a:ext>
            </a:extLst>
          </p:cNvPr>
          <p:cNvSpPr>
            <a:spLocks noGrp="1"/>
          </p:cNvSpPr>
          <p:nvPr>
            <p:ph type="body" idx="1"/>
          </p:nvPr>
        </p:nvSpPr>
        <p:spPr/>
        <p:txBody>
          <a:bodyPr/>
          <a:lstStyle/>
          <a:p>
            <a:endParaRPr lang="vi-VN"/>
          </a:p>
        </p:txBody>
      </p:sp>
    </p:spTree>
    <p:extLst>
      <p:ext uri="{BB962C8B-B14F-4D97-AF65-F5344CB8AC3E}">
        <p14:creationId xmlns:p14="http://schemas.microsoft.com/office/powerpoint/2010/main" val="94658682"/>
      </p:ext>
    </p:extLst>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389129D-638B-4DCA-830A-FBF9871433CE}"/>
              </a:ext>
            </a:extLst>
          </p:cNvPr>
          <p:cNvSpPr>
            <a:spLocks noGrp="1"/>
          </p:cNvSpPr>
          <p:nvPr>
            <p:ph type="title"/>
          </p:nvPr>
        </p:nvSpPr>
        <p:spPr/>
        <p:txBody>
          <a:bodyPr/>
          <a:lstStyle/>
          <a:p>
            <a:r>
              <a:rPr lang="en-US" dirty="0"/>
              <a:t>Logistic Regression</a:t>
            </a:r>
            <a:endParaRPr lang="vi-VN" dirty="0"/>
          </a:p>
        </p:txBody>
      </p:sp>
      <mc:AlternateContent xmlns:mc="http://schemas.openxmlformats.org/markup-compatibility/2006" xmlns:a14="http://schemas.microsoft.com/office/drawing/2010/main">
        <mc:Choice Requires="a14">
          <p:sp>
            <p:nvSpPr>
              <p:cNvPr id="2" name="Content Placeholder 1">
                <a:extLst>
                  <a:ext uri="{FF2B5EF4-FFF2-40B4-BE49-F238E27FC236}">
                    <a16:creationId xmlns:a16="http://schemas.microsoft.com/office/drawing/2014/main" id="{ED2CFB27-AAF2-4E13-B6AB-2FE55B0739B0}"/>
                  </a:ext>
                </a:extLst>
              </p:cNvPr>
              <p:cNvSpPr>
                <a:spLocks noGrp="1"/>
              </p:cNvSpPr>
              <p:nvPr>
                <p:ph idx="1"/>
              </p:nvPr>
            </p:nvSpPr>
            <p:spPr/>
            <p:txBody>
              <a:bodyPr/>
              <a:lstStyle/>
              <a:p>
                <a:pPr algn="just"/>
                <a:r>
                  <a:rPr lang="en-US" sz="2800" dirty="0">
                    <a:solidFill>
                      <a:srgbClr val="0066FF"/>
                    </a:solidFill>
                  </a:rPr>
                  <a:t>Trong </a:t>
                </a:r>
                <a:r>
                  <a:rPr lang="en-US" sz="2800" dirty="0" err="1">
                    <a:solidFill>
                      <a:srgbClr val="0066FF"/>
                    </a:solidFill>
                  </a:rPr>
                  <a:t>bài</a:t>
                </a:r>
                <a:r>
                  <a:rPr lang="en-US" sz="2800" dirty="0">
                    <a:solidFill>
                      <a:srgbClr val="0066FF"/>
                    </a:solidFill>
                  </a:rPr>
                  <a:t> </a:t>
                </a:r>
                <a:r>
                  <a:rPr lang="en-US" sz="2800" dirty="0" err="1">
                    <a:solidFill>
                      <a:srgbClr val="0066FF"/>
                    </a:solidFill>
                  </a:rPr>
                  <a:t>toán</a:t>
                </a:r>
                <a:r>
                  <a:rPr lang="en-US" sz="2800" dirty="0">
                    <a:solidFill>
                      <a:srgbClr val="0066FF"/>
                    </a:solidFill>
                  </a:rPr>
                  <a:t> </a:t>
                </a:r>
                <a:r>
                  <a:rPr lang="en-US" sz="2800" dirty="0" err="1">
                    <a:solidFill>
                      <a:srgbClr val="0066FF"/>
                    </a:solidFill>
                  </a:rPr>
                  <a:t>này</a:t>
                </a:r>
                <a:r>
                  <a:rPr lang="en-US" sz="2800" dirty="0">
                    <a:solidFill>
                      <a:srgbClr val="0066FF"/>
                    </a:solidFill>
                  </a:rPr>
                  <a:t>, </a:t>
                </a:r>
                <a:r>
                  <a:rPr lang="en-US" sz="2800" dirty="0" err="1">
                    <a:solidFill>
                      <a:srgbClr val="0066FF"/>
                    </a:solidFill>
                  </a:rPr>
                  <a:t>kết</a:t>
                </a:r>
                <a:r>
                  <a:rPr lang="en-US" sz="2800" dirty="0">
                    <a:solidFill>
                      <a:srgbClr val="0066FF"/>
                    </a:solidFill>
                  </a:rPr>
                  <a:t> </a:t>
                </a:r>
                <a:r>
                  <a:rPr lang="en-US" sz="2800" dirty="0" err="1">
                    <a:solidFill>
                      <a:srgbClr val="0066FF"/>
                    </a:solidFill>
                  </a:rPr>
                  <a:t>quả</a:t>
                </a:r>
                <a:r>
                  <a:rPr lang="en-US" sz="2800" dirty="0">
                    <a:solidFill>
                      <a:srgbClr val="0066FF"/>
                    </a:solidFill>
                  </a:rPr>
                  <a:t> </a:t>
                </a:r>
                <a:r>
                  <a:rPr lang="en-US" sz="2800" dirty="0" err="1">
                    <a:solidFill>
                      <a:srgbClr val="0066FF"/>
                    </a:solidFill>
                  </a:rPr>
                  <a:t>đầu</a:t>
                </a:r>
                <a:r>
                  <a:rPr lang="en-US" sz="2800" dirty="0">
                    <a:solidFill>
                      <a:srgbClr val="0066FF"/>
                    </a:solidFill>
                  </a:rPr>
                  <a:t> ra </a:t>
                </a:r>
                <a:r>
                  <a:rPr lang="en-US" sz="2800" dirty="0" err="1">
                    <a:solidFill>
                      <a:srgbClr val="0066FF"/>
                    </a:solidFill>
                  </a:rPr>
                  <a:t>của</a:t>
                </a:r>
                <a:r>
                  <a:rPr lang="en-US" sz="2800" dirty="0">
                    <a:solidFill>
                      <a:srgbClr val="0066FF"/>
                    </a:solidFill>
                  </a:rPr>
                  <a:t> </a:t>
                </a:r>
                <a:r>
                  <a:rPr lang="en-US" sz="2800" dirty="0" err="1">
                    <a:solidFill>
                      <a:srgbClr val="0066FF"/>
                    </a:solidFill>
                  </a:rPr>
                  <a:t>dữ</a:t>
                </a:r>
                <a:r>
                  <a:rPr lang="en-US" sz="2800" dirty="0">
                    <a:solidFill>
                      <a:srgbClr val="0066FF"/>
                    </a:solidFill>
                  </a:rPr>
                  <a:t> </a:t>
                </a:r>
                <a:r>
                  <a:rPr lang="en-US" sz="2800" dirty="0" err="1">
                    <a:solidFill>
                      <a:srgbClr val="0066FF"/>
                    </a:solidFill>
                  </a:rPr>
                  <a:t>liệu</a:t>
                </a:r>
                <a:r>
                  <a:rPr lang="en-US" sz="2800" dirty="0">
                    <a:solidFill>
                      <a:srgbClr val="0066FF"/>
                    </a:solidFill>
                  </a:rPr>
                  <a:t> </a:t>
                </a:r>
                <a:r>
                  <a:rPr lang="en-US" sz="2800" dirty="0" err="1">
                    <a:solidFill>
                      <a:srgbClr val="0066FF"/>
                    </a:solidFill>
                  </a:rPr>
                  <a:t>không</a:t>
                </a:r>
                <a:r>
                  <a:rPr lang="en-US" sz="2800" dirty="0">
                    <a:solidFill>
                      <a:srgbClr val="0066FF"/>
                    </a:solidFill>
                  </a:rPr>
                  <a:t> </a:t>
                </a:r>
                <a:r>
                  <a:rPr lang="en-US" sz="2800" dirty="0" err="1">
                    <a:solidFill>
                      <a:srgbClr val="0066FF"/>
                    </a:solidFill>
                  </a:rPr>
                  <a:t>còn</a:t>
                </a:r>
                <a:r>
                  <a:rPr lang="en-US" sz="2800" dirty="0">
                    <a:solidFill>
                      <a:srgbClr val="0066FF"/>
                    </a:solidFill>
                  </a:rPr>
                  <a:t> </a:t>
                </a:r>
                <a:r>
                  <a:rPr lang="en-US" sz="2800" dirty="0" err="1">
                    <a:solidFill>
                      <a:srgbClr val="0066FF"/>
                    </a:solidFill>
                  </a:rPr>
                  <a:t>là</a:t>
                </a:r>
                <a:r>
                  <a:rPr lang="en-US" sz="2800" dirty="0">
                    <a:solidFill>
                      <a:srgbClr val="0066FF"/>
                    </a:solidFill>
                  </a:rPr>
                  <a:t> </a:t>
                </a:r>
                <a:r>
                  <a:rPr lang="en-US" sz="2800" dirty="0" err="1">
                    <a:solidFill>
                      <a:srgbClr val="0066FF"/>
                    </a:solidFill>
                  </a:rPr>
                  <a:t>một</a:t>
                </a:r>
                <a:r>
                  <a:rPr lang="en-US" sz="2800" dirty="0">
                    <a:solidFill>
                      <a:srgbClr val="0066FF"/>
                    </a:solidFill>
                  </a:rPr>
                  <a:t> </a:t>
                </a:r>
                <a:r>
                  <a:rPr lang="en-US" sz="2800" dirty="0" err="1">
                    <a:solidFill>
                      <a:srgbClr val="0066FF"/>
                    </a:solidFill>
                  </a:rPr>
                  <a:t>số</a:t>
                </a:r>
                <a:r>
                  <a:rPr lang="en-US" sz="2800" dirty="0">
                    <a:solidFill>
                      <a:srgbClr val="0066FF"/>
                    </a:solidFill>
                  </a:rPr>
                  <a:t> </a:t>
                </a:r>
                <a:r>
                  <a:rPr lang="en-US" sz="2800" dirty="0" err="1">
                    <a:solidFill>
                      <a:srgbClr val="0066FF"/>
                    </a:solidFill>
                  </a:rPr>
                  <a:t>bất</a:t>
                </a:r>
                <a:r>
                  <a:rPr lang="en-US" sz="2800" dirty="0">
                    <a:solidFill>
                      <a:srgbClr val="0066FF"/>
                    </a:solidFill>
                  </a:rPr>
                  <a:t> </a:t>
                </a:r>
                <a:r>
                  <a:rPr lang="en-US" sz="2800" dirty="0" err="1">
                    <a:solidFill>
                      <a:srgbClr val="0066FF"/>
                    </a:solidFill>
                  </a:rPr>
                  <a:t>kỳ</a:t>
                </a:r>
                <a:r>
                  <a:rPr lang="en-US" sz="2800" dirty="0">
                    <a:solidFill>
                      <a:srgbClr val="0066FF"/>
                    </a:solidFill>
                  </a:rPr>
                  <a:t> </a:t>
                </a:r>
                <a:r>
                  <a:rPr lang="en-US" sz="2800" dirty="0" err="1">
                    <a:solidFill>
                      <a:srgbClr val="0066FF"/>
                    </a:solidFill>
                  </a:rPr>
                  <a:t>nữa</a:t>
                </a:r>
                <a:r>
                  <a:rPr lang="en-US" sz="2800" dirty="0">
                    <a:solidFill>
                      <a:srgbClr val="0066FF"/>
                    </a:solidFill>
                  </a:rPr>
                  <a:t>, </a:t>
                </a:r>
                <a:r>
                  <a:rPr lang="en-US" sz="2800" dirty="0" err="1">
                    <a:solidFill>
                      <a:srgbClr val="0066FF"/>
                    </a:solidFill>
                  </a:rPr>
                  <a:t>mà</a:t>
                </a:r>
                <a:r>
                  <a:rPr lang="en-US" sz="2800" dirty="0">
                    <a:solidFill>
                      <a:srgbClr val="0066FF"/>
                    </a:solidFill>
                  </a:rPr>
                  <a:t> </a:t>
                </a:r>
                <a:r>
                  <a:rPr lang="en-US" sz="2800" dirty="0" err="1">
                    <a:solidFill>
                      <a:srgbClr val="0066FF"/>
                    </a:solidFill>
                  </a:rPr>
                  <a:t>là</a:t>
                </a:r>
                <a:r>
                  <a:rPr lang="en-US" sz="2800" dirty="0">
                    <a:solidFill>
                      <a:srgbClr val="0066FF"/>
                    </a:solidFill>
                  </a:rPr>
                  <a:t> </a:t>
                </a:r>
                <a:r>
                  <a:rPr lang="en-US" sz="2800" dirty="0" err="1">
                    <a:solidFill>
                      <a:srgbClr val="0066FF"/>
                    </a:solidFill>
                  </a:rPr>
                  <a:t>một</a:t>
                </a:r>
                <a:r>
                  <a:rPr lang="en-US" sz="2800" dirty="0">
                    <a:solidFill>
                      <a:srgbClr val="0066FF"/>
                    </a:solidFill>
                  </a:rPr>
                  <a:t> </a:t>
                </a:r>
                <a:r>
                  <a:rPr lang="en-US" sz="2800" dirty="0" err="1">
                    <a:solidFill>
                      <a:srgbClr val="0066FF"/>
                    </a:solidFill>
                  </a:rPr>
                  <a:t>trong</a:t>
                </a:r>
                <a:r>
                  <a:rPr lang="en-US" sz="2800" dirty="0">
                    <a:solidFill>
                      <a:srgbClr val="0066FF"/>
                    </a:solidFill>
                  </a:rPr>
                  <a:t> </a:t>
                </a:r>
                <a:r>
                  <a:rPr lang="en-US" sz="2800" dirty="0" err="1">
                    <a:solidFill>
                      <a:srgbClr val="0066FF"/>
                    </a:solidFill>
                  </a:rPr>
                  <a:t>hai</a:t>
                </a:r>
                <a:r>
                  <a:rPr lang="en-US" sz="2800" dirty="0">
                    <a:solidFill>
                      <a:srgbClr val="0066FF"/>
                    </a:solidFill>
                  </a:rPr>
                  <a:t> </a:t>
                </a:r>
                <a:r>
                  <a:rPr lang="en-US" sz="2800" dirty="0" err="1">
                    <a:solidFill>
                      <a:srgbClr val="0066FF"/>
                    </a:solidFill>
                  </a:rPr>
                  <a:t>số</a:t>
                </a:r>
                <a:r>
                  <a:rPr lang="en-US" sz="2800" dirty="0">
                    <a:solidFill>
                      <a:srgbClr val="0066FF"/>
                    </a:solidFill>
                  </a:rPr>
                  <a:t> </a:t>
                </a:r>
                <a14:m>
                  <m:oMath xmlns:m="http://schemas.openxmlformats.org/officeDocument/2006/math">
                    <m:r>
                      <a:rPr lang="en-US" sz="2800" i="1" dirty="0" smtClean="0">
                        <a:solidFill>
                          <a:srgbClr val="0066FF"/>
                        </a:solidFill>
                        <a:latin typeface="Cambria Math" panose="02040503050406030204" pitchFamily="18" charset="0"/>
                      </a:rPr>
                      <m:t>0</m:t>
                    </m:r>
                  </m:oMath>
                </a14:m>
                <a:r>
                  <a:rPr lang="en-US" sz="2800" dirty="0">
                    <a:solidFill>
                      <a:srgbClr val="0066FF"/>
                    </a:solidFill>
                  </a:rPr>
                  <a:t> </a:t>
                </a:r>
                <a:r>
                  <a:rPr lang="en-US" sz="2800" dirty="0" err="1">
                    <a:solidFill>
                      <a:srgbClr val="0066FF"/>
                    </a:solidFill>
                  </a:rPr>
                  <a:t>hoặc</a:t>
                </a:r>
                <a:r>
                  <a:rPr lang="en-US" sz="2800" dirty="0">
                    <a:solidFill>
                      <a:srgbClr val="0066FF"/>
                    </a:solidFill>
                  </a:rPr>
                  <a:t> </a:t>
                </a:r>
                <a14:m>
                  <m:oMath xmlns:m="http://schemas.openxmlformats.org/officeDocument/2006/math">
                    <m:r>
                      <a:rPr lang="en-US" sz="2800" i="1" dirty="0" smtClean="0">
                        <a:solidFill>
                          <a:srgbClr val="0066FF"/>
                        </a:solidFill>
                        <a:latin typeface="Cambria Math" panose="02040503050406030204" pitchFamily="18" charset="0"/>
                      </a:rPr>
                      <m:t>1</m:t>
                    </m:r>
                  </m:oMath>
                </a14:m>
                <a:r>
                  <a:rPr lang="en-US" sz="2800" dirty="0">
                    <a:solidFill>
                      <a:srgbClr val="0066FF"/>
                    </a:solidFill>
                  </a:rPr>
                  <a:t>.</a:t>
                </a:r>
              </a:p>
              <a:p>
                <a:pPr lvl="1" algn="just"/>
                <a:r>
                  <a:rPr lang="en-US" sz="2800" dirty="0">
                    <a:solidFill>
                      <a:srgbClr val="FF0000"/>
                    </a:solidFill>
                  </a:rPr>
                  <a:t>Giá trị </a:t>
                </a:r>
                <a14:m>
                  <m:oMath xmlns:m="http://schemas.openxmlformats.org/officeDocument/2006/math">
                    <m:r>
                      <a:rPr lang="en-US" sz="2800" i="1" dirty="0">
                        <a:solidFill>
                          <a:srgbClr val="FF0000"/>
                        </a:solidFill>
                        <a:latin typeface="Cambria Math" panose="02040503050406030204" pitchFamily="18" charset="0"/>
                      </a:rPr>
                      <m:t>0</m:t>
                    </m:r>
                  </m:oMath>
                </a14:m>
                <a:r>
                  <a:rPr lang="en-US" sz="2800">
                    <a:solidFill>
                      <a:srgbClr val="FF0000"/>
                    </a:solidFill>
                  </a:rPr>
                  <a:t>: không mua hàng.</a:t>
                </a:r>
              </a:p>
              <a:p>
                <a:pPr lvl="1" algn="just"/>
                <a:r>
                  <a:rPr lang="en-US" sz="2800">
                    <a:solidFill>
                      <a:srgbClr val="0066FF"/>
                    </a:solidFill>
                  </a:rPr>
                  <a:t>Giá trị </a:t>
                </a:r>
                <a14:m>
                  <m:oMath xmlns:m="http://schemas.openxmlformats.org/officeDocument/2006/math">
                    <m:r>
                      <a:rPr lang="en-US" sz="2800" i="1" dirty="0">
                        <a:solidFill>
                          <a:srgbClr val="0066FF"/>
                        </a:solidFill>
                        <a:latin typeface="Cambria Math" panose="02040503050406030204" pitchFamily="18" charset="0"/>
                      </a:rPr>
                      <m:t>1</m:t>
                    </m:r>
                  </m:oMath>
                </a14:m>
                <a:r>
                  <a:rPr lang="en-US" sz="2800">
                    <a:solidFill>
                      <a:srgbClr val="0066FF"/>
                    </a:solidFill>
                  </a:rPr>
                  <a:t>: mua hàng.</a:t>
                </a:r>
                <a:endParaRPr lang="en-US" sz="2800" dirty="0">
                  <a:solidFill>
                    <a:srgbClr val="0066FF"/>
                  </a:solidFill>
                </a:endParaRPr>
              </a:p>
              <a:p>
                <a:pPr algn="just"/>
                <a:r>
                  <a:rPr lang="en-US" sz="2800" dirty="0" err="1">
                    <a:solidFill>
                      <a:srgbClr val="FF0000"/>
                    </a:solidFill>
                  </a:rPr>
                  <a:t>Đây</a:t>
                </a:r>
                <a:r>
                  <a:rPr lang="en-US" sz="2800" dirty="0">
                    <a:solidFill>
                      <a:srgbClr val="FF0000"/>
                    </a:solidFill>
                  </a:rPr>
                  <a:t> </a:t>
                </a:r>
                <a:r>
                  <a:rPr lang="en-US" sz="2800" dirty="0" err="1">
                    <a:solidFill>
                      <a:srgbClr val="FF0000"/>
                    </a:solidFill>
                  </a:rPr>
                  <a:t>là</a:t>
                </a:r>
                <a:r>
                  <a:rPr lang="en-US" sz="2800" dirty="0">
                    <a:solidFill>
                      <a:srgbClr val="FF0000"/>
                    </a:solidFill>
                  </a:rPr>
                  <a:t> </a:t>
                </a:r>
                <a:r>
                  <a:rPr lang="en-US" sz="2800" dirty="0" err="1">
                    <a:solidFill>
                      <a:srgbClr val="FF0000"/>
                    </a:solidFill>
                  </a:rPr>
                  <a:t>bài</a:t>
                </a:r>
                <a:r>
                  <a:rPr lang="en-US" sz="2800" dirty="0">
                    <a:solidFill>
                      <a:srgbClr val="FF0000"/>
                    </a:solidFill>
                  </a:rPr>
                  <a:t> </a:t>
                </a:r>
                <a:r>
                  <a:rPr lang="en-US" sz="2800" dirty="0" err="1">
                    <a:solidFill>
                      <a:srgbClr val="FF0000"/>
                    </a:solidFill>
                  </a:rPr>
                  <a:t>toán</a:t>
                </a:r>
                <a:r>
                  <a:rPr lang="en-US" sz="2800" dirty="0">
                    <a:solidFill>
                      <a:srgbClr val="FF0000"/>
                    </a:solidFill>
                  </a:rPr>
                  <a:t> </a:t>
                </a:r>
                <a:r>
                  <a:rPr lang="en-US" sz="2800" dirty="0" err="1">
                    <a:solidFill>
                      <a:srgbClr val="FF0000"/>
                    </a:solidFill>
                  </a:rPr>
                  <a:t>phân</a:t>
                </a:r>
                <a:r>
                  <a:rPr lang="en-US" sz="2800" dirty="0">
                    <a:solidFill>
                      <a:srgbClr val="FF0000"/>
                    </a:solidFill>
                  </a:rPr>
                  <a:t> </a:t>
                </a:r>
                <a:r>
                  <a:rPr lang="en-US" sz="2800" dirty="0" err="1">
                    <a:solidFill>
                      <a:srgbClr val="FF0000"/>
                    </a:solidFill>
                  </a:rPr>
                  <a:t>loại</a:t>
                </a:r>
                <a:r>
                  <a:rPr lang="en-US" sz="2800" dirty="0">
                    <a:solidFill>
                      <a:srgbClr val="FF0000"/>
                    </a:solidFill>
                  </a:rPr>
                  <a:t> (</a:t>
                </a:r>
                <a:r>
                  <a:rPr lang="en-US" sz="2800" i="1" dirty="0">
                    <a:solidFill>
                      <a:srgbClr val="FF0000"/>
                    </a:solidFill>
                  </a:rPr>
                  <a:t>classification</a:t>
                </a:r>
                <a:r>
                  <a:rPr lang="en-US" sz="2800" dirty="0">
                    <a:solidFill>
                      <a:srgbClr val="FF0000"/>
                    </a:solidFill>
                  </a:rPr>
                  <a:t>).</a:t>
                </a:r>
              </a:p>
              <a:p>
                <a:pPr algn="just"/>
                <a:r>
                  <a:rPr lang="en-US" sz="2800" i="1" dirty="0">
                    <a:solidFill>
                      <a:srgbClr val="0066FF"/>
                    </a:solidFill>
                  </a:rPr>
                  <a:t>Logistic Regression</a:t>
                </a:r>
                <a:r>
                  <a:rPr lang="en-US" sz="2800" dirty="0">
                    <a:solidFill>
                      <a:srgbClr val="0066FF"/>
                    </a:solidFill>
                  </a:rPr>
                  <a:t> </a:t>
                </a:r>
                <a:r>
                  <a:rPr lang="en-US" sz="2800" dirty="0" err="1">
                    <a:solidFill>
                      <a:srgbClr val="0066FF"/>
                    </a:solidFill>
                  </a:rPr>
                  <a:t>là</a:t>
                </a:r>
                <a:r>
                  <a:rPr lang="en-US" sz="2800" dirty="0">
                    <a:solidFill>
                      <a:srgbClr val="0066FF"/>
                    </a:solidFill>
                  </a:rPr>
                  <a:t> </a:t>
                </a:r>
                <a:r>
                  <a:rPr lang="en-US" sz="2800" dirty="0" err="1">
                    <a:solidFill>
                      <a:srgbClr val="0066FF"/>
                    </a:solidFill>
                  </a:rPr>
                  <a:t>một</a:t>
                </a:r>
                <a:r>
                  <a:rPr lang="en-US" sz="2800" dirty="0">
                    <a:solidFill>
                      <a:srgbClr val="0066FF"/>
                    </a:solidFill>
                  </a:rPr>
                  <a:t> </a:t>
                </a:r>
                <a:r>
                  <a:rPr lang="en-US" sz="2800" dirty="0" err="1">
                    <a:solidFill>
                      <a:srgbClr val="0066FF"/>
                    </a:solidFill>
                  </a:rPr>
                  <a:t>mô</a:t>
                </a:r>
                <a:r>
                  <a:rPr lang="en-US" sz="2800" dirty="0">
                    <a:solidFill>
                      <a:srgbClr val="0066FF"/>
                    </a:solidFill>
                  </a:rPr>
                  <a:t> </a:t>
                </a:r>
                <a:r>
                  <a:rPr lang="en-US" sz="2800" dirty="0" err="1">
                    <a:solidFill>
                      <a:srgbClr val="0066FF"/>
                    </a:solidFill>
                  </a:rPr>
                  <a:t>hình</a:t>
                </a:r>
                <a:r>
                  <a:rPr lang="en-US" sz="2800" dirty="0">
                    <a:solidFill>
                      <a:srgbClr val="0066FF"/>
                    </a:solidFill>
                  </a:rPr>
                  <a:t> </a:t>
                </a:r>
                <a:r>
                  <a:rPr lang="en-US" sz="2800" dirty="0" err="1">
                    <a:solidFill>
                      <a:srgbClr val="0066FF"/>
                    </a:solidFill>
                  </a:rPr>
                  <a:t>sử</a:t>
                </a:r>
                <a:r>
                  <a:rPr lang="en-US" sz="2800" dirty="0">
                    <a:solidFill>
                      <a:srgbClr val="0066FF"/>
                    </a:solidFill>
                  </a:rPr>
                  <a:t> </a:t>
                </a:r>
                <a:r>
                  <a:rPr lang="en-US" sz="2800" dirty="0" err="1">
                    <a:solidFill>
                      <a:srgbClr val="0066FF"/>
                    </a:solidFill>
                  </a:rPr>
                  <a:t>dụng</a:t>
                </a:r>
                <a:r>
                  <a:rPr lang="en-US" sz="2800" dirty="0">
                    <a:solidFill>
                      <a:srgbClr val="0066FF"/>
                    </a:solidFill>
                  </a:rPr>
                  <a:t> </a:t>
                </a:r>
                <a:r>
                  <a:rPr lang="en-US" sz="2800" dirty="0" err="1">
                    <a:solidFill>
                      <a:srgbClr val="0066FF"/>
                    </a:solidFill>
                  </a:rPr>
                  <a:t>cho</a:t>
                </a:r>
                <a:r>
                  <a:rPr lang="en-US" sz="2800" dirty="0">
                    <a:solidFill>
                      <a:srgbClr val="0066FF"/>
                    </a:solidFill>
                  </a:rPr>
                  <a:t> </a:t>
                </a:r>
                <a:r>
                  <a:rPr lang="en-US" sz="2800" dirty="0" err="1">
                    <a:solidFill>
                      <a:srgbClr val="0066FF"/>
                    </a:solidFill>
                  </a:rPr>
                  <a:t>các</a:t>
                </a:r>
                <a:r>
                  <a:rPr lang="en-US" sz="2800" dirty="0">
                    <a:solidFill>
                      <a:srgbClr val="0066FF"/>
                    </a:solidFill>
                  </a:rPr>
                  <a:t> </a:t>
                </a:r>
                <a:r>
                  <a:rPr lang="en-US" sz="2800" dirty="0" err="1">
                    <a:solidFill>
                      <a:srgbClr val="0066FF"/>
                    </a:solidFill>
                  </a:rPr>
                  <a:t>bài</a:t>
                </a:r>
                <a:r>
                  <a:rPr lang="en-US" sz="2800" dirty="0">
                    <a:solidFill>
                      <a:srgbClr val="0066FF"/>
                    </a:solidFill>
                  </a:rPr>
                  <a:t> </a:t>
                </a:r>
                <a:r>
                  <a:rPr lang="en-US" sz="2800" dirty="0" err="1">
                    <a:solidFill>
                      <a:srgbClr val="0066FF"/>
                    </a:solidFill>
                  </a:rPr>
                  <a:t>toán</a:t>
                </a:r>
                <a:r>
                  <a:rPr lang="en-US" sz="2800" dirty="0">
                    <a:solidFill>
                      <a:srgbClr val="0066FF"/>
                    </a:solidFill>
                  </a:rPr>
                  <a:t> </a:t>
                </a:r>
                <a:r>
                  <a:rPr lang="en-US" sz="2800" dirty="0" err="1">
                    <a:solidFill>
                      <a:srgbClr val="0066FF"/>
                    </a:solidFill>
                  </a:rPr>
                  <a:t>phân</a:t>
                </a:r>
                <a:r>
                  <a:rPr lang="en-US" sz="2800" dirty="0">
                    <a:solidFill>
                      <a:srgbClr val="0066FF"/>
                    </a:solidFill>
                  </a:rPr>
                  <a:t> </a:t>
                </a:r>
                <a:r>
                  <a:rPr lang="en-US" sz="2800" dirty="0" err="1">
                    <a:solidFill>
                      <a:srgbClr val="0066FF"/>
                    </a:solidFill>
                  </a:rPr>
                  <a:t>loại</a:t>
                </a:r>
                <a:r>
                  <a:rPr lang="en-US" sz="2800" dirty="0">
                    <a:solidFill>
                      <a:srgbClr val="0066FF"/>
                    </a:solidFill>
                  </a:rPr>
                  <a:t>.</a:t>
                </a:r>
              </a:p>
            </p:txBody>
          </p:sp>
        </mc:Choice>
        <mc:Fallback xmlns="">
          <p:sp>
            <p:nvSpPr>
              <p:cNvPr id="2" name="Content Placeholder 1">
                <a:extLst>
                  <a:ext uri="{FF2B5EF4-FFF2-40B4-BE49-F238E27FC236}">
                    <a16:creationId xmlns:a16="http://schemas.microsoft.com/office/drawing/2014/main" id="{ED2CFB27-AAF2-4E13-B6AB-2FE55B0739B0}"/>
                  </a:ext>
                </a:extLst>
              </p:cNvPr>
              <p:cNvSpPr>
                <a:spLocks noGrp="1" noRot="1" noChangeAspect="1" noMove="1" noResize="1" noEditPoints="1" noAdjustHandles="1" noChangeArrowheads="1" noChangeShapeType="1" noTextEdit="1"/>
              </p:cNvSpPr>
              <p:nvPr>
                <p:ph idx="1"/>
              </p:nvPr>
            </p:nvSpPr>
            <p:spPr>
              <a:blipFill>
                <a:blip r:embed="rId2"/>
                <a:stretch>
                  <a:fillRect l="-1000" t="-1482" r="-1111"/>
                </a:stretch>
              </a:blipFill>
            </p:spPr>
            <p:txBody>
              <a:bodyPr/>
              <a:lstStyle/>
              <a:p>
                <a:r>
                  <a:rPr lang="en-US">
                    <a:noFill/>
                  </a:rPr>
                  <a:t> </a:t>
                </a:r>
              </a:p>
            </p:txBody>
          </p:sp>
        </mc:Fallback>
      </mc:AlternateContent>
    </p:spTree>
    <p:extLst>
      <p:ext uri="{BB962C8B-B14F-4D97-AF65-F5344CB8AC3E}">
        <p14:creationId xmlns:p14="http://schemas.microsoft.com/office/powerpoint/2010/main" val="530976927"/>
      </p:ext>
    </p:extLst>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389129D-638B-4DCA-830A-FBF9871433CE}"/>
              </a:ext>
            </a:extLst>
          </p:cNvPr>
          <p:cNvSpPr>
            <a:spLocks noGrp="1"/>
          </p:cNvSpPr>
          <p:nvPr>
            <p:ph type="title"/>
          </p:nvPr>
        </p:nvSpPr>
        <p:spPr/>
        <p:txBody>
          <a:bodyPr/>
          <a:lstStyle/>
          <a:p>
            <a:r>
              <a:rPr lang="en-US" dirty="0"/>
              <a:t>Logistic Regression</a:t>
            </a:r>
            <a:endParaRPr lang="vi-VN" dirty="0"/>
          </a:p>
        </p:txBody>
      </p:sp>
      <mc:AlternateContent xmlns:mc="http://schemas.openxmlformats.org/markup-compatibility/2006" xmlns:a14="http://schemas.microsoft.com/office/drawing/2010/main">
        <mc:Choice Requires="a14">
          <p:sp>
            <p:nvSpPr>
              <p:cNvPr id="2" name="Content Placeholder 1">
                <a:extLst>
                  <a:ext uri="{FF2B5EF4-FFF2-40B4-BE49-F238E27FC236}">
                    <a16:creationId xmlns:a16="http://schemas.microsoft.com/office/drawing/2014/main" id="{ED2CFB27-AAF2-4E13-B6AB-2FE55B0739B0}"/>
                  </a:ext>
                </a:extLst>
              </p:cNvPr>
              <p:cNvSpPr>
                <a:spLocks noGrp="1"/>
              </p:cNvSpPr>
              <p:nvPr>
                <p:ph idx="1"/>
              </p:nvPr>
            </p:nvSpPr>
            <p:spPr/>
            <p:txBody>
              <a:bodyPr/>
              <a:lstStyle/>
              <a:p>
                <a:pPr algn="just"/>
                <a:r>
                  <a:rPr lang="en-US" sz="2800" i="1" dirty="0">
                    <a:highlight>
                      <a:srgbClr val="FFFF00"/>
                    </a:highlight>
                  </a:rPr>
                  <a:t>Logistic Regression</a:t>
                </a:r>
                <a:r>
                  <a:rPr lang="en-US" sz="2800" dirty="0">
                    <a:solidFill>
                      <a:srgbClr val="0066FF"/>
                    </a:solidFill>
                  </a:rPr>
                  <a:t> đ</a:t>
                </a:r>
                <a:r>
                  <a:rPr lang="vi-VN" sz="2800" dirty="0" err="1">
                    <a:solidFill>
                      <a:srgbClr val="0066FF"/>
                    </a:solidFill>
                  </a:rPr>
                  <a:t>ược</a:t>
                </a:r>
                <a:r>
                  <a:rPr lang="vi-VN" sz="2800" dirty="0">
                    <a:solidFill>
                      <a:srgbClr val="0066FF"/>
                    </a:solidFill>
                  </a:rPr>
                  <a:t> </a:t>
                </a:r>
                <a:r>
                  <a:rPr lang="vi-VN" sz="2800" dirty="0" err="1">
                    <a:highlight>
                      <a:srgbClr val="00FF00"/>
                    </a:highlight>
                  </a:rPr>
                  <a:t>biến</a:t>
                </a:r>
                <a:r>
                  <a:rPr lang="vi-VN" sz="2800" dirty="0">
                    <a:highlight>
                      <a:srgbClr val="00FF00"/>
                    </a:highlight>
                  </a:rPr>
                  <a:t> </a:t>
                </a:r>
                <a:r>
                  <a:rPr lang="vi-VN" sz="2800" dirty="0" err="1">
                    <a:highlight>
                      <a:srgbClr val="00FF00"/>
                    </a:highlight>
                  </a:rPr>
                  <a:t>đổi</a:t>
                </a:r>
                <a:r>
                  <a:rPr lang="vi-VN" sz="2800" dirty="0">
                    <a:highlight>
                      <a:srgbClr val="00FF00"/>
                    </a:highlight>
                  </a:rPr>
                  <a:t> </a:t>
                </a:r>
                <a:r>
                  <a:rPr lang="vi-VN" sz="2800" dirty="0" err="1">
                    <a:highlight>
                      <a:srgbClr val="00FF00"/>
                    </a:highlight>
                  </a:rPr>
                  <a:t>một</a:t>
                </a:r>
                <a:r>
                  <a:rPr lang="vi-VN" sz="2800" dirty="0">
                    <a:highlight>
                      <a:srgbClr val="00FF00"/>
                    </a:highlight>
                  </a:rPr>
                  <a:t> </a:t>
                </a:r>
                <a:r>
                  <a:rPr lang="vi-VN" sz="2800" dirty="0" err="1">
                    <a:highlight>
                      <a:srgbClr val="00FF00"/>
                    </a:highlight>
                  </a:rPr>
                  <a:t>chút</a:t>
                </a:r>
                <a:r>
                  <a:rPr lang="vi-VN" sz="2800" dirty="0">
                    <a:solidFill>
                      <a:srgbClr val="0066FF"/>
                    </a:solidFill>
                  </a:rPr>
                  <a:t> </a:t>
                </a:r>
                <a:r>
                  <a:rPr lang="vi-VN" sz="2800" dirty="0" err="1">
                    <a:solidFill>
                      <a:srgbClr val="0066FF"/>
                    </a:solidFill>
                  </a:rPr>
                  <a:t>từ</a:t>
                </a:r>
                <a:r>
                  <a:rPr lang="vi-VN" sz="2800" dirty="0">
                    <a:solidFill>
                      <a:srgbClr val="0066FF"/>
                    </a:solidFill>
                  </a:rPr>
                  <a:t> </a:t>
                </a:r>
                <a:r>
                  <a:rPr lang="vi-VN" sz="2800" i="1" err="1">
                    <a:solidFill>
                      <a:srgbClr val="0066FF"/>
                    </a:solidFill>
                  </a:rPr>
                  <a:t>Linear</a:t>
                </a:r>
                <a:r>
                  <a:rPr lang="vi-VN" sz="2800" i="1">
                    <a:solidFill>
                      <a:srgbClr val="0066FF"/>
                    </a:solidFill>
                  </a:rPr>
                  <a:t> Regression</a:t>
                </a:r>
                <a:r>
                  <a:rPr lang="en-US" sz="2800" i="1">
                    <a:solidFill>
                      <a:srgbClr val="0066FF"/>
                    </a:solidFill>
                  </a:rPr>
                  <a:t> </a:t>
                </a:r>
                <a:r>
                  <a:rPr lang="en-US" sz="2800">
                    <a:solidFill>
                      <a:srgbClr val="0066FF"/>
                    </a:solidFill>
                  </a:rPr>
                  <a:t>(hồi quy tuyến tính đa biến)</a:t>
                </a:r>
                <a:r>
                  <a:rPr lang="vi-VN" sz="2800">
                    <a:solidFill>
                      <a:srgbClr val="0066FF"/>
                    </a:solidFill>
                  </a:rPr>
                  <a:t>, </a:t>
                </a:r>
                <a:r>
                  <a:rPr lang="vi-VN" sz="2800" dirty="0" err="1">
                    <a:highlight>
                      <a:srgbClr val="00FF00"/>
                    </a:highlight>
                  </a:rPr>
                  <a:t>bằng</a:t>
                </a:r>
                <a:r>
                  <a:rPr lang="vi-VN" sz="2800" dirty="0">
                    <a:highlight>
                      <a:srgbClr val="00FF00"/>
                    </a:highlight>
                  </a:rPr>
                  <a:t> </a:t>
                </a:r>
                <a:r>
                  <a:rPr lang="vi-VN" sz="2800" dirty="0" err="1">
                    <a:highlight>
                      <a:srgbClr val="00FF00"/>
                    </a:highlight>
                  </a:rPr>
                  <a:t>cách</a:t>
                </a:r>
                <a:r>
                  <a:rPr lang="vi-VN" sz="2800" dirty="0">
                    <a:highlight>
                      <a:srgbClr val="00FF00"/>
                    </a:highlight>
                  </a:rPr>
                  <a:t> cho </a:t>
                </a:r>
                <a:r>
                  <a:rPr lang="vi-VN" sz="2800" dirty="0" err="1">
                    <a:highlight>
                      <a:srgbClr val="00FF00"/>
                    </a:highlight>
                  </a:rPr>
                  <a:t>kết</a:t>
                </a:r>
                <a:r>
                  <a:rPr lang="vi-VN" sz="2800" dirty="0">
                    <a:highlight>
                      <a:srgbClr val="00FF00"/>
                    </a:highlight>
                  </a:rPr>
                  <a:t> </a:t>
                </a:r>
                <a:r>
                  <a:rPr lang="vi-VN" sz="2800" dirty="0" err="1">
                    <a:highlight>
                      <a:srgbClr val="00FF00"/>
                    </a:highlight>
                  </a:rPr>
                  <a:t>quả</a:t>
                </a:r>
                <a:r>
                  <a:rPr lang="vi-VN" sz="2800" dirty="0">
                    <a:highlight>
                      <a:srgbClr val="00FF00"/>
                    </a:highlight>
                  </a:rPr>
                  <a:t> </a:t>
                </a:r>
                <a:r>
                  <a:rPr lang="vi-VN" sz="2800" dirty="0" err="1">
                    <a:highlight>
                      <a:srgbClr val="00FF00"/>
                    </a:highlight>
                  </a:rPr>
                  <a:t>của</a:t>
                </a:r>
                <a:r>
                  <a:rPr lang="vi-VN" sz="2800" dirty="0">
                    <a:highlight>
                      <a:srgbClr val="00FF00"/>
                    </a:highlight>
                  </a:rPr>
                  <a:t> </a:t>
                </a:r>
                <a:r>
                  <a:rPr lang="vi-VN" sz="2800" i="1" dirty="0" err="1">
                    <a:highlight>
                      <a:srgbClr val="00FF00"/>
                    </a:highlight>
                  </a:rPr>
                  <a:t>Linear</a:t>
                </a:r>
                <a:r>
                  <a:rPr lang="vi-VN" sz="2800" i="1" dirty="0">
                    <a:highlight>
                      <a:srgbClr val="00FF00"/>
                    </a:highlight>
                  </a:rPr>
                  <a:t> </a:t>
                </a:r>
                <a:r>
                  <a:rPr lang="vi-VN" sz="2800" i="1" dirty="0" err="1">
                    <a:highlight>
                      <a:srgbClr val="00FF00"/>
                    </a:highlight>
                  </a:rPr>
                  <a:t>Regression</a:t>
                </a:r>
                <a:r>
                  <a:rPr lang="vi-VN" sz="2800" dirty="0">
                    <a:highlight>
                      <a:srgbClr val="00FF00"/>
                    </a:highlight>
                  </a:rPr>
                  <a:t> </a:t>
                </a:r>
                <a:r>
                  <a:rPr lang="vi-VN" sz="2800" dirty="0" err="1">
                    <a:highlight>
                      <a:srgbClr val="00FF00"/>
                    </a:highlight>
                  </a:rPr>
                  <a:t>vào</a:t>
                </a:r>
                <a:r>
                  <a:rPr lang="vi-VN" sz="2800" dirty="0">
                    <a:highlight>
                      <a:srgbClr val="00FF00"/>
                    </a:highlight>
                  </a:rPr>
                  <a:t> </a:t>
                </a:r>
                <a:r>
                  <a:rPr lang="vi-VN" sz="2800" dirty="0" err="1">
                    <a:highlight>
                      <a:srgbClr val="00FF00"/>
                    </a:highlight>
                  </a:rPr>
                  <a:t>hàm</a:t>
                </a:r>
                <a:r>
                  <a:rPr lang="vi-VN" sz="2800" dirty="0">
                    <a:highlight>
                      <a:srgbClr val="00FF00"/>
                    </a:highlight>
                  </a:rPr>
                  <a:t> </a:t>
                </a:r>
                <a14:m>
                  <m:oMath xmlns:m="http://schemas.openxmlformats.org/officeDocument/2006/math">
                    <m:r>
                      <a:rPr lang="vi-VN" sz="2800" i="1" dirty="0" smtClean="0">
                        <a:solidFill>
                          <a:schemeClr val="tx1"/>
                        </a:solidFill>
                        <a:highlight>
                          <a:srgbClr val="FFFF00"/>
                        </a:highlight>
                        <a:latin typeface="Cambria Math" panose="02040503050406030204" pitchFamily="18" charset="0"/>
                      </a:rPr>
                      <m:t>𝑠𝑖𝑔𝑚𝑜𝑖𝑑</m:t>
                    </m:r>
                  </m:oMath>
                </a14:m>
                <a:r>
                  <a:rPr lang="vi-VN" sz="2800" dirty="0">
                    <a:solidFill>
                      <a:srgbClr val="0066FF"/>
                    </a:solidFill>
                  </a:rPr>
                  <a:t>, </a:t>
                </a:r>
                <a:r>
                  <a:rPr lang="vi-VN" sz="2800" dirty="0" err="1">
                    <a:solidFill>
                      <a:srgbClr val="0066FF"/>
                    </a:solidFill>
                  </a:rPr>
                  <a:t>cụ</a:t>
                </a:r>
                <a:r>
                  <a:rPr lang="vi-VN" sz="2800" dirty="0">
                    <a:solidFill>
                      <a:srgbClr val="0066FF"/>
                    </a:solidFill>
                  </a:rPr>
                  <a:t> </a:t>
                </a:r>
                <a:r>
                  <a:rPr lang="vi-VN" sz="2800" dirty="0" err="1">
                    <a:solidFill>
                      <a:srgbClr val="0066FF"/>
                    </a:solidFill>
                  </a:rPr>
                  <a:t>thể</a:t>
                </a:r>
                <a:r>
                  <a:rPr lang="vi-VN" sz="2800" dirty="0">
                    <a:solidFill>
                      <a:srgbClr val="0066FF"/>
                    </a:solidFill>
                  </a:rPr>
                  <a:t>:</a:t>
                </a:r>
              </a:p>
              <a:p>
                <a:pPr marL="457200" lvl="1" indent="0" algn="just">
                  <a:buNone/>
                </a:pPr>
                <a14:m>
                  <m:oMathPara xmlns:m="http://schemas.openxmlformats.org/officeDocument/2006/math">
                    <m:oMathParaPr>
                      <m:jc m:val="centerGroup"/>
                    </m:oMathParaPr>
                    <m:oMath xmlns:m="http://schemas.openxmlformats.org/officeDocument/2006/math">
                      <m:r>
                        <a:rPr lang="vi-VN" sz="2800" b="0" i="1" smtClean="0">
                          <a:solidFill>
                            <a:srgbClr val="FF0000"/>
                          </a:solidFill>
                          <a:latin typeface="Cambria Math" panose="02040503050406030204" pitchFamily="18" charset="0"/>
                        </a:rPr>
                        <m:t>𝑦</m:t>
                      </m:r>
                      <m:r>
                        <a:rPr lang="vi-VN" sz="2800" b="0" i="1" smtClean="0">
                          <a:solidFill>
                            <a:srgbClr val="FF0000"/>
                          </a:solidFill>
                          <a:latin typeface="Cambria Math" panose="02040503050406030204" pitchFamily="18" charset="0"/>
                        </a:rPr>
                        <m:t>=</m:t>
                      </m:r>
                      <m:r>
                        <a:rPr lang="vi-VN" sz="2800" b="0" i="1" smtClean="0">
                          <a:solidFill>
                            <a:srgbClr val="FF0000"/>
                          </a:solidFill>
                          <a:latin typeface="Cambria Math" panose="02040503050406030204" pitchFamily="18" charset="0"/>
                        </a:rPr>
                        <m:t>𝑠𝑖𝑔𝑚𝑜𝑖𝑑</m:t>
                      </m:r>
                      <m:d>
                        <m:dPr>
                          <m:ctrlPr>
                            <a:rPr lang="vi-VN" sz="2800" b="0" i="1" smtClean="0">
                              <a:solidFill>
                                <a:srgbClr val="FF0000"/>
                              </a:solidFill>
                              <a:latin typeface="Cambria Math" panose="02040503050406030204" pitchFamily="18" charset="0"/>
                            </a:rPr>
                          </m:ctrlPr>
                        </m:dPr>
                        <m:e>
                          <m:r>
                            <a:rPr lang="vi-VN" sz="2800" b="0" i="1" smtClean="0">
                              <a:solidFill>
                                <a:srgbClr val="FF0000"/>
                              </a:solidFill>
                              <a:latin typeface="Cambria Math" panose="02040503050406030204" pitchFamily="18" charset="0"/>
                            </a:rPr>
                            <m:t>𝑓</m:t>
                          </m:r>
                          <m:d>
                            <m:dPr>
                              <m:ctrlPr>
                                <a:rPr lang="vi-VN" sz="2800" b="0" i="1" smtClean="0">
                                  <a:solidFill>
                                    <a:srgbClr val="FF0000"/>
                                  </a:solidFill>
                                  <a:latin typeface="Cambria Math" panose="02040503050406030204" pitchFamily="18" charset="0"/>
                                </a:rPr>
                              </m:ctrlPr>
                            </m:dPr>
                            <m:e>
                              <m:r>
                                <a:rPr lang="vi-VN" sz="2800" b="0" i="1" smtClean="0">
                                  <a:solidFill>
                                    <a:srgbClr val="FF0000"/>
                                  </a:solidFill>
                                  <a:latin typeface="Cambria Math" panose="02040503050406030204" pitchFamily="18" charset="0"/>
                                </a:rPr>
                                <m:t>𝑋</m:t>
                              </m:r>
                            </m:e>
                          </m:d>
                        </m:e>
                      </m:d>
                      <m:r>
                        <a:rPr lang="vi-VN" sz="2800" b="0" i="1" smtClean="0">
                          <a:solidFill>
                            <a:srgbClr val="FF0000"/>
                          </a:solidFill>
                          <a:latin typeface="Cambria Math" panose="02040503050406030204" pitchFamily="18" charset="0"/>
                        </a:rPr>
                        <m:t>=</m:t>
                      </m:r>
                      <m:r>
                        <a:rPr lang="vi-VN" sz="2800" b="0" i="1" smtClean="0">
                          <a:solidFill>
                            <a:srgbClr val="FF0000"/>
                          </a:solidFill>
                          <a:latin typeface="Cambria Math" panose="02040503050406030204" pitchFamily="18" charset="0"/>
                        </a:rPr>
                        <m:t>𝑠𝑖𝑔𝑚𝑜𝑖𝑑</m:t>
                      </m:r>
                      <m:r>
                        <a:rPr lang="vi-VN" sz="2800" b="0" i="1" smtClean="0">
                          <a:solidFill>
                            <a:srgbClr val="FF0000"/>
                          </a:solidFill>
                          <a:latin typeface="Cambria Math" panose="02040503050406030204" pitchFamily="18" charset="0"/>
                        </a:rPr>
                        <m:t>(</m:t>
                      </m:r>
                      <m:sSub>
                        <m:sSubPr>
                          <m:ctrlPr>
                            <a:rPr lang="vi-VN" sz="2800" b="0" i="1" smtClean="0">
                              <a:solidFill>
                                <a:srgbClr val="FF0000"/>
                              </a:solidFill>
                              <a:latin typeface="Cambria Math" panose="02040503050406030204" pitchFamily="18" charset="0"/>
                            </a:rPr>
                          </m:ctrlPr>
                        </m:sSubPr>
                        <m:e>
                          <m:r>
                            <a:rPr lang="vi-VN" sz="2800" b="0" i="1" smtClean="0">
                              <a:solidFill>
                                <a:srgbClr val="FF0000"/>
                              </a:solidFill>
                              <a:latin typeface="Cambria Math" panose="02040503050406030204" pitchFamily="18" charset="0"/>
                            </a:rPr>
                            <m:t>𝑤</m:t>
                          </m:r>
                        </m:e>
                        <m:sub>
                          <m:r>
                            <a:rPr lang="vi-VN" sz="2800" b="0" i="1" smtClean="0">
                              <a:solidFill>
                                <a:srgbClr val="FF0000"/>
                              </a:solidFill>
                              <a:latin typeface="Cambria Math" panose="02040503050406030204" pitchFamily="18" charset="0"/>
                            </a:rPr>
                            <m:t>0</m:t>
                          </m:r>
                        </m:sub>
                      </m:sSub>
                      <m:r>
                        <a:rPr lang="vi-VN" sz="2800" b="0" i="1" smtClean="0">
                          <a:solidFill>
                            <a:srgbClr val="FF0000"/>
                          </a:solidFill>
                          <a:latin typeface="Cambria Math" panose="02040503050406030204" pitchFamily="18" charset="0"/>
                        </a:rPr>
                        <m:t>+</m:t>
                      </m:r>
                      <m:sSub>
                        <m:sSubPr>
                          <m:ctrlPr>
                            <a:rPr lang="vi-VN" sz="2800" b="0" i="1" smtClean="0">
                              <a:solidFill>
                                <a:srgbClr val="FF0000"/>
                              </a:solidFill>
                              <a:latin typeface="Cambria Math" panose="02040503050406030204" pitchFamily="18" charset="0"/>
                            </a:rPr>
                          </m:ctrlPr>
                        </m:sSubPr>
                        <m:e>
                          <m:r>
                            <a:rPr lang="vi-VN" sz="2800" b="0" i="1" smtClean="0">
                              <a:solidFill>
                                <a:srgbClr val="FF0000"/>
                              </a:solidFill>
                              <a:latin typeface="Cambria Math" panose="02040503050406030204" pitchFamily="18" charset="0"/>
                            </a:rPr>
                            <m:t>𝑤</m:t>
                          </m:r>
                        </m:e>
                        <m:sub>
                          <m:r>
                            <a:rPr lang="vi-VN" sz="2800" b="0" i="1" smtClean="0">
                              <a:solidFill>
                                <a:srgbClr val="FF0000"/>
                              </a:solidFill>
                              <a:latin typeface="Cambria Math" panose="02040503050406030204" pitchFamily="18" charset="0"/>
                            </a:rPr>
                            <m:t>1</m:t>
                          </m:r>
                        </m:sub>
                      </m:sSub>
                      <m:sSub>
                        <m:sSubPr>
                          <m:ctrlPr>
                            <a:rPr lang="vi-VN" sz="2800" b="0" i="1" smtClean="0">
                              <a:solidFill>
                                <a:srgbClr val="FF0000"/>
                              </a:solidFill>
                              <a:latin typeface="Cambria Math" panose="02040503050406030204" pitchFamily="18" charset="0"/>
                            </a:rPr>
                          </m:ctrlPr>
                        </m:sSubPr>
                        <m:e>
                          <m:r>
                            <a:rPr lang="vi-VN" sz="2800" b="0" i="1" smtClean="0">
                              <a:solidFill>
                                <a:srgbClr val="FF0000"/>
                              </a:solidFill>
                              <a:latin typeface="Cambria Math" panose="02040503050406030204" pitchFamily="18" charset="0"/>
                            </a:rPr>
                            <m:t>𝑥</m:t>
                          </m:r>
                        </m:e>
                        <m:sub>
                          <m:r>
                            <a:rPr lang="vi-VN" sz="2800" b="0" i="1" smtClean="0">
                              <a:solidFill>
                                <a:srgbClr val="FF0000"/>
                              </a:solidFill>
                              <a:latin typeface="Cambria Math" panose="02040503050406030204" pitchFamily="18" charset="0"/>
                            </a:rPr>
                            <m:t>1</m:t>
                          </m:r>
                        </m:sub>
                      </m:sSub>
                      <m:r>
                        <a:rPr lang="vi-VN" sz="2800" b="0" i="1" smtClean="0">
                          <a:solidFill>
                            <a:srgbClr val="FF0000"/>
                          </a:solidFill>
                          <a:latin typeface="Cambria Math" panose="02040503050406030204" pitchFamily="18" charset="0"/>
                        </a:rPr>
                        <m:t>+…+</m:t>
                      </m:r>
                      <m:sSub>
                        <m:sSubPr>
                          <m:ctrlPr>
                            <a:rPr lang="vi-VN" sz="2800" b="0" i="1" smtClean="0">
                              <a:solidFill>
                                <a:srgbClr val="FF0000"/>
                              </a:solidFill>
                              <a:latin typeface="Cambria Math" panose="02040503050406030204" pitchFamily="18" charset="0"/>
                            </a:rPr>
                          </m:ctrlPr>
                        </m:sSubPr>
                        <m:e>
                          <m:r>
                            <a:rPr lang="vi-VN" sz="2800" b="0" i="1" smtClean="0">
                              <a:solidFill>
                                <a:srgbClr val="FF0000"/>
                              </a:solidFill>
                              <a:latin typeface="Cambria Math" panose="02040503050406030204" pitchFamily="18" charset="0"/>
                            </a:rPr>
                            <m:t>𝑤</m:t>
                          </m:r>
                        </m:e>
                        <m:sub>
                          <m:r>
                            <a:rPr lang="vi-VN" sz="2800" b="0" i="1" smtClean="0">
                              <a:solidFill>
                                <a:srgbClr val="FF0000"/>
                              </a:solidFill>
                              <a:latin typeface="Cambria Math" panose="02040503050406030204" pitchFamily="18" charset="0"/>
                            </a:rPr>
                            <m:t>𝑛</m:t>
                          </m:r>
                        </m:sub>
                      </m:sSub>
                      <m:sSub>
                        <m:sSubPr>
                          <m:ctrlPr>
                            <a:rPr lang="vi-VN" sz="2800" b="0" i="1" smtClean="0">
                              <a:solidFill>
                                <a:srgbClr val="FF0000"/>
                              </a:solidFill>
                              <a:latin typeface="Cambria Math" panose="02040503050406030204" pitchFamily="18" charset="0"/>
                            </a:rPr>
                          </m:ctrlPr>
                        </m:sSubPr>
                        <m:e>
                          <m:r>
                            <a:rPr lang="vi-VN" sz="2800" b="0" i="1" smtClean="0">
                              <a:solidFill>
                                <a:srgbClr val="FF0000"/>
                              </a:solidFill>
                              <a:latin typeface="Cambria Math" panose="02040503050406030204" pitchFamily="18" charset="0"/>
                            </a:rPr>
                            <m:t>𝑥</m:t>
                          </m:r>
                        </m:e>
                        <m:sub>
                          <m:r>
                            <a:rPr lang="vi-VN" sz="2800" b="0" i="1" smtClean="0">
                              <a:solidFill>
                                <a:srgbClr val="FF0000"/>
                              </a:solidFill>
                              <a:latin typeface="Cambria Math" panose="02040503050406030204" pitchFamily="18" charset="0"/>
                            </a:rPr>
                            <m:t>𝑛</m:t>
                          </m:r>
                        </m:sub>
                      </m:sSub>
                      <m:r>
                        <a:rPr lang="vi-VN" sz="2800" b="0" i="1" smtClean="0">
                          <a:solidFill>
                            <a:srgbClr val="FF0000"/>
                          </a:solidFill>
                          <a:latin typeface="Cambria Math" panose="02040503050406030204" pitchFamily="18" charset="0"/>
                        </a:rPr>
                        <m:t>)</m:t>
                      </m:r>
                    </m:oMath>
                  </m:oMathPara>
                </a14:m>
                <a:endParaRPr lang="vi-VN" sz="2800" dirty="0">
                  <a:solidFill>
                    <a:srgbClr val="FF0000"/>
                  </a:solidFill>
                </a:endParaRPr>
              </a:p>
              <a:p>
                <a:pPr algn="just"/>
                <a:r>
                  <a:rPr lang="vi-VN" sz="2800" dirty="0">
                    <a:solidFill>
                      <a:srgbClr val="FF0000"/>
                    </a:solidFill>
                  </a:rPr>
                  <a:t>Trong </a:t>
                </a:r>
                <a:r>
                  <a:rPr lang="vi-VN" sz="2800" dirty="0" err="1">
                    <a:solidFill>
                      <a:srgbClr val="FF0000"/>
                    </a:solidFill>
                  </a:rPr>
                  <a:t>đó</a:t>
                </a:r>
                <a:r>
                  <a:rPr lang="vi-VN" sz="2800" dirty="0">
                    <a:solidFill>
                      <a:srgbClr val="FF0000"/>
                    </a:solidFill>
                  </a:rPr>
                  <a:t>:</a:t>
                </a:r>
              </a:p>
              <a:p>
                <a:pPr lvl="1" algn="just"/>
                <a14:m>
                  <m:oMath xmlns:m="http://schemas.openxmlformats.org/officeDocument/2006/math">
                    <m:sSub>
                      <m:sSubPr>
                        <m:ctrlPr>
                          <a:rPr lang="vi-VN" sz="2800" b="0" i="1" smtClean="0">
                            <a:solidFill>
                              <a:srgbClr val="0066FF"/>
                            </a:solidFill>
                            <a:latin typeface="Cambria Math" panose="02040503050406030204" pitchFamily="18" charset="0"/>
                          </a:rPr>
                        </m:ctrlPr>
                      </m:sSubPr>
                      <m:e>
                        <m:r>
                          <a:rPr lang="vi-VN" sz="2800" b="0" i="1" smtClean="0">
                            <a:solidFill>
                              <a:srgbClr val="0066FF"/>
                            </a:solidFill>
                            <a:latin typeface="Cambria Math" panose="02040503050406030204" pitchFamily="18" charset="0"/>
                          </a:rPr>
                          <m:t>𝑤</m:t>
                        </m:r>
                      </m:e>
                      <m:sub>
                        <m:r>
                          <a:rPr lang="vi-VN" sz="2800" b="0" i="1" smtClean="0">
                            <a:solidFill>
                              <a:srgbClr val="0066FF"/>
                            </a:solidFill>
                            <a:latin typeface="Cambria Math" panose="02040503050406030204" pitchFamily="18" charset="0"/>
                          </a:rPr>
                          <m:t>0</m:t>
                        </m:r>
                      </m:sub>
                    </m:sSub>
                    <m:r>
                      <a:rPr lang="vi-VN" sz="2800" b="0" i="1" smtClean="0">
                        <a:solidFill>
                          <a:srgbClr val="0066FF"/>
                        </a:solidFill>
                        <a:latin typeface="Cambria Math" panose="02040503050406030204" pitchFamily="18" charset="0"/>
                      </a:rPr>
                      <m:t>,</m:t>
                    </m:r>
                    <m:sSub>
                      <m:sSubPr>
                        <m:ctrlPr>
                          <a:rPr lang="vi-VN" sz="2800" b="0" i="1" smtClean="0">
                            <a:solidFill>
                              <a:srgbClr val="0066FF"/>
                            </a:solidFill>
                            <a:latin typeface="Cambria Math" panose="02040503050406030204" pitchFamily="18" charset="0"/>
                          </a:rPr>
                        </m:ctrlPr>
                      </m:sSubPr>
                      <m:e>
                        <m:r>
                          <a:rPr lang="vi-VN" sz="2800" b="0" i="1" smtClean="0">
                            <a:solidFill>
                              <a:srgbClr val="0066FF"/>
                            </a:solidFill>
                            <a:latin typeface="Cambria Math" panose="02040503050406030204" pitchFamily="18" charset="0"/>
                          </a:rPr>
                          <m:t>𝑤</m:t>
                        </m:r>
                      </m:e>
                      <m:sub>
                        <m:r>
                          <a:rPr lang="vi-VN" sz="2800" b="0" i="1" smtClean="0">
                            <a:solidFill>
                              <a:srgbClr val="0066FF"/>
                            </a:solidFill>
                            <a:latin typeface="Cambria Math" panose="02040503050406030204" pitchFamily="18" charset="0"/>
                          </a:rPr>
                          <m:t>1</m:t>
                        </m:r>
                      </m:sub>
                    </m:sSub>
                    <m:r>
                      <a:rPr lang="vi-VN" sz="2800" b="0" i="1" smtClean="0">
                        <a:solidFill>
                          <a:srgbClr val="0066FF"/>
                        </a:solidFill>
                        <a:latin typeface="Cambria Math" panose="02040503050406030204" pitchFamily="18" charset="0"/>
                      </a:rPr>
                      <m:t>,…,</m:t>
                    </m:r>
                    <m:sSub>
                      <m:sSubPr>
                        <m:ctrlPr>
                          <a:rPr lang="vi-VN" sz="2800" b="0" i="1" smtClean="0">
                            <a:solidFill>
                              <a:srgbClr val="0066FF"/>
                            </a:solidFill>
                            <a:latin typeface="Cambria Math" panose="02040503050406030204" pitchFamily="18" charset="0"/>
                          </a:rPr>
                        </m:ctrlPr>
                      </m:sSubPr>
                      <m:e>
                        <m:r>
                          <a:rPr lang="vi-VN" sz="2800" b="0" i="1" smtClean="0">
                            <a:solidFill>
                              <a:srgbClr val="0066FF"/>
                            </a:solidFill>
                            <a:latin typeface="Cambria Math" panose="02040503050406030204" pitchFamily="18" charset="0"/>
                          </a:rPr>
                          <m:t>𝑤</m:t>
                        </m:r>
                      </m:e>
                      <m:sub>
                        <m:r>
                          <a:rPr lang="vi-VN" sz="2800" b="0" i="1" smtClean="0">
                            <a:solidFill>
                              <a:srgbClr val="0066FF"/>
                            </a:solidFill>
                            <a:latin typeface="Cambria Math" panose="02040503050406030204" pitchFamily="18" charset="0"/>
                          </a:rPr>
                          <m:t>𝑛</m:t>
                        </m:r>
                      </m:sub>
                    </m:sSub>
                  </m:oMath>
                </a14:m>
                <a:r>
                  <a:rPr lang="vi-VN" sz="2800" dirty="0">
                    <a:solidFill>
                      <a:srgbClr val="0066FF"/>
                    </a:solidFill>
                  </a:rPr>
                  <a:t> </a:t>
                </a:r>
                <a:r>
                  <a:rPr lang="vi-VN" sz="2800" dirty="0" err="1">
                    <a:solidFill>
                      <a:srgbClr val="0066FF"/>
                    </a:solidFill>
                  </a:rPr>
                  <a:t>là</a:t>
                </a:r>
                <a:r>
                  <a:rPr lang="vi-VN" sz="2800" dirty="0">
                    <a:solidFill>
                      <a:srgbClr val="0066FF"/>
                    </a:solidFill>
                  </a:rPr>
                  <a:t> </a:t>
                </a:r>
                <a:r>
                  <a:rPr lang="vi-VN" sz="2800" dirty="0" err="1">
                    <a:solidFill>
                      <a:srgbClr val="0066FF"/>
                    </a:solidFill>
                  </a:rPr>
                  <a:t>các</a:t>
                </a:r>
                <a:r>
                  <a:rPr lang="vi-VN" sz="2800" dirty="0">
                    <a:solidFill>
                      <a:srgbClr val="0066FF"/>
                    </a:solidFill>
                  </a:rPr>
                  <a:t> tham </a:t>
                </a:r>
                <a:r>
                  <a:rPr lang="vi-VN" sz="2800" dirty="0" err="1">
                    <a:solidFill>
                      <a:srgbClr val="0066FF"/>
                    </a:solidFill>
                  </a:rPr>
                  <a:t>số</a:t>
                </a:r>
                <a:r>
                  <a:rPr lang="vi-VN" sz="2800" dirty="0">
                    <a:solidFill>
                      <a:srgbClr val="0066FF"/>
                    </a:solidFill>
                  </a:rPr>
                  <a:t> </a:t>
                </a:r>
                <a:r>
                  <a:rPr lang="vi-VN" sz="2800" dirty="0" err="1">
                    <a:solidFill>
                      <a:srgbClr val="0066FF"/>
                    </a:solidFill>
                  </a:rPr>
                  <a:t>của</a:t>
                </a:r>
                <a:r>
                  <a:rPr lang="vi-VN" sz="2800" dirty="0">
                    <a:solidFill>
                      <a:srgbClr val="0066FF"/>
                    </a:solidFill>
                  </a:rPr>
                  <a:t> mô </a:t>
                </a:r>
                <a:r>
                  <a:rPr lang="vi-VN" sz="2800" dirty="0" err="1">
                    <a:solidFill>
                      <a:srgbClr val="0066FF"/>
                    </a:solidFill>
                  </a:rPr>
                  <a:t>hình</a:t>
                </a:r>
                <a:r>
                  <a:rPr lang="vi-VN" sz="2800" dirty="0">
                    <a:solidFill>
                      <a:srgbClr val="0066FF"/>
                    </a:solidFill>
                  </a:rPr>
                  <a:t>.</a:t>
                </a:r>
              </a:p>
              <a:p>
                <a:pPr lvl="1" algn="just"/>
                <a14:m>
                  <m:oMath xmlns:m="http://schemas.openxmlformats.org/officeDocument/2006/math">
                    <m:sSub>
                      <m:sSubPr>
                        <m:ctrlPr>
                          <a:rPr lang="vi-VN" sz="2800" b="0" i="1" smtClean="0">
                            <a:solidFill>
                              <a:srgbClr val="FF0000"/>
                            </a:solidFill>
                            <a:latin typeface="Cambria Math" panose="02040503050406030204" pitchFamily="18" charset="0"/>
                          </a:rPr>
                        </m:ctrlPr>
                      </m:sSubPr>
                      <m:e>
                        <m:r>
                          <a:rPr lang="vi-VN" sz="2800" b="0" i="1" smtClean="0">
                            <a:solidFill>
                              <a:srgbClr val="FF0000"/>
                            </a:solidFill>
                            <a:latin typeface="Cambria Math" panose="02040503050406030204" pitchFamily="18" charset="0"/>
                          </a:rPr>
                          <m:t>𝑥</m:t>
                        </m:r>
                      </m:e>
                      <m:sub>
                        <m:r>
                          <a:rPr lang="vi-VN" sz="2800" b="0" i="1" smtClean="0">
                            <a:solidFill>
                              <a:srgbClr val="FF0000"/>
                            </a:solidFill>
                            <a:latin typeface="Cambria Math" panose="02040503050406030204" pitchFamily="18" charset="0"/>
                          </a:rPr>
                          <m:t>1</m:t>
                        </m:r>
                      </m:sub>
                    </m:sSub>
                    <m:r>
                      <a:rPr lang="vi-VN" sz="2800" b="0" i="1" smtClean="0">
                        <a:solidFill>
                          <a:srgbClr val="FF0000"/>
                        </a:solidFill>
                        <a:latin typeface="Cambria Math" panose="02040503050406030204" pitchFamily="18" charset="0"/>
                      </a:rPr>
                      <m:t>,</m:t>
                    </m:r>
                    <m:sSub>
                      <m:sSubPr>
                        <m:ctrlPr>
                          <a:rPr lang="vi-VN" sz="2800" b="0" i="1" smtClean="0">
                            <a:solidFill>
                              <a:srgbClr val="FF0000"/>
                            </a:solidFill>
                            <a:latin typeface="Cambria Math" panose="02040503050406030204" pitchFamily="18" charset="0"/>
                          </a:rPr>
                        </m:ctrlPr>
                      </m:sSubPr>
                      <m:e>
                        <m:r>
                          <a:rPr lang="vi-VN" sz="2800" b="0" i="1" smtClean="0">
                            <a:solidFill>
                              <a:srgbClr val="FF0000"/>
                            </a:solidFill>
                            <a:latin typeface="Cambria Math" panose="02040503050406030204" pitchFamily="18" charset="0"/>
                          </a:rPr>
                          <m:t>𝑥</m:t>
                        </m:r>
                      </m:e>
                      <m:sub>
                        <m:r>
                          <a:rPr lang="vi-VN" sz="2800" b="0" i="1" smtClean="0">
                            <a:solidFill>
                              <a:srgbClr val="FF0000"/>
                            </a:solidFill>
                            <a:latin typeface="Cambria Math" panose="02040503050406030204" pitchFamily="18" charset="0"/>
                          </a:rPr>
                          <m:t>2</m:t>
                        </m:r>
                      </m:sub>
                    </m:sSub>
                    <m:r>
                      <a:rPr lang="vi-VN" sz="2800" b="0" i="1" smtClean="0">
                        <a:solidFill>
                          <a:srgbClr val="FF0000"/>
                        </a:solidFill>
                        <a:latin typeface="Cambria Math" panose="02040503050406030204" pitchFamily="18" charset="0"/>
                      </a:rPr>
                      <m:t>,…,</m:t>
                    </m:r>
                    <m:sSub>
                      <m:sSubPr>
                        <m:ctrlPr>
                          <a:rPr lang="vi-VN" sz="2800" b="0" i="1" smtClean="0">
                            <a:solidFill>
                              <a:srgbClr val="FF0000"/>
                            </a:solidFill>
                            <a:latin typeface="Cambria Math" panose="02040503050406030204" pitchFamily="18" charset="0"/>
                          </a:rPr>
                        </m:ctrlPr>
                      </m:sSubPr>
                      <m:e>
                        <m:r>
                          <a:rPr lang="vi-VN" sz="2800" b="0" i="1" smtClean="0">
                            <a:solidFill>
                              <a:srgbClr val="FF0000"/>
                            </a:solidFill>
                            <a:latin typeface="Cambria Math" panose="02040503050406030204" pitchFamily="18" charset="0"/>
                          </a:rPr>
                          <m:t>𝑥</m:t>
                        </m:r>
                      </m:e>
                      <m:sub>
                        <m:r>
                          <a:rPr lang="vi-VN" sz="2800" b="0" i="1" smtClean="0">
                            <a:solidFill>
                              <a:srgbClr val="FF0000"/>
                            </a:solidFill>
                            <a:latin typeface="Cambria Math" panose="02040503050406030204" pitchFamily="18" charset="0"/>
                          </a:rPr>
                          <m:t>𝑛</m:t>
                        </m:r>
                      </m:sub>
                    </m:sSub>
                  </m:oMath>
                </a14:m>
                <a:r>
                  <a:rPr lang="vi-VN" sz="2800" dirty="0">
                    <a:solidFill>
                      <a:srgbClr val="FF0000"/>
                    </a:solidFill>
                  </a:rPr>
                  <a:t> </a:t>
                </a:r>
                <a:r>
                  <a:rPr lang="vi-VN" sz="2800" dirty="0" err="1">
                    <a:solidFill>
                      <a:srgbClr val="FF0000"/>
                    </a:solidFill>
                  </a:rPr>
                  <a:t>là</a:t>
                </a:r>
                <a:r>
                  <a:rPr lang="vi-VN" sz="2800" dirty="0">
                    <a:solidFill>
                      <a:srgbClr val="FF0000"/>
                    </a:solidFill>
                  </a:rPr>
                  <a:t> </a:t>
                </a:r>
                <a:r>
                  <a:rPr lang="vi-VN" sz="2800" dirty="0" err="1">
                    <a:solidFill>
                      <a:srgbClr val="FF0000"/>
                    </a:solidFill>
                  </a:rPr>
                  <a:t>các</a:t>
                </a:r>
                <a:r>
                  <a:rPr lang="vi-VN" sz="2800" dirty="0">
                    <a:solidFill>
                      <a:srgbClr val="FF0000"/>
                    </a:solidFill>
                  </a:rPr>
                  <a:t> </a:t>
                </a:r>
                <a:r>
                  <a:rPr lang="vi-VN" sz="2800" dirty="0" err="1">
                    <a:solidFill>
                      <a:srgbClr val="FF0000"/>
                    </a:solidFill>
                  </a:rPr>
                  <a:t>biến</a:t>
                </a:r>
                <a:r>
                  <a:rPr lang="vi-VN" sz="2800" dirty="0">
                    <a:solidFill>
                      <a:srgbClr val="FF0000"/>
                    </a:solidFill>
                  </a:rPr>
                  <a:t> (</a:t>
                </a:r>
                <a:r>
                  <a:rPr lang="vi-VN" sz="2800" err="1">
                    <a:solidFill>
                      <a:srgbClr val="FF0000"/>
                    </a:solidFill>
                  </a:rPr>
                  <a:t>đặc</a:t>
                </a:r>
                <a:r>
                  <a:rPr lang="vi-VN" sz="2800">
                    <a:solidFill>
                      <a:srgbClr val="FF0000"/>
                    </a:solidFill>
                  </a:rPr>
                  <a:t> trưng</a:t>
                </a:r>
                <a:r>
                  <a:rPr lang="en-US" sz="2800">
                    <a:solidFill>
                      <a:srgbClr val="FF0000"/>
                    </a:solidFill>
                  </a:rPr>
                  <a:t> – biến độc lập</a:t>
                </a:r>
                <a:r>
                  <a:rPr lang="vi-VN" sz="2800">
                    <a:solidFill>
                      <a:srgbClr val="FF0000"/>
                    </a:solidFill>
                  </a:rPr>
                  <a:t>) </a:t>
                </a:r>
                <a:r>
                  <a:rPr lang="vi-VN" sz="2800" dirty="0" err="1">
                    <a:solidFill>
                      <a:srgbClr val="FF0000"/>
                    </a:solidFill>
                  </a:rPr>
                  <a:t>đầu</a:t>
                </a:r>
                <a:r>
                  <a:rPr lang="vi-VN" sz="2800" dirty="0">
                    <a:solidFill>
                      <a:srgbClr val="FF0000"/>
                    </a:solidFill>
                  </a:rPr>
                  <a:t> </a:t>
                </a:r>
                <a:r>
                  <a:rPr lang="vi-VN" sz="2800" dirty="0" err="1">
                    <a:solidFill>
                      <a:srgbClr val="FF0000"/>
                    </a:solidFill>
                  </a:rPr>
                  <a:t>vào</a:t>
                </a:r>
                <a:r>
                  <a:rPr lang="vi-VN" sz="2800" dirty="0">
                    <a:solidFill>
                      <a:srgbClr val="FF0000"/>
                    </a:solidFill>
                  </a:rPr>
                  <a:t>.</a:t>
                </a:r>
              </a:p>
              <a:p>
                <a:pPr lvl="1" algn="just"/>
                <a14:m>
                  <m:oMath xmlns:m="http://schemas.openxmlformats.org/officeDocument/2006/math">
                    <m:r>
                      <a:rPr lang="vi-VN" sz="2800" b="0" i="1" smtClean="0">
                        <a:solidFill>
                          <a:srgbClr val="0066FF"/>
                        </a:solidFill>
                        <a:latin typeface="Cambria Math" panose="02040503050406030204" pitchFamily="18" charset="0"/>
                      </a:rPr>
                      <m:t>𝑦</m:t>
                    </m:r>
                  </m:oMath>
                </a14:m>
                <a:r>
                  <a:rPr lang="vi-VN" sz="2800" dirty="0">
                    <a:solidFill>
                      <a:srgbClr val="0066FF"/>
                    </a:solidFill>
                  </a:rPr>
                  <a:t> </a:t>
                </a:r>
                <a:r>
                  <a:rPr lang="vi-VN" sz="2800" dirty="0" err="1">
                    <a:solidFill>
                      <a:srgbClr val="0066FF"/>
                    </a:solidFill>
                  </a:rPr>
                  <a:t>là</a:t>
                </a:r>
                <a:r>
                  <a:rPr lang="vi-VN" sz="2800" dirty="0">
                    <a:solidFill>
                      <a:srgbClr val="0066FF"/>
                    </a:solidFill>
                  </a:rPr>
                  <a:t> </a:t>
                </a:r>
                <a:r>
                  <a:rPr lang="vi-VN" sz="2800" dirty="0" err="1">
                    <a:solidFill>
                      <a:srgbClr val="0066FF"/>
                    </a:solidFill>
                  </a:rPr>
                  <a:t>kết</a:t>
                </a:r>
                <a:r>
                  <a:rPr lang="vi-VN" sz="2800" dirty="0">
                    <a:solidFill>
                      <a:srgbClr val="0066FF"/>
                    </a:solidFill>
                  </a:rPr>
                  <a:t> </a:t>
                </a:r>
                <a:r>
                  <a:rPr lang="vi-VN" sz="2800" dirty="0" err="1">
                    <a:solidFill>
                      <a:srgbClr val="0066FF"/>
                    </a:solidFill>
                  </a:rPr>
                  <a:t>quả</a:t>
                </a:r>
                <a:r>
                  <a:rPr lang="vi-VN" sz="2800" dirty="0">
                    <a:solidFill>
                      <a:srgbClr val="0066FF"/>
                    </a:solidFill>
                  </a:rPr>
                  <a:t> </a:t>
                </a:r>
                <a:r>
                  <a:rPr lang="vi-VN" sz="2800" err="1">
                    <a:solidFill>
                      <a:srgbClr val="0066FF"/>
                    </a:solidFill>
                  </a:rPr>
                  <a:t>đầu</a:t>
                </a:r>
                <a:r>
                  <a:rPr lang="vi-VN" sz="2800">
                    <a:solidFill>
                      <a:srgbClr val="0066FF"/>
                    </a:solidFill>
                  </a:rPr>
                  <a:t> ra</a:t>
                </a:r>
                <a:r>
                  <a:rPr lang="en-US" sz="2800">
                    <a:solidFill>
                      <a:srgbClr val="0066FF"/>
                    </a:solidFill>
                  </a:rPr>
                  <a:t> (biến phụ thuộc)</a:t>
                </a:r>
                <a:r>
                  <a:rPr lang="vi-VN" sz="2800">
                    <a:solidFill>
                      <a:srgbClr val="0066FF"/>
                    </a:solidFill>
                  </a:rPr>
                  <a:t>.</a:t>
                </a:r>
                <a:endParaRPr lang="vi-VN" sz="2800" dirty="0">
                  <a:solidFill>
                    <a:srgbClr val="0066FF"/>
                  </a:solidFill>
                </a:endParaRPr>
              </a:p>
              <a:p>
                <a:pPr lvl="1" algn="just"/>
                <a14:m>
                  <m:oMath xmlns:m="http://schemas.openxmlformats.org/officeDocument/2006/math">
                    <m:r>
                      <a:rPr lang="vi-VN" sz="2800" b="0" i="1" smtClean="0">
                        <a:solidFill>
                          <a:srgbClr val="FF0000"/>
                        </a:solidFill>
                        <a:latin typeface="Cambria Math" panose="02040503050406030204" pitchFamily="18" charset="0"/>
                      </a:rPr>
                      <m:t>𝑠𝑖𝑔𝑚𝑜𝑖𝑑</m:t>
                    </m:r>
                    <m:d>
                      <m:dPr>
                        <m:ctrlPr>
                          <a:rPr lang="vi-VN" sz="2800" b="0" i="1" smtClean="0">
                            <a:solidFill>
                              <a:srgbClr val="FF0000"/>
                            </a:solidFill>
                            <a:latin typeface="Cambria Math" panose="02040503050406030204" pitchFamily="18" charset="0"/>
                          </a:rPr>
                        </m:ctrlPr>
                      </m:dPr>
                      <m:e>
                        <m:r>
                          <a:rPr lang="vi-VN" sz="2800" b="0" i="1" smtClean="0">
                            <a:solidFill>
                              <a:srgbClr val="FF0000"/>
                            </a:solidFill>
                            <a:latin typeface="Cambria Math" panose="02040503050406030204" pitchFamily="18" charset="0"/>
                          </a:rPr>
                          <m:t>𝑥</m:t>
                        </m:r>
                      </m:e>
                    </m:d>
                    <m:r>
                      <a:rPr lang="vi-VN" sz="2800" b="0" i="1" smtClean="0">
                        <a:solidFill>
                          <a:srgbClr val="FF0000"/>
                        </a:solidFill>
                        <a:latin typeface="Cambria Math" panose="02040503050406030204" pitchFamily="18" charset="0"/>
                      </a:rPr>
                      <m:t>=1/(1+</m:t>
                    </m:r>
                    <m:sSup>
                      <m:sSupPr>
                        <m:ctrlPr>
                          <a:rPr lang="vi-VN" sz="2800" b="0" i="1" smtClean="0">
                            <a:solidFill>
                              <a:srgbClr val="FF0000"/>
                            </a:solidFill>
                            <a:latin typeface="Cambria Math" panose="02040503050406030204" pitchFamily="18" charset="0"/>
                          </a:rPr>
                        </m:ctrlPr>
                      </m:sSupPr>
                      <m:e>
                        <m:r>
                          <a:rPr lang="vi-VN" sz="2800" b="0" i="1" smtClean="0">
                            <a:solidFill>
                              <a:srgbClr val="FF0000"/>
                            </a:solidFill>
                            <a:latin typeface="Cambria Math" panose="02040503050406030204" pitchFamily="18" charset="0"/>
                          </a:rPr>
                          <m:t>𝑒</m:t>
                        </m:r>
                      </m:e>
                      <m:sup>
                        <m:r>
                          <a:rPr lang="vi-VN" sz="2800" b="0" i="1" smtClean="0">
                            <a:solidFill>
                              <a:srgbClr val="FF0000"/>
                            </a:solidFill>
                            <a:latin typeface="Cambria Math" panose="02040503050406030204" pitchFamily="18" charset="0"/>
                          </a:rPr>
                          <m:t>−</m:t>
                        </m:r>
                        <m:r>
                          <a:rPr lang="vi-VN" sz="2800" b="0" i="1" smtClean="0">
                            <a:solidFill>
                              <a:srgbClr val="FF0000"/>
                            </a:solidFill>
                            <a:latin typeface="Cambria Math" panose="02040503050406030204" pitchFamily="18" charset="0"/>
                          </a:rPr>
                          <m:t>𝑥</m:t>
                        </m:r>
                      </m:sup>
                    </m:sSup>
                    <m:r>
                      <a:rPr lang="vi-VN" sz="2800" b="0" i="1" smtClean="0">
                        <a:solidFill>
                          <a:srgbClr val="FF0000"/>
                        </a:solidFill>
                        <a:latin typeface="Cambria Math" panose="02040503050406030204" pitchFamily="18" charset="0"/>
                      </a:rPr>
                      <m:t>)</m:t>
                    </m:r>
                  </m:oMath>
                </a14:m>
                <a:r>
                  <a:rPr lang="vi-VN" sz="2800" dirty="0">
                    <a:solidFill>
                      <a:srgbClr val="FF0000"/>
                    </a:solidFill>
                  </a:rPr>
                  <a:t>.</a:t>
                </a:r>
              </a:p>
            </p:txBody>
          </p:sp>
        </mc:Choice>
        <mc:Fallback xmlns="">
          <p:sp>
            <p:nvSpPr>
              <p:cNvPr id="2" name="Content Placeholder 1">
                <a:extLst>
                  <a:ext uri="{FF2B5EF4-FFF2-40B4-BE49-F238E27FC236}">
                    <a16:creationId xmlns:a16="http://schemas.microsoft.com/office/drawing/2014/main" id="{ED2CFB27-AAF2-4E13-B6AB-2FE55B0739B0}"/>
                  </a:ext>
                </a:extLst>
              </p:cNvPr>
              <p:cNvSpPr>
                <a:spLocks noGrp="1" noRot="1" noChangeAspect="1" noMove="1" noResize="1" noEditPoints="1" noAdjustHandles="1" noChangeArrowheads="1" noChangeShapeType="1" noTextEdit="1"/>
              </p:cNvSpPr>
              <p:nvPr>
                <p:ph idx="1"/>
              </p:nvPr>
            </p:nvSpPr>
            <p:spPr>
              <a:blipFill>
                <a:blip r:embed="rId2"/>
                <a:stretch>
                  <a:fillRect l="-1000" t="-1482" r="-2056" b="-1213"/>
                </a:stretch>
              </a:blipFill>
            </p:spPr>
            <p:txBody>
              <a:bodyPr/>
              <a:lstStyle/>
              <a:p>
                <a:r>
                  <a:rPr lang="en-US">
                    <a:noFill/>
                  </a:rPr>
                  <a:t> </a:t>
                </a:r>
              </a:p>
            </p:txBody>
          </p:sp>
        </mc:Fallback>
      </mc:AlternateContent>
    </p:spTree>
    <p:extLst>
      <p:ext uri="{BB962C8B-B14F-4D97-AF65-F5344CB8AC3E}">
        <p14:creationId xmlns:p14="http://schemas.microsoft.com/office/powerpoint/2010/main" val="1553660186"/>
      </p:ext>
    </p:extLst>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389129D-638B-4DCA-830A-FBF9871433CE}"/>
              </a:ext>
            </a:extLst>
          </p:cNvPr>
          <p:cNvSpPr>
            <a:spLocks noGrp="1"/>
          </p:cNvSpPr>
          <p:nvPr>
            <p:ph type="title"/>
          </p:nvPr>
        </p:nvSpPr>
        <p:spPr/>
        <p:txBody>
          <a:bodyPr/>
          <a:lstStyle/>
          <a:p>
            <a:r>
              <a:rPr lang="en-US" dirty="0"/>
              <a:t>Logistic Regression</a:t>
            </a:r>
            <a:endParaRPr lang="vi-VN" dirty="0"/>
          </a:p>
        </p:txBody>
      </p:sp>
      <p:pic>
        <p:nvPicPr>
          <p:cNvPr id="5" name="Content Placeholder 4">
            <a:extLst>
              <a:ext uri="{FF2B5EF4-FFF2-40B4-BE49-F238E27FC236}">
                <a16:creationId xmlns:a16="http://schemas.microsoft.com/office/drawing/2014/main" id="{2AB85327-F55F-4466-9C80-CA6246BBFB9C}"/>
              </a:ext>
            </a:extLst>
          </p:cNvPr>
          <p:cNvPicPr>
            <a:picLocks noGrp="1" noChangeAspect="1"/>
          </p:cNvPicPr>
          <p:nvPr>
            <p:ph idx="1"/>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524000" y="1752600"/>
            <a:ext cx="9144000" cy="4200525"/>
          </a:xfrm>
        </p:spPr>
      </p:pic>
    </p:spTree>
    <p:extLst>
      <p:ext uri="{BB962C8B-B14F-4D97-AF65-F5344CB8AC3E}">
        <p14:creationId xmlns:p14="http://schemas.microsoft.com/office/powerpoint/2010/main" val="1384478320"/>
      </p:ext>
    </p:extLst>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764BE6-4F06-4621-9552-92B30B6789DD}"/>
              </a:ext>
            </a:extLst>
          </p:cNvPr>
          <p:cNvSpPr>
            <a:spLocks noGrp="1"/>
          </p:cNvSpPr>
          <p:nvPr>
            <p:ph type="title"/>
          </p:nvPr>
        </p:nvSpPr>
        <p:spPr/>
        <p:txBody>
          <a:bodyPr/>
          <a:lstStyle/>
          <a:p>
            <a:r>
              <a:rPr lang="en-US" dirty="0"/>
              <a:t>Logistic Regression</a:t>
            </a:r>
            <a:endParaRPr lang="vi-VN"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66A3C56D-7E95-4358-B2D5-496EEF822308}"/>
                  </a:ext>
                </a:extLst>
              </p:cNvPr>
              <p:cNvSpPr>
                <a:spLocks noGrp="1"/>
              </p:cNvSpPr>
              <p:nvPr>
                <p:ph sz="half" idx="1"/>
              </p:nvPr>
            </p:nvSpPr>
            <p:spPr/>
            <p:txBody>
              <a:bodyPr/>
              <a:lstStyle/>
              <a:p>
                <a:pPr algn="just"/>
                <a:r>
                  <a:rPr lang="en-US" sz="2800" dirty="0">
                    <a:solidFill>
                      <a:srgbClr val="0066FF"/>
                    </a:solidFill>
                  </a:rPr>
                  <a:t>Kết </a:t>
                </a:r>
                <a:r>
                  <a:rPr lang="en-US" sz="2800" dirty="0" err="1">
                    <a:solidFill>
                      <a:srgbClr val="0066FF"/>
                    </a:solidFill>
                  </a:rPr>
                  <a:t>quả</a:t>
                </a:r>
                <a:r>
                  <a:rPr lang="en-US" sz="2800" dirty="0">
                    <a:solidFill>
                      <a:srgbClr val="0066FF"/>
                    </a:solidFill>
                  </a:rPr>
                  <a:t> </a:t>
                </a:r>
                <a:r>
                  <a:rPr lang="en-US" sz="2800" dirty="0" err="1">
                    <a:solidFill>
                      <a:srgbClr val="0066FF"/>
                    </a:solidFill>
                  </a:rPr>
                  <a:t>của</a:t>
                </a:r>
                <a:r>
                  <a:rPr lang="en-US" sz="2800" dirty="0">
                    <a:solidFill>
                      <a:srgbClr val="0066FF"/>
                    </a:solidFill>
                  </a:rPr>
                  <a:t> </a:t>
                </a:r>
                <a:r>
                  <a:rPr lang="en-US" sz="2800" dirty="0" err="1">
                    <a:solidFill>
                      <a:srgbClr val="0066FF"/>
                    </a:solidFill>
                  </a:rPr>
                  <a:t>hàm</a:t>
                </a:r>
                <a:r>
                  <a:rPr lang="en-US" sz="2800" dirty="0">
                    <a:solidFill>
                      <a:srgbClr val="0066FF"/>
                    </a:solidFill>
                  </a:rPr>
                  <a:t> </a:t>
                </a:r>
                <a14:m>
                  <m:oMath xmlns:m="http://schemas.openxmlformats.org/officeDocument/2006/math">
                    <m:r>
                      <a:rPr lang="en-US" sz="2800" i="1" dirty="0" smtClean="0">
                        <a:solidFill>
                          <a:srgbClr val="0066FF"/>
                        </a:solidFill>
                        <a:latin typeface="Cambria Math" panose="02040503050406030204" pitchFamily="18" charset="0"/>
                      </a:rPr>
                      <m:t>𝑠𝑖𝑔𝑚𝑜𝑖𝑑</m:t>
                    </m:r>
                  </m:oMath>
                </a14:m>
                <a:r>
                  <a:rPr lang="en-US" sz="2800" dirty="0">
                    <a:solidFill>
                      <a:srgbClr val="0066FF"/>
                    </a:solidFill>
                  </a:rPr>
                  <a:t> </a:t>
                </a:r>
                <a:r>
                  <a:rPr lang="en-US" sz="2800" dirty="0" err="1">
                    <a:solidFill>
                      <a:srgbClr val="0066FF"/>
                    </a:solidFill>
                  </a:rPr>
                  <a:t>là</a:t>
                </a:r>
                <a:r>
                  <a:rPr lang="en-US" sz="2800" dirty="0">
                    <a:solidFill>
                      <a:srgbClr val="0066FF"/>
                    </a:solidFill>
                  </a:rPr>
                  <a:t> </a:t>
                </a:r>
                <a:r>
                  <a:rPr lang="en-US" sz="2800" dirty="0" err="1">
                    <a:solidFill>
                      <a:srgbClr val="0066FF"/>
                    </a:solidFill>
                  </a:rPr>
                  <a:t>một</a:t>
                </a:r>
                <a:r>
                  <a:rPr lang="en-US" sz="2800" dirty="0">
                    <a:solidFill>
                      <a:srgbClr val="0066FF"/>
                    </a:solidFill>
                  </a:rPr>
                  <a:t> </a:t>
                </a:r>
                <a:r>
                  <a:rPr lang="en-US" sz="2800" dirty="0" err="1">
                    <a:solidFill>
                      <a:srgbClr val="0066FF"/>
                    </a:solidFill>
                  </a:rPr>
                  <a:t>số</a:t>
                </a:r>
                <a:r>
                  <a:rPr lang="en-US" sz="2800" dirty="0">
                    <a:solidFill>
                      <a:srgbClr val="0066FF"/>
                    </a:solidFill>
                  </a:rPr>
                  <a:t> </a:t>
                </a:r>
                <a:r>
                  <a:rPr lang="en-US" sz="2800" dirty="0" err="1">
                    <a:solidFill>
                      <a:srgbClr val="0066FF"/>
                    </a:solidFill>
                  </a:rPr>
                  <a:t>thực</a:t>
                </a:r>
                <a:r>
                  <a:rPr lang="en-US" sz="2800" dirty="0">
                    <a:solidFill>
                      <a:srgbClr val="0066FF"/>
                    </a:solidFill>
                  </a:rPr>
                  <a:t> </a:t>
                </a:r>
                <a:r>
                  <a:rPr lang="en-US" sz="2800" dirty="0" err="1">
                    <a:solidFill>
                      <a:srgbClr val="0066FF"/>
                    </a:solidFill>
                  </a:rPr>
                  <a:t>trong</a:t>
                </a:r>
                <a:r>
                  <a:rPr lang="en-US" sz="2800" dirty="0">
                    <a:solidFill>
                      <a:srgbClr val="0066FF"/>
                    </a:solidFill>
                  </a:rPr>
                  <a:t> </a:t>
                </a:r>
                <a:r>
                  <a:rPr lang="en-US" sz="2800" dirty="0" err="1">
                    <a:solidFill>
                      <a:srgbClr val="0066FF"/>
                    </a:solidFill>
                  </a:rPr>
                  <a:t>khoảng</a:t>
                </a:r>
                <a:r>
                  <a:rPr lang="en-US" sz="2800" dirty="0">
                    <a:solidFill>
                      <a:srgbClr val="0066FF"/>
                    </a:solidFill>
                  </a:rPr>
                  <a:t> </a:t>
                </a:r>
                <a14:m>
                  <m:oMath xmlns:m="http://schemas.openxmlformats.org/officeDocument/2006/math">
                    <m:r>
                      <a:rPr lang="en-US" sz="2800" i="1" dirty="0" smtClean="0">
                        <a:solidFill>
                          <a:srgbClr val="0066FF"/>
                        </a:solidFill>
                        <a:latin typeface="Cambria Math" panose="02040503050406030204" pitchFamily="18" charset="0"/>
                      </a:rPr>
                      <m:t>(0,1)</m:t>
                    </m:r>
                  </m:oMath>
                </a14:m>
                <a:r>
                  <a:rPr lang="en-US" sz="2800" dirty="0">
                    <a:solidFill>
                      <a:srgbClr val="0066FF"/>
                    </a:solidFill>
                  </a:rPr>
                  <a:t>.</a:t>
                </a:r>
              </a:p>
              <a:p>
                <a:pPr algn="just"/>
                <a:r>
                  <a:rPr lang="en-US" sz="2800" dirty="0">
                    <a:solidFill>
                      <a:srgbClr val="FF0000"/>
                    </a:solidFill>
                  </a:rPr>
                  <a:t>Ta </a:t>
                </a:r>
                <a:r>
                  <a:rPr lang="en-US" sz="2800" dirty="0" err="1">
                    <a:solidFill>
                      <a:srgbClr val="FF0000"/>
                    </a:solidFill>
                  </a:rPr>
                  <a:t>có</a:t>
                </a:r>
                <a:r>
                  <a:rPr lang="en-US" sz="2800" dirty="0">
                    <a:solidFill>
                      <a:srgbClr val="FF0000"/>
                    </a:solidFill>
                  </a:rPr>
                  <a:t> </a:t>
                </a:r>
                <a:r>
                  <a:rPr lang="en-US" sz="2800" dirty="0" err="1">
                    <a:solidFill>
                      <a:srgbClr val="FF0000"/>
                    </a:solidFill>
                  </a:rPr>
                  <a:t>thể</a:t>
                </a:r>
                <a:r>
                  <a:rPr lang="en-US" sz="2800" dirty="0">
                    <a:solidFill>
                      <a:srgbClr val="FF0000"/>
                    </a:solidFill>
                  </a:rPr>
                  <a:t> </a:t>
                </a:r>
                <a:r>
                  <a:rPr lang="en-US" sz="2800" dirty="0" err="1">
                    <a:solidFill>
                      <a:srgbClr val="FF0000"/>
                    </a:solidFill>
                  </a:rPr>
                  <a:t>xem</a:t>
                </a:r>
                <a:r>
                  <a:rPr lang="en-US" sz="2800" dirty="0">
                    <a:solidFill>
                      <a:srgbClr val="FF0000"/>
                    </a:solidFill>
                  </a:rPr>
                  <a:t> </a:t>
                </a:r>
                <a:r>
                  <a:rPr lang="en-US" sz="2800" dirty="0" err="1">
                    <a:solidFill>
                      <a:srgbClr val="FF0000"/>
                    </a:solidFill>
                  </a:rPr>
                  <a:t>kết</a:t>
                </a:r>
                <a:r>
                  <a:rPr lang="en-US" sz="2800" dirty="0">
                    <a:solidFill>
                      <a:srgbClr val="FF0000"/>
                    </a:solidFill>
                  </a:rPr>
                  <a:t> </a:t>
                </a:r>
                <a:r>
                  <a:rPr lang="en-US" sz="2800" dirty="0" err="1">
                    <a:solidFill>
                      <a:srgbClr val="FF0000"/>
                    </a:solidFill>
                  </a:rPr>
                  <a:t>quả</a:t>
                </a:r>
                <a:r>
                  <a:rPr lang="en-US" sz="2800" dirty="0">
                    <a:solidFill>
                      <a:srgbClr val="FF0000"/>
                    </a:solidFill>
                  </a:rPr>
                  <a:t> </a:t>
                </a:r>
                <a:r>
                  <a:rPr lang="en-US" sz="2800" dirty="0" err="1">
                    <a:solidFill>
                      <a:srgbClr val="FF0000"/>
                    </a:solidFill>
                  </a:rPr>
                  <a:t>này</a:t>
                </a:r>
                <a:r>
                  <a:rPr lang="en-US" sz="2800" dirty="0">
                    <a:solidFill>
                      <a:srgbClr val="FF0000"/>
                    </a:solidFill>
                  </a:rPr>
                  <a:t> </a:t>
                </a:r>
                <a:r>
                  <a:rPr lang="en-US" sz="2800" dirty="0" err="1">
                    <a:solidFill>
                      <a:srgbClr val="FF0000"/>
                    </a:solidFill>
                  </a:rPr>
                  <a:t>là</a:t>
                </a:r>
                <a:r>
                  <a:rPr lang="en-US" sz="2800" dirty="0">
                    <a:solidFill>
                      <a:srgbClr val="FF0000"/>
                    </a:solidFill>
                  </a:rPr>
                  <a:t> </a:t>
                </a:r>
                <a:r>
                  <a:rPr lang="en-US" sz="2800" dirty="0" err="1">
                    <a:solidFill>
                      <a:srgbClr val="FF0000"/>
                    </a:solidFill>
                  </a:rPr>
                  <a:t>một</a:t>
                </a:r>
                <a:r>
                  <a:rPr lang="en-US" sz="2800" dirty="0">
                    <a:solidFill>
                      <a:srgbClr val="FF0000"/>
                    </a:solidFill>
                  </a:rPr>
                  <a:t> </a:t>
                </a:r>
                <a:r>
                  <a:rPr lang="en-US" sz="2800" dirty="0" err="1">
                    <a:solidFill>
                      <a:srgbClr val="FF0000"/>
                    </a:solidFill>
                  </a:rPr>
                  <a:t>xác</a:t>
                </a:r>
                <a:r>
                  <a:rPr lang="en-US" sz="2800" dirty="0">
                    <a:solidFill>
                      <a:srgbClr val="FF0000"/>
                    </a:solidFill>
                  </a:rPr>
                  <a:t> </a:t>
                </a:r>
                <a:r>
                  <a:rPr lang="en-US" sz="2800" dirty="0" err="1">
                    <a:solidFill>
                      <a:srgbClr val="FF0000"/>
                    </a:solidFill>
                  </a:rPr>
                  <a:t>suất</a:t>
                </a:r>
                <a:r>
                  <a:rPr lang="en-US" sz="2800" dirty="0">
                    <a:solidFill>
                      <a:srgbClr val="FF0000"/>
                    </a:solidFill>
                  </a:rPr>
                  <a:t>.</a:t>
                </a:r>
              </a:p>
            </p:txBody>
          </p:sp>
        </mc:Choice>
        <mc:Fallback xmlns="">
          <p:sp>
            <p:nvSpPr>
              <p:cNvPr id="3" name="Content Placeholder 2">
                <a:extLst>
                  <a:ext uri="{FF2B5EF4-FFF2-40B4-BE49-F238E27FC236}">
                    <a16:creationId xmlns:a16="http://schemas.microsoft.com/office/drawing/2014/main" id="{66A3C56D-7E95-4358-B2D5-496EEF822308}"/>
                  </a:ext>
                </a:extLst>
              </p:cNvPr>
              <p:cNvSpPr>
                <a:spLocks noGrp="1" noRot="1" noChangeAspect="1" noMove="1" noResize="1" noEditPoints="1" noAdjustHandles="1" noChangeArrowheads="1" noChangeShapeType="1" noTextEdit="1"/>
              </p:cNvSpPr>
              <p:nvPr>
                <p:ph sz="half" idx="1"/>
              </p:nvPr>
            </p:nvSpPr>
            <p:spPr>
              <a:blipFill>
                <a:blip r:embed="rId2"/>
                <a:stretch>
                  <a:fillRect l="-2039" t="-1482" r="-2265"/>
                </a:stretch>
              </a:blipFill>
            </p:spPr>
            <p:txBody>
              <a:bodyPr/>
              <a:lstStyle/>
              <a:p>
                <a:r>
                  <a:rPr lang="vi-VN">
                    <a:noFill/>
                  </a:rPr>
                  <a:t> </a:t>
                </a:r>
              </a:p>
            </p:txBody>
          </p:sp>
        </mc:Fallback>
      </mc:AlternateContent>
      <p:pic>
        <p:nvPicPr>
          <p:cNvPr id="5" name="Content Placeholder 4">
            <a:extLst>
              <a:ext uri="{FF2B5EF4-FFF2-40B4-BE49-F238E27FC236}">
                <a16:creationId xmlns:a16="http://schemas.microsoft.com/office/drawing/2014/main" id="{14A3E4BE-FDB5-4821-92A6-13C461D6B369}"/>
              </a:ext>
            </a:extLst>
          </p:cNvPr>
          <p:cNvPicPr>
            <a:picLocks noGrp="1" noChangeAspect="1"/>
          </p:cNvPicPr>
          <p:nvPr>
            <p:ph sz="half" idx="2"/>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197600" y="2626360"/>
            <a:ext cx="5384800" cy="2473642"/>
          </a:xfrm>
        </p:spPr>
      </p:pic>
    </p:spTree>
    <p:extLst>
      <p:ext uri="{BB962C8B-B14F-4D97-AF65-F5344CB8AC3E}">
        <p14:creationId xmlns:p14="http://schemas.microsoft.com/office/powerpoint/2010/main" val="3012842139"/>
      </p:ext>
    </p:extLst>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764BE6-4F06-4621-9552-92B30B6789DD}"/>
              </a:ext>
            </a:extLst>
          </p:cNvPr>
          <p:cNvSpPr>
            <a:spLocks noGrp="1"/>
          </p:cNvSpPr>
          <p:nvPr>
            <p:ph type="title"/>
          </p:nvPr>
        </p:nvSpPr>
        <p:spPr/>
        <p:txBody>
          <a:bodyPr/>
          <a:lstStyle/>
          <a:p>
            <a:r>
              <a:rPr lang="en-US" dirty="0"/>
              <a:t>Logistic Regression</a:t>
            </a:r>
            <a:endParaRPr lang="vi-VN"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66A3C56D-7E95-4358-B2D5-496EEF822308}"/>
                  </a:ext>
                </a:extLst>
              </p:cNvPr>
              <p:cNvSpPr>
                <a:spLocks noGrp="1"/>
              </p:cNvSpPr>
              <p:nvPr>
                <p:ph sz="half" idx="1"/>
              </p:nvPr>
            </p:nvSpPr>
            <p:spPr/>
            <p:txBody>
              <a:bodyPr/>
              <a:lstStyle/>
              <a:p>
                <a:pPr algn="just"/>
                <a:r>
                  <a:rPr lang="en-US" dirty="0">
                    <a:solidFill>
                      <a:srgbClr val="0066FF"/>
                    </a:solidFill>
                  </a:rPr>
                  <a:t>Để </a:t>
                </a:r>
                <a:r>
                  <a:rPr lang="en-US" dirty="0" err="1">
                    <a:solidFill>
                      <a:srgbClr val="0066FF"/>
                    </a:solidFill>
                  </a:rPr>
                  <a:t>có</a:t>
                </a:r>
                <a:r>
                  <a:rPr lang="en-US" dirty="0">
                    <a:solidFill>
                      <a:srgbClr val="0066FF"/>
                    </a:solidFill>
                  </a:rPr>
                  <a:t> </a:t>
                </a:r>
                <a:r>
                  <a:rPr lang="en-US" dirty="0" err="1">
                    <a:solidFill>
                      <a:srgbClr val="0066FF"/>
                    </a:solidFill>
                  </a:rPr>
                  <a:t>thể</a:t>
                </a:r>
                <a:r>
                  <a:rPr lang="en-US" dirty="0">
                    <a:solidFill>
                      <a:srgbClr val="0066FF"/>
                    </a:solidFill>
                  </a:rPr>
                  <a:t> </a:t>
                </a:r>
                <a:r>
                  <a:rPr lang="en-US" dirty="0" err="1">
                    <a:solidFill>
                      <a:srgbClr val="0066FF"/>
                    </a:solidFill>
                  </a:rPr>
                  <a:t>chuyển</a:t>
                </a:r>
                <a:r>
                  <a:rPr lang="en-US" dirty="0">
                    <a:solidFill>
                      <a:srgbClr val="0066FF"/>
                    </a:solidFill>
                  </a:rPr>
                  <a:t> </a:t>
                </a:r>
                <a:r>
                  <a:rPr lang="en-US" dirty="0" err="1">
                    <a:solidFill>
                      <a:srgbClr val="0066FF"/>
                    </a:solidFill>
                  </a:rPr>
                  <a:t>xác</a:t>
                </a:r>
                <a:r>
                  <a:rPr lang="en-US" dirty="0">
                    <a:solidFill>
                      <a:srgbClr val="0066FF"/>
                    </a:solidFill>
                  </a:rPr>
                  <a:t> </a:t>
                </a:r>
                <a:r>
                  <a:rPr lang="en-US" dirty="0" err="1">
                    <a:solidFill>
                      <a:srgbClr val="0066FF"/>
                    </a:solidFill>
                  </a:rPr>
                  <a:t>suất</a:t>
                </a:r>
                <a:r>
                  <a:rPr lang="en-US" dirty="0">
                    <a:solidFill>
                      <a:srgbClr val="0066FF"/>
                    </a:solidFill>
                  </a:rPr>
                  <a:t> </a:t>
                </a:r>
                <a:r>
                  <a:rPr lang="en-US" dirty="0" err="1">
                    <a:solidFill>
                      <a:srgbClr val="0066FF"/>
                    </a:solidFill>
                  </a:rPr>
                  <a:t>này</a:t>
                </a:r>
                <a:r>
                  <a:rPr lang="en-US" dirty="0">
                    <a:solidFill>
                      <a:srgbClr val="0066FF"/>
                    </a:solidFill>
                  </a:rPr>
                  <a:t> </a:t>
                </a:r>
                <a:r>
                  <a:rPr lang="en-US" dirty="0" err="1">
                    <a:solidFill>
                      <a:srgbClr val="0066FF"/>
                    </a:solidFill>
                  </a:rPr>
                  <a:t>về</a:t>
                </a:r>
                <a:r>
                  <a:rPr lang="en-US" dirty="0">
                    <a:solidFill>
                      <a:srgbClr val="0066FF"/>
                    </a:solidFill>
                  </a:rPr>
                  <a:t> </a:t>
                </a:r>
                <a:r>
                  <a:rPr lang="en-US" dirty="0" err="1">
                    <a:solidFill>
                      <a:srgbClr val="0066FF"/>
                    </a:solidFill>
                  </a:rPr>
                  <a:t>một</a:t>
                </a:r>
                <a:r>
                  <a:rPr lang="en-US" dirty="0">
                    <a:solidFill>
                      <a:srgbClr val="0066FF"/>
                    </a:solidFill>
                  </a:rPr>
                  <a:t> </a:t>
                </a:r>
                <a:r>
                  <a:rPr lang="en-US" dirty="0" err="1">
                    <a:solidFill>
                      <a:srgbClr val="0066FF"/>
                    </a:solidFill>
                  </a:rPr>
                  <a:t>trong</a:t>
                </a:r>
                <a:r>
                  <a:rPr lang="en-US" dirty="0">
                    <a:solidFill>
                      <a:srgbClr val="0066FF"/>
                    </a:solidFill>
                  </a:rPr>
                  <a:t> </a:t>
                </a:r>
                <a:r>
                  <a:rPr lang="en-US" dirty="0" err="1">
                    <a:solidFill>
                      <a:srgbClr val="0066FF"/>
                    </a:solidFill>
                  </a:rPr>
                  <a:t>hai</a:t>
                </a:r>
                <a:r>
                  <a:rPr lang="en-US" dirty="0">
                    <a:solidFill>
                      <a:srgbClr val="0066FF"/>
                    </a:solidFill>
                  </a:rPr>
                  <a:t> </a:t>
                </a:r>
                <a:r>
                  <a:rPr lang="en-US" dirty="0" err="1">
                    <a:solidFill>
                      <a:srgbClr val="0066FF"/>
                    </a:solidFill>
                  </a:rPr>
                  <a:t>giá</a:t>
                </a:r>
                <a:r>
                  <a:rPr lang="en-US" dirty="0">
                    <a:solidFill>
                      <a:srgbClr val="0066FF"/>
                    </a:solidFill>
                  </a:rPr>
                  <a:t> </a:t>
                </a:r>
                <a:r>
                  <a:rPr lang="en-US" dirty="0" err="1">
                    <a:solidFill>
                      <a:srgbClr val="0066FF"/>
                    </a:solidFill>
                  </a:rPr>
                  <a:t>trị</a:t>
                </a:r>
                <a:r>
                  <a:rPr lang="en-US" dirty="0">
                    <a:solidFill>
                      <a:srgbClr val="0066FF"/>
                    </a:solidFill>
                  </a:rPr>
                  <a:t> </a:t>
                </a:r>
                <a14:m>
                  <m:oMath xmlns:m="http://schemas.openxmlformats.org/officeDocument/2006/math">
                    <m:r>
                      <a:rPr lang="en-US" i="1" dirty="0">
                        <a:solidFill>
                          <a:srgbClr val="0066FF"/>
                        </a:solidFill>
                        <a:latin typeface="Cambria Math" panose="02040503050406030204" pitchFamily="18" charset="0"/>
                      </a:rPr>
                      <m:t>0</m:t>
                    </m:r>
                  </m:oMath>
                </a14:m>
                <a:r>
                  <a:rPr lang="en-US" dirty="0">
                    <a:solidFill>
                      <a:srgbClr val="0066FF"/>
                    </a:solidFill>
                  </a:rPr>
                  <a:t> </a:t>
                </a:r>
                <a:r>
                  <a:rPr lang="en-US" dirty="0" err="1">
                    <a:solidFill>
                      <a:srgbClr val="0066FF"/>
                    </a:solidFill>
                  </a:rPr>
                  <a:t>hoặc</a:t>
                </a:r>
                <a:r>
                  <a:rPr lang="en-US" dirty="0">
                    <a:solidFill>
                      <a:srgbClr val="0066FF"/>
                    </a:solidFill>
                  </a:rPr>
                  <a:t> </a:t>
                </a:r>
                <a14:m>
                  <m:oMath xmlns:m="http://schemas.openxmlformats.org/officeDocument/2006/math">
                    <m:r>
                      <a:rPr lang="en-US" i="1" dirty="0">
                        <a:solidFill>
                          <a:srgbClr val="0066FF"/>
                        </a:solidFill>
                        <a:latin typeface="Cambria Math" panose="02040503050406030204" pitchFamily="18" charset="0"/>
                      </a:rPr>
                      <m:t>1</m:t>
                    </m:r>
                  </m:oMath>
                </a14:m>
                <a:r>
                  <a:rPr lang="en-US" dirty="0">
                    <a:solidFill>
                      <a:srgbClr val="0066FF"/>
                    </a:solidFill>
                  </a:rPr>
                  <a:t>:</a:t>
                </a:r>
              </a:p>
              <a:p>
                <a:pPr lvl="1" algn="just"/>
                <a:r>
                  <a:rPr lang="en-US" sz="2800" dirty="0">
                    <a:solidFill>
                      <a:srgbClr val="FF0000"/>
                    </a:solidFill>
                  </a:rPr>
                  <a:t>Ta </a:t>
                </a:r>
                <a:r>
                  <a:rPr lang="en-US" sz="2800" dirty="0" err="1">
                    <a:solidFill>
                      <a:srgbClr val="FF0000"/>
                    </a:solidFill>
                  </a:rPr>
                  <a:t>đặt</a:t>
                </a:r>
                <a:r>
                  <a:rPr lang="en-US" sz="2800" dirty="0">
                    <a:solidFill>
                      <a:srgbClr val="FF0000"/>
                    </a:solidFill>
                  </a:rPr>
                  <a:t> </a:t>
                </a:r>
                <a:r>
                  <a:rPr lang="en-US" sz="2800" dirty="0" err="1">
                    <a:solidFill>
                      <a:srgbClr val="FF0000"/>
                    </a:solidFill>
                  </a:rPr>
                  <a:t>một</a:t>
                </a:r>
                <a:r>
                  <a:rPr lang="en-US" sz="2800" dirty="0">
                    <a:solidFill>
                      <a:srgbClr val="FF0000"/>
                    </a:solidFill>
                  </a:rPr>
                  <a:t> ng</a:t>
                </a:r>
                <a:r>
                  <a:rPr lang="vi-VN" sz="2800" dirty="0" err="1">
                    <a:solidFill>
                      <a:srgbClr val="FF0000"/>
                    </a:solidFill>
                  </a:rPr>
                  <a:t>ưỡng</a:t>
                </a:r>
                <a:r>
                  <a:rPr lang="vi-VN" sz="2800" dirty="0">
                    <a:solidFill>
                      <a:srgbClr val="FF0000"/>
                    </a:solidFill>
                  </a:rPr>
                  <a:t> </a:t>
                </a:r>
                <a:r>
                  <a:rPr lang="vi-VN" sz="2800" dirty="0" err="1">
                    <a:solidFill>
                      <a:srgbClr val="FF0000"/>
                    </a:solidFill>
                  </a:rPr>
                  <a:t>xác</a:t>
                </a:r>
                <a:r>
                  <a:rPr lang="vi-VN" sz="2800" dirty="0">
                    <a:solidFill>
                      <a:srgbClr val="FF0000"/>
                    </a:solidFill>
                  </a:rPr>
                  <a:t> </a:t>
                </a:r>
                <a:r>
                  <a:rPr lang="vi-VN" sz="2800" dirty="0" err="1">
                    <a:solidFill>
                      <a:srgbClr val="FF0000"/>
                    </a:solidFill>
                  </a:rPr>
                  <a:t>suất</a:t>
                </a:r>
                <a:r>
                  <a:rPr lang="vi-VN" sz="2800" dirty="0">
                    <a:solidFill>
                      <a:srgbClr val="FF0000"/>
                    </a:solidFill>
                  </a:rPr>
                  <a:t> </a:t>
                </a:r>
                <a:r>
                  <a:rPr lang="vi-VN" sz="2800" dirty="0" err="1">
                    <a:solidFill>
                      <a:srgbClr val="FF0000"/>
                    </a:solidFill>
                  </a:rPr>
                  <a:t>nào</a:t>
                </a:r>
                <a:r>
                  <a:rPr lang="vi-VN" sz="2800" dirty="0">
                    <a:solidFill>
                      <a:srgbClr val="FF0000"/>
                    </a:solidFill>
                  </a:rPr>
                  <a:t> </a:t>
                </a:r>
                <a:r>
                  <a:rPr lang="vi-VN" sz="2800" dirty="0" err="1">
                    <a:solidFill>
                      <a:srgbClr val="FF0000"/>
                    </a:solidFill>
                  </a:rPr>
                  <a:t>đó</a:t>
                </a:r>
                <a:r>
                  <a:rPr lang="vi-VN" sz="2800" dirty="0">
                    <a:solidFill>
                      <a:srgbClr val="FF0000"/>
                    </a:solidFill>
                  </a:rPr>
                  <a:t> (</a:t>
                </a:r>
                <a:r>
                  <a:rPr lang="vi-VN" sz="2800" dirty="0" err="1">
                    <a:solidFill>
                      <a:srgbClr val="FF0000"/>
                    </a:solidFill>
                  </a:rPr>
                  <a:t>chẳng</a:t>
                </a:r>
                <a:r>
                  <a:rPr lang="vi-VN" sz="2800" dirty="0">
                    <a:solidFill>
                      <a:srgbClr val="FF0000"/>
                    </a:solidFill>
                  </a:rPr>
                  <a:t> </a:t>
                </a:r>
                <a:r>
                  <a:rPr lang="vi-VN" sz="2800" dirty="0" err="1">
                    <a:solidFill>
                      <a:srgbClr val="FF0000"/>
                    </a:solidFill>
                  </a:rPr>
                  <a:t>hạn</a:t>
                </a:r>
                <a:r>
                  <a:rPr lang="vi-VN" sz="2800" dirty="0">
                    <a:solidFill>
                      <a:srgbClr val="FF0000"/>
                    </a:solidFill>
                  </a:rPr>
                  <a:t> </a:t>
                </a:r>
                <a14:m>
                  <m:oMath xmlns:m="http://schemas.openxmlformats.org/officeDocument/2006/math">
                    <m:r>
                      <a:rPr lang="vi-VN" sz="2800" i="1" dirty="0">
                        <a:solidFill>
                          <a:srgbClr val="FF0000"/>
                        </a:solidFill>
                        <a:latin typeface="Cambria Math" panose="02040503050406030204" pitchFamily="18" charset="0"/>
                      </a:rPr>
                      <m:t>0.5</m:t>
                    </m:r>
                  </m:oMath>
                </a14:m>
                <a:r>
                  <a:rPr lang="vi-VN" sz="2800" dirty="0">
                    <a:solidFill>
                      <a:srgbClr val="FF0000"/>
                    </a:solidFill>
                  </a:rPr>
                  <a:t>). </a:t>
                </a:r>
              </a:p>
            </p:txBody>
          </p:sp>
        </mc:Choice>
        <mc:Fallback xmlns="">
          <p:sp>
            <p:nvSpPr>
              <p:cNvPr id="3" name="Content Placeholder 2">
                <a:extLst>
                  <a:ext uri="{FF2B5EF4-FFF2-40B4-BE49-F238E27FC236}">
                    <a16:creationId xmlns:a16="http://schemas.microsoft.com/office/drawing/2014/main" id="{66A3C56D-7E95-4358-B2D5-496EEF822308}"/>
                  </a:ext>
                </a:extLst>
              </p:cNvPr>
              <p:cNvSpPr>
                <a:spLocks noGrp="1" noRot="1" noChangeAspect="1" noMove="1" noResize="1" noEditPoints="1" noAdjustHandles="1" noChangeArrowheads="1" noChangeShapeType="1" noTextEdit="1"/>
              </p:cNvSpPr>
              <p:nvPr>
                <p:ph sz="half" idx="1"/>
              </p:nvPr>
            </p:nvSpPr>
            <p:spPr>
              <a:blipFill>
                <a:blip r:embed="rId2"/>
                <a:stretch>
                  <a:fillRect l="-2039" t="-1482" r="-2265"/>
                </a:stretch>
              </a:blipFill>
            </p:spPr>
            <p:txBody>
              <a:bodyPr/>
              <a:lstStyle/>
              <a:p>
                <a:r>
                  <a:rPr lang="vi-VN">
                    <a:noFill/>
                  </a:rPr>
                  <a:t> </a:t>
                </a:r>
              </a:p>
            </p:txBody>
          </p:sp>
        </mc:Fallback>
      </mc:AlternateContent>
      <p:pic>
        <p:nvPicPr>
          <p:cNvPr id="8" name="Content Placeholder 7">
            <a:extLst>
              <a:ext uri="{FF2B5EF4-FFF2-40B4-BE49-F238E27FC236}">
                <a16:creationId xmlns:a16="http://schemas.microsoft.com/office/drawing/2014/main" id="{D80F2529-ABC9-4AE6-8553-399FDAC13161}"/>
              </a:ext>
            </a:extLst>
          </p:cNvPr>
          <p:cNvPicPr>
            <a:picLocks noGrp="1" noChangeAspect="1"/>
          </p:cNvPicPr>
          <p:nvPr>
            <p:ph sz="half" idx="2"/>
          </p:nvPr>
        </p:nvPicPr>
        <p:blipFill>
          <a:blip r:embed="rId3"/>
          <a:stretch>
            <a:fillRect/>
          </a:stretch>
        </p:blipFill>
        <p:spPr>
          <a:xfrm>
            <a:off x="6197600" y="2625226"/>
            <a:ext cx="5384800" cy="2475910"/>
          </a:xfrm>
          <a:prstGeom prst="rect">
            <a:avLst/>
          </a:prstGeom>
        </p:spPr>
      </p:pic>
    </p:spTree>
    <p:extLst>
      <p:ext uri="{BB962C8B-B14F-4D97-AF65-F5344CB8AC3E}">
        <p14:creationId xmlns:p14="http://schemas.microsoft.com/office/powerpoint/2010/main" val="3600268941"/>
      </p:ext>
    </p:extLst>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764BE6-4F06-4621-9552-92B30B6789DD}"/>
              </a:ext>
            </a:extLst>
          </p:cNvPr>
          <p:cNvSpPr>
            <a:spLocks noGrp="1"/>
          </p:cNvSpPr>
          <p:nvPr>
            <p:ph type="title"/>
          </p:nvPr>
        </p:nvSpPr>
        <p:spPr/>
        <p:txBody>
          <a:bodyPr/>
          <a:lstStyle/>
          <a:p>
            <a:r>
              <a:rPr lang="en-US" dirty="0"/>
              <a:t>Logistic Regression</a:t>
            </a:r>
            <a:endParaRPr lang="vi-VN"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66A3C56D-7E95-4358-B2D5-496EEF822308}"/>
                  </a:ext>
                </a:extLst>
              </p:cNvPr>
              <p:cNvSpPr>
                <a:spLocks noGrp="1"/>
              </p:cNvSpPr>
              <p:nvPr>
                <p:ph sz="half" idx="1"/>
              </p:nvPr>
            </p:nvSpPr>
            <p:spPr/>
            <p:txBody>
              <a:bodyPr/>
              <a:lstStyle/>
              <a:p>
                <a:pPr algn="just"/>
                <a:r>
                  <a:rPr lang="en-US" dirty="0">
                    <a:solidFill>
                      <a:srgbClr val="0066FF"/>
                    </a:solidFill>
                  </a:rPr>
                  <a:t>Để </a:t>
                </a:r>
                <a:r>
                  <a:rPr lang="en-US" dirty="0" err="1">
                    <a:solidFill>
                      <a:srgbClr val="0066FF"/>
                    </a:solidFill>
                  </a:rPr>
                  <a:t>có</a:t>
                </a:r>
                <a:r>
                  <a:rPr lang="en-US" dirty="0">
                    <a:solidFill>
                      <a:srgbClr val="0066FF"/>
                    </a:solidFill>
                  </a:rPr>
                  <a:t> </a:t>
                </a:r>
                <a:r>
                  <a:rPr lang="en-US" dirty="0" err="1">
                    <a:solidFill>
                      <a:srgbClr val="0066FF"/>
                    </a:solidFill>
                  </a:rPr>
                  <a:t>thể</a:t>
                </a:r>
                <a:r>
                  <a:rPr lang="en-US" dirty="0">
                    <a:solidFill>
                      <a:srgbClr val="0066FF"/>
                    </a:solidFill>
                  </a:rPr>
                  <a:t> </a:t>
                </a:r>
                <a:r>
                  <a:rPr lang="en-US" dirty="0" err="1">
                    <a:solidFill>
                      <a:srgbClr val="0066FF"/>
                    </a:solidFill>
                  </a:rPr>
                  <a:t>chuyển</a:t>
                </a:r>
                <a:r>
                  <a:rPr lang="en-US" dirty="0">
                    <a:solidFill>
                      <a:srgbClr val="0066FF"/>
                    </a:solidFill>
                  </a:rPr>
                  <a:t> </a:t>
                </a:r>
                <a:r>
                  <a:rPr lang="en-US" dirty="0" err="1">
                    <a:solidFill>
                      <a:srgbClr val="0066FF"/>
                    </a:solidFill>
                  </a:rPr>
                  <a:t>xác</a:t>
                </a:r>
                <a:r>
                  <a:rPr lang="en-US" dirty="0">
                    <a:solidFill>
                      <a:srgbClr val="0066FF"/>
                    </a:solidFill>
                  </a:rPr>
                  <a:t> </a:t>
                </a:r>
                <a:r>
                  <a:rPr lang="en-US" dirty="0" err="1">
                    <a:solidFill>
                      <a:srgbClr val="0066FF"/>
                    </a:solidFill>
                  </a:rPr>
                  <a:t>suất</a:t>
                </a:r>
                <a:r>
                  <a:rPr lang="en-US" dirty="0">
                    <a:solidFill>
                      <a:srgbClr val="0066FF"/>
                    </a:solidFill>
                  </a:rPr>
                  <a:t> </a:t>
                </a:r>
                <a:r>
                  <a:rPr lang="en-US" dirty="0" err="1">
                    <a:solidFill>
                      <a:srgbClr val="0066FF"/>
                    </a:solidFill>
                  </a:rPr>
                  <a:t>này</a:t>
                </a:r>
                <a:r>
                  <a:rPr lang="en-US" dirty="0">
                    <a:solidFill>
                      <a:srgbClr val="0066FF"/>
                    </a:solidFill>
                  </a:rPr>
                  <a:t> </a:t>
                </a:r>
                <a:r>
                  <a:rPr lang="en-US" dirty="0" err="1">
                    <a:solidFill>
                      <a:srgbClr val="0066FF"/>
                    </a:solidFill>
                  </a:rPr>
                  <a:t>về</a:t>
                </a:r>
                <a:r>
                  <a:rPr lang="en-US" dirty="0">
                    <a:solidFill>
                      <a:srgbClr val="0066FF"/>
                    </a:solidFill>
                  </a:rPr>
                  <a:t> </a:t>
                </a:r>
                <a:r>
                  <a:rPr lang="en-US" dirty="0" err="1">
                    <a:solidFill>
                      <a:srgbClr val="0066FF"/>
                    </a:solidFill>
                  </a:rPr>
                  <a:t>một</a:t>
                </a:r>
                <a:r>
                  <a:rPr lang="en-US" dirty="0">
                    <a:solidFill>
                      <a:srgbClr val="0066FF"/>
                    </a:solidFill>
                  </a:rPr>
                  <a:t> </a:t>
                </a:r>
                <a:r>
                  <a:rPr lang="en-US" dirty="0" err="1">
                    <a:solidFill>
                      <a:srgbClr val="0066FF"/>
                    </a:solidFill>
                  </a:rPr>
                  <a:t>trong</a:t>
                </a:r>
                <a:r>
                  <a:rPr lang="en-US" dirty="0">
                    <a:solidFill>
                      <a:srgbClr val="0066FF"/>
                    </a:solidFill>
                  </a:rPr>
                  <a:t> </a:t>
                </a:r>
                <a:r>
                  <a:rPr lang="en-US" dirty="0" err="1">
                    <a:solidFill>
                      <a:srgbClr val="0066FF"/>
                    </a:solidFill>
                  </a:rPr>
                  <a:t>hai</a:t>
                </a:r>
                <a:r>
                  <a:rPr lang="en-US" dirty="0">
                    <a:solidFill>
                      <a:srgbClr val="0066FF"/>
                    </a:solidFill>
                  </a:rPr>
                  <a:t> </a:t>
                </a:r>
                <a:r>
                  <a:rPr lang="en-US" dirty="0" err="1">
                    <a:solidFill>
                      <a:srgbClr val="0066FF"/>
                    </a:solidFill>
                  </a:rPr>
                  <a:t>giá</a:t>
                </a:r>
                <a:r>
                  <a:rPr lang="en-US" dirty="0">
                    <a:solidFill>
                      <a:srgbClr val="0066FF"/>
                    </a:solidFill>
                  </a:rPr>
                  <a:t> </a:t>
                </a:r>
                <a:r>
                  <a:rPr lang="en-US" dirty="0" err="1">
                    <a:solidFill>
                      <a:srgbClr val="0066FF"/>
                    </a:solidFill>
                  </a:rPr>
                  <a:t>trị</a:t>
                </a:r>
                <a:r>
                  <a:rPr lang="en-US" dirty="0">
                    <a:solidFill>
                      <a:srgbClr val="0066FF"/>
                    </a:solidFill>
                  </a:rPr>
                  <a:t> </a:t>
                </a:r>
                <a14:m>
                  <m:oMath xmlns:m="http://schemas.openxmlformats.org/officeDocument/2006/math">
                    <m:r>
                      <a:rPr lang="en-US" i="1" dirty="0">
                        <a:solidFill>
                          <a:srgbClr val="0066FF"/>
                        </a:solidFill>
                        <a:latin typeface="Cambria Math" panose="02040503050406030204" pitchFamily="18" charset="0"/>
                      </a:rPr>
                      <m:t>0</m:t>
                    </m:r>
                  </m:oMath>
                </a14:m>
                <a:r>
                  <a:rPr lang="en-US" dirty="0">
                    <a:solidFill>
                      <a:srgbClr val="0066FF"/>
                    </a:solidFill>
                  </a:rPr>
                  <a:t> </a:t>
                </a:r>
                <a:r>
                  <a:rPr lang="en-US" dirty="0" err="1">
                    <a:solidFill>
                      <a:srgbClr val="0066FF"/>
                    </a:solidFill>
                  </a:rPr>
                  <a:t>hoặc</a:t>
                </a:r>
                <a:r>
                  <a:rPr lang="en-US" dirty="0">
                    <a:solidFill>
                      <a:srgbClr val="0066FF"/>
                    </a:solidFill>
                  </a:rPr>
                  <a:t> </a:t>
                </a:r>
                <a14:m>
                  <m:oMath xmlns:m="http://schemas.openxmlformats.org/officeDocument/2006/math">
                    <m:r>
                      <a:rPr lang="en-US" i="1" dirty="0">
                        <a:solidFill>
                          <a:srgbClr val="0066FF"/>
                        </a:solidFill>
                        <a:latin typeface="Cambria Math" panose="02040503050406030204" pitchFamily="18" charset="0"/>
                      </a:rPr>
                      <m:t>1</m:t>
                    </m:r>
                  </m:oMath>
                </a14:m>
                <a:r>
                  <a:rPr lang="en-US" dirty="0">
                    <a:solidFill>
                      <a:srgbClr val="0066FF"/>
                    </a:solidFill>
                  </a:rPr>
                  <a:t>:</a:t>
                </a:r>
              </a:p>
              <a:p>
                <a:pPr lvl="1" algn="just"/>
                <a:r>
                  <a:rPr lang="vi-VN" sz="2800" dirty="0">
                    <a:solidFill>
                      <a:srgbClr val="FF0000"/>
                    </a:solidFill>
                  </a:rPr>
                  <a:t>Nếu </a:t>
                </a:r>
                <a:r>
                  <a:rPr lang="vi-VN" sz="2800" dirty="0" err="1">
                    <a:solidFill>
                      <a:srgbClr val="FF0000"/>
                    </a:solidFill>
                  </a:rPr>
                  <a:t>kết</a:t>
                </a:r>
                <a:r>
                  <a:rPr lang="vi-VN" sz="2800" dirty="0">
                    <a:solidFill>
                      <a:srgbClr val="FF0000"/>
                    </a:solidFill>
                  </a:rPr>
                  <a:t> </a:t>
                </a:r>
                <a:r>
                  <a:rPr lang="vi-VN" sz="2800" dirty="0" err="1">
                    <a:solidFill>
                      <a:srgbClr val="FF0000"/>
                    </a:solidFill>
                  </a:rPr>
                  <a:t>quả</a:t>
                </a:r>
                <a:r>
                  <a:rPr lang="vi-VN" sz="2800" dirty="0">
                    <a:solidFill>
                      <a:srgbClr val="FF0000"/>
                    </a:solidFill>
                  </a:rPr>
                  <a:t> </a:t>
                </a:r>
                <a:r>
                  <a:rPr lang="vi-VN" sz="2800" dirty="0" err="1">
                    <a:solidFill>
                      <a:srgbClr val="FF0000"/>
                    </a:solidFill>
                  </a:rPr>
                  <a:t>nằm</a:t>
                </a:r>
                <a:r>
                  <a:rPr lang="vi-VN" sz="2800" dirty="0">
                    <a:solidFill>
                      <a:srgbClr val="FF0000"/>
                    </a:solidFill>
                  </a:rPr>
                  <a:t> </a:t>
                </a:r>
                <a:r>
                  <a:rPr lang="vi-VN" sz="2800" dirty="0" err="1">
                    <a:solidFill>
                      <a:srgbClr val="FF0000"/>
                    </a:solidFill>
                  </a:rPr>
                  <a:t>dưới</a:t>
                </a:r>
                <a:r>
                  <a:rPr lang="vi-VN" sz="2800" dirty="0">
                    <a:solidFill>
                      <a:srgbClr val="FF0000"/>
                    </a:solidFill>
                  </a:rPr>
                  <a:t> </a:t>
                </a:r>
                <a:r>
                  <a:rPr lang="vi-VN" sz="2800" dirty="0" err="1">
                    <a:solidFill>
                      <a:srgbClr val="FF0000"/>
                    </a:solidFill>
                  </a:rPr>
                  <a:t>ngưỡng</a:t>
                </a:r>
                <a:r>
                  <a:rPr lang="vi-VN" sz="2800" dirty="0">
                    <a:solidFill>
                      <a:srgbClr val="FF0000"/>
                    </a:solidFill>
                  </a:rPr>
                  <a:t> </a:t>
                </a:r>
                <a:r>
                  <a:rPr lang="vi-VN" sz="2800" dirty="0" err="1">
                    <a:solidFill>
                      <a:srgbClr val="FF0000"/>
                    </a:solidFill>
                  </a:rPr>
                  <a:t>này</a:t>
                </a:r>
                <a:r>
                  <a:rPr lang="vi-VN" sz="2800" dirty="0">
                    <a:solidFill>
                      <a:srgbClr val="FF0000"/>
                    </a:solidFill>
                  </a:rPr>
                  <a:t>, ta cho </a:t>
                </a:r>
                <a:r>
                  <a:rPr lang="vi-VN" sz="2800" dirty="0" err="1">
                    <a:solidFill>
                      <a:srgbClr val="FF0000"/>
                    </a:solidFill>
                  </a:rPr>
                  <a:t>kết</a:t>
                </a:r>
                <a:r>
                  <a:rPr lang="vi-VN" sz="2800" dirty="0">
                    <a:solidFill>
                      <a:srgbClr val="FF0000"/>
                    </a:solidFill>
                  </a:rPr>
                  <a:t> </a:t>
                </a:r>
                <a:r>
                  <a:rPr lang="vi-VN" sz="2800" dirty="0" err="1">
                    <a:solidFill>
                      <a:srgbClr val="FF0000"/>
                    </a:solidFill>
                  </a:rPr>
                  <a:t>quả</a:t>
                </a:r>
                <a:r>
                  <a:rPr lang="vi-VN" sz="2800" dirty="0">
                    <a:solidFill>
                      <a:srgbClr val="FF0000"/>
                    </a:solidFill>
                  </a:rPr>
                  <a:t> </a:t>
                </a:r>
                <a:r>
                  <a:rPr lang="vi-VN" sz="2800" dirty="0" err="1">
                    <a:solidFill>
                      <a:srgbClr val="FF0000"/>
                    </a:solidFill>
                  </a:rPr>
                  <a:t>có</a:t>
                </a:r>
                <a:r>
                  <a:rPr lang="vi-VN" sz="2800" dirty="0">
                    <a:solidFill>
                      <a:srgbClr val="FF0000"/>
                    </a:solidFill>
                  </a:rPr>
                  <a:t> </a:t>
                </a:r>
                <a:r>
                  <a:rPr lang="vi-VN" sz="2800" dirty="0" err="1">
                    <a:solidFill>
                      <a:srgbClr val="FF0000"/>
                    </a:solidFill>
                  </a:rPr>
                  <a:t>giá</a:t>
                </a:r>
                <a:r>
                  <a:rPr lang="vi-VN" sz="2800" dirty="0">
                    <a:solidFill>
                      <a:srgbClr val="FF0000"/>
                    </a:solidFill>
                  </a:rPr>
                  <a:t> </a:t>
                </a:r>
                <a:r>
                  <a:rPr lang="vi-VN" sz="2800" dirty="0" err="1">
                    <a:solidFill>
                      <a:srgbClr val="FF0000"/>
                    </a:solidFill>
                  </a:rPr>
                  <a:t>trị</a:t>
                </a:r>
                <a:r>
                  <a:rPr lang="vi-VN" sz="2800" dirty="0">
                    <a:solidFill>
                      <a:srgbClr val="FF0000"/>
                    </a:solidFill>
                  </a:rPr>
                  <a:t> </a:t>
                </a:r>
                <a14:m>
                  <m:oMath xmlns:m="http://schemas.openxmlformats.org/officeDocument/2006/math">
                    <m:r>
                      <a:rPr lang="vi-VN" sz="2800" i="1" dirty="0">
                        <a:solidFill>
                          <a:srgbClr val="FF0000"/>
                        </a:solidFill>
                        <a:latin typeface="Cambria Math" panose="02040503050406030204" pitchFamily="18" charset="0"/>
                      </a:rPr>
                      <m:t>0</m:t>
                    </m:r>
                  </m:oMath>
                </a14:m>
                <a:r>
                  <a:rPr lang="vi-VN" sz="2800" dirty="0">
                    <a:solidFill>
                      <a:srgbClr val="FF0000"/>
                    </a:solidFill>
                  </a:rPr>
                  <a:t>.</a:t>
                </a:r>
              </a:p>
              <a:p>
                <a:pPr lvl="1" algn="just"/>
                <a:r>
                  <a:rPr lang="vi-VN" sz="2800" dirty="0">
                    <a:solidFill>
                      <a:srgbClr val="0066FF"/>
                    </a:solidFill>
                  </a:rPr>
                  <a:t>Nếu </a:t>
                </a:r>
                <a:r>
                  <a:rPr lang="vi-VN" sz="2800" dirty="0" err="1">
                    <a:solidFill>
                      <a:srgbClr val="0066FF"/>
                    </a:solidFill>
                  </a:rPr>
                  <a:t>kết</a:t>
                </a:r>
                <a:r>
                  <a:rPr lang="vi-VN" sz="2800" dirty="0">
                    <a:solidFill>
                      <a:srgbClr val="0066FF"/>
                    </a:solidFill>
                  </a:rPr>
                  <a:t> </a:t>
                </a:r>
                <a:r>
                  <a:rPr lang="vi-VN" sz="2800" dirty="0" err="1">
                    <a:solidFill>
                      <a:srgbClr val="0066FF"/>
                    </a:solidFill>
                  </a:rPr>
                  <a:t>quả</a:t>
                </a:r>
                <a:r>
                  <a:rPr lang="vi-VN" sz="2800" dirty="0">
                    <a:solidFill>
                      <a:srgbClr val="0066FF"/>
                    </a:solidFill>
                  </a:rPr>
                  <a:t> </a:t>
                </a:r>
                <a:r>
                  <a:rPr lang="vi-VN" sz="2800" dirty="0" err="1">
                    <a:solidFill>
                      <a:srgbClr val="0066FF"/>
                    </a:solidFill>
                  </a:rPr>
                  <a:t>nằm</a:t>
                </a:r>
                <a:r>
                  <a:rPr lang="vi-VN" sz="2800" dirty="0">
                    <a:solidFill>
                      <a:srgbClr val="0066FF"/>
                    </a:solidFill>
                  </a:rPr>
                  <a:t> trên </a:t>
                </a:r>
                <a:r>
                  <a:rPr lang="vi-VN" sz="2800" dirty="0" err="1">
                    <a:solidFill>
                      <a:srgbClr val="0066FF"/>
                    </a:solidFill>
                  </a:rPr>
                  <a:t>ngưỡng</a:t>
                </a:r>
                <a:r>
                  <a:rPr lang="vi-VN" sz="2800" dirty="0">
                    <a:solidFill>
                      <a:srgbClr val="0066FF"/>
                    </a:solidFill>
                  </a:rPr>
                  <a:t> </a:t>
                </a:r>
                <a:r>
                  <a:rPr lang="vi-VN" sz="2800" dirty="0" err="1">
                    <a:solidFill>
                      <a:srgbClr val="0066FF"/>
                    </a:solidFill>
                  </a:rPr>
                  <a:t>này</a:t>
                </a:r>
                <a:r>
                  <a:rPr lang="vi-VN" sz="2800" dirty="0">
                    <a:solidFill>
                      <a:srgbClr val="0066FF"/>
                    </a:solidFill>
                  </a:rPr>
                  <a:t>, ta cho </a:t>
                </a:r>
                <a:r>
                  <a:rPr lang="vi-VN" sz="2800" dirty="0" err="1">
                    <a:solidFill>
                      <a:srgbClr val="0066FF"/>
                    </a:solidFill>
                  </a:rPr>
                  <a:t>kết</a:t>
                </a:r>
                <a:r>
                  <a:rPr lang="vi-VN" sz="2800" dirty="0">
                    <a:solidFill>
                      <a:srgbClr val="0066FF"/>
                    </a:solidFill>
                  </a:rPr>
                  <a:t> </a:t>
                </a:r>
                <a:r>
                  <a:rPr lang="vi-VN" sz="2800" dirty="0" err="1">
                    <a:solidFill>
                      <a:srgbClr val="0066FF"/>
                    </a:solidFill>
                  </a:rPr>
                  <a:t>quả</a:t>
                </a:r>
                <a:r>
                  <a:rPr lang="vi-VN" sz="2800" dirty="0">
                    <a:solidFill>
                      <a:srgbClr val="0066FF"/>
                    </a:solidFill>
                  </a:rPr>
                  <a:t> </a:t>
                </a:r>
                <a:r>
                  <a:rPr lang="vi-VN" sz="2800" dirty="0" err="1">
                    <a:solidFill>
                      <a:srgbClr val="0066FF"/>
                    </a:solidFill>
                  </a:rPr>
                  <a:t>có</a:t>
                </a:r>
                <a:r>
                  <a:rPr lang="vi-VN" sz="2800" dirty="0">
                    <a:solidFill>
                      <a:srgbClr val="0066FF"/>
                    </a:solidFill>
                  </a:rPr>
                  <a:t> </a:t>
                </a:r>
                <a:r>
                  <a:rPr lang="vi-VN" sz="2800" dirty="0" err="1">
                    <a:solidFill>
                      <a:srgbClr val="0066FF"/>
                    </a:solidFill>
                  </a:rPr>
                  <a:t>giá</a:t>
                </a:r>
                <a:r>
                  <a:rPr lang="vi-VN" sz="2800" dirty="0">
                    <a:solidFill>
                      <a:srgbClr val="0066FF"/>
                    </a:solidFill>
                  </a:rPr>
                  <a:t> </a:t>
                </a:r>
                <a:r>
                  <a:rPr lang="vi-VN" sz="2800" dirty="0" err="1">
                    <a:solidFill>
                      <a:srgbClr val="0066FF"/>
                    </a:solidFill>
                  </a:rPr>
                  <a:t>trị</a:t>
                </a:r>
                <a:r>
                  <a:rPr lang="vi-VN" sz="2800" dirty="0">
                    <a:solidFill>
                      <a:srgbClr val="0066FF"/>
                    </a:solidFill>
                  </a:rPr>
                  <a:t> </a:t>
                </a:r>
                <a14:m>
                  <m:oMath xmlns:m="http://schemas.openxmlformats.org/officeDocument/2006/math">
                    <m:r>
                      <a:rPr lang="vi-VN" sz="2800" i="1" dirty="0">
                        <a:solidFill>
                          <a:srgbClr val="0066FF"/>
                        </a:solidFill>
                        <a:latin typeface="Cambria Math" panose="02040503050406030204" pitchFamily="18" charset="0"/>
                      </a:rPr>
                      <m:t>1</m:t>
                    </m:r>
                  </m:oMath>
                </a14:m>
                <a:r>
                  <a:rPr lang="vi-VN" sz="2800" dirty="0">
                    <a:solidFill>
                      <a:srgbClr val="0066FF"/>
                    </a:solidFill>
                  </a:rPr>
                  <a:t>.</a:t>
                </a:r>
              </a:p>
            </p:txBody>
          </p:sp>
        </mc:Choice>
        <mc:Fallback xmlns="">
          <p:sp>
            <p:nvSpPr>
              <p:cNvPr id="3" name="Content Placeholder 2">
                <a:extLst>
                  <a:ext uri="{FF2B5EF4-FFF2-40B4-BE49-F238E27FC236}">
                    <a16:creationId xmlns:a16="http://schemas.microsoft.com/office/drawing/2014/main" id="{66A3C56D-7E95-4358-B2D5-496EEF822308}"/>
                  </a:ext>
                </a:extLst>
              </p:cNvPr>
              <p:cNvSpPr>
                <a:spLocks noGrp="1" noRot="1" noChangeAspect="1" noMove="1" noResize="1" noEditPoints="1" noAdjustHandles="1" noChangeArrowheads="1" noChangeShapeType="1" noTextEdit="1"/>
              </p:cNvSpPr>
              <p:nvPr>
                <p:ph sz="half" idx="1"/>
              </p:nvPr>
            </p:nvSpPr>
            <p:spPr>
              <a:blipFill>
                <a:blip r:embed="rId2"/>
                <a:stretch>
                  <a:fillRect l="-2039" t="-1482" r="-2265"/>
                </a:stretch>
              </a:blipFill>
            </p:spPr>
            <p:txBody>
              <a:bodyPr/>
              <a:lstStyle/>
              <a:p>
                <a:r>
                  <a:rPr lang="vi-VN">
                    <a:noFill/>
                  </a:rPr>
                  <a:t> </a:t>
                </a:r>
              </a:p>
            </p:txBody>
          </p:sp>
        </mc:Fallback>
      </mc:AlternateContent>
      <p:pic>
        <p:nvPicPr>
          <p:cNvPr id="6" name="Content Placeholder 5">
            <a:extLst>
              <a:ext uri="{FF2B5EF4-FFF2-40B4-BE49-F238E27FC236}">
                <a16:creationId xmlns:a16="http://schemas.microsoft.com/office/drawing/2014/main" id="{D3216A3B-4EA8-4C53-915C-125F0D25E944}"/>
              </a:ext>
            </a:extLst>
          </p:cNvPr>
          <p:cNvPicPr>
            <a:picLocks noGrp="1" noChangeAspect="1"/>
          </p:cNvPicPr>
          <p:nvPr>
            <p:ph sz="half" idx="2"/>
          </p:nvPr>
        </p:nvPicPr>
        <p:blipFill>
          <a:blip r:embed="rId3"/>
          <a:stretch>
            <a:fillRect/>
          </a:stretch>
        </p:blipFill>
        <p:spPr>
          <a:xfrm>
            <a:off x="6197600" y="2625226"/>
            <a:ext cx="5384800" cy="2475910"/>
          </a:xfrm>
          <a:prstGeom prst="rect">
            <a:avLst/>
          </a:prstGeom>
        </p:spPr>
      </p:pic>
    </p:spTree>
    <p:extLst>
      <p:ext uri="{BB962C8B-B14F-4D97-AF65-F5344CB8AC3E}">
        <p14:creationId xmlns:p14="http://schemas.microsoft.com/office/powerpoint/2010/main" val="4195893615"/>
      </p:ext>
    </p:extLst>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C8D357-44D3-4192-9574-AEB50D07BA93}"/>
              </a:ext>
            </a:extLst>
          </p:cNvPr>
          <p:cNvSpPr>
            <a:spLocks noGrp="1"/>
          </p:cNvSpPr>
          <p:nvPr>
            <p:ph type="title"/>
          </p:nvPr>
        </p:nvSpPr>
        <p:spPr/>
        <p:txBody>
          <a:bodyPr/>
          <a:lstStyle/>
          <a:p>
            <a:r>
              <a:rPr lang="en-US" dirty="0" err="1"/>
              <a:t>Huấn</a:t>
            </a:r>
            <a:r>
              <a:rPr lang="en-US" dirty="0"/>
              <a:t> </a:t>
            </a:r>
            <a:r>
              <a:rPr lang="en-US" dirty="0" err="1"/>
              <a:t>luyện</a:t>
            </a:r>
            <a:r>
              <a:rPr lang="en-US" dirty="0"/>
              <a:t> </a:t>
            </a:r>
            <a:r>
              <a:rPr lang="en-US" dirty="0" err="1"/>
              <a:t>mô</a:t>
            </a:r>
            <a:r>
              <a:rPr lang="en-US" dirty="0"/>
              <a:t> </a:t>
            </a:r>
            <a:r>
              <a:rPr lang="en-US" dirty="0" err="1"/>
              <a:t>hình</a:t>
            </a:r>
            <a:endParaRPr lang="vi-VN" dirty="0"/>
          </a:p>
        </p:txBody>
      </p:sp>
      <p:sp>
        <p:nvSpPr>
          <p:cNvPr id="4" name="Text Placeholder 3">
            <a:extLst>
              <a:ext uri="{FF2B5EF4-FFF2-40B4-BE49-F238E27FC236}">
                <a16:creationId xmlns:a16="http://schemas.microsoft.com/office/drawing/2014/main" id="{26D308A1-220E-41D1-95C3-05079F64FB03}"/>
              </a:ext>
            </a:extLst>
          </p:cNvPr>
          <p:cNvSpPr>
            <a:spLocks noGrp="1"/>
          </p:cNvSpPr>
          <p:nvPr>
            <p:ph type="body" idx="1"/>
          </p:nvPr>
        </p:nvSpPr>
        <p:spPr/>
        <p:txBody>
          <a:bodyPr/>
          <a:lstStyle/>
          <a:p>
            <a:endParaRPr lang="vi-VN"/>
          </a:p>
        </p:txBody>
      </p:sp>
    </p:spTree>
    <p:extLst>
      <p:ext uri="{BB962C8B-B14F-4D97-AF65-F5344CB8AC3E}">
        <p14:creationId xmlns:p14="http://schemas.microsoft.com/office/powerpoint/2010/main" val="3961832058"/>
      </p:ext>
    </p:extLst>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C8D357-44D3-4192-9574-AEB50D07BA93}"/>
              </a:ext>
            </a:extLst>
          </p:cNvPr>
          <p:cNvSpPr>
            <a:spLocks noGrp="1"/>
          </p:cNvSpPr>
          <p:nvPr>
            <p:ph type="title"/>
          </p:nvPr>
        </p:nvSpPr>
        <p:spPr/>
        <p:txBody>
          <a:bodyPr wrap="square"/>
          <a:lstStyle/>
          <a:p>
            <a:pPr>
              <a:defRPr sz="2800" b="1">
                <a:solidFill>
                  <a:srgbClr val="002060"/>
                </a:solidFill>
                <a:latin typeface="Calibri"/>
              </a:defRPr>
            </a:pPr>
            <a:r>
              <a:t>Huấn luyện mô hình: Logistic Regression &amp; Ma Trận Nhầm Lẫn (In [1])</a:t>
            </a:r>
            <a:endParaRPr lang="vi-VN" dirty="0"/>
          </a:p>
        </p:txBody>
      </p:sp>
      <p:sp>
        <p:nvSpPr>
          <p:cNvPr id="3" name="Content Placeholder 2">
            <a:extLst>
              <a:ext uri="{FF2B5EF4-FFF2-40B4-BE49-F238E27FC236}">
                <a16:creationId xmlns:a16="http://schemas.microsoft.com/office/drawing/2014/main" id="{A734B11A-0C5D-4094-8818-CED3C58F0E7B}"/>
              </a:ext>
            </a:extLst>
          </p:cNvPr>
          <p:cNvSpPr>
            <a:spLocks noGrp="1"/>
          </p:cNvSpPr>
          <p:nvPr>
            <p:ph idx="1"/>
          </p:nvPr>
        </p:nvSpPr>
        <p:spPr>
          <a:xfrm>
            <a:off x="612648" y="1371600"/>
            <a:ext cx="10972800" cy="4937760"/>
          </a:xfrm>
        </p:spPr>
        <p:txBody>
          <a:bodyPr wrap="square"/>
          <a:lstStyle/>
          <a:p>
            <a:pPr algn="just">
              <a:spcBef>
                <a:spcPts val="600"/>
              </a:spcBef>
              <a:spcAft>
                <a:spcPts val="400"/>
              </a:spcAft>
              <a:defRPr sz="1700" b="1">
                <a:solidFill>
                  <a:srgbClr val="003366"/>
                </a:solidFill>
                <a:latin typeface="Calibri"/>
              </a:defRPr>
            </a:pPr>
            <a:r>
              <a:t>Huấn luyện Hồi quy Logistic trong module sklearn.linear_model:</a:t>
            </a:r>
          </a:p>
          <a:p>
            <a:pPr>
              <a:spcAft>
                <a:spcPts val="200"/>
              </a:spcAft>
              <a:defRPr sz="1300" b="0">
                <a:solidFill>
                  <a:srgbClr val="004696"/>
                </a:solidFill>
                <a:latin typeface="Consolas"/>
              </a:defRPr>
            </a:pPr>
            <a:r>
              <a:t>from sklearn.linear_model import LogisticRegression</a:t>
            </a:r>
          </a:p>
          <a:p>
            <a:pPr>
              <a:spcAft>
                <a:spcPts val="200"/>
              </a:spcAft>
              <a:defRPr sz="1300" b="0">
                <a:solidFill>
                  <a:srgbClr val="004696"/>
                </a:solidFill>
                <a:latin typeface="Consolas"/>
              </a:defRPr>
            </a:pPr>
            <a:r>
              <a:t>from sklearn.metrics import confusion_matrix, accuracy_score</a:t>
            </a:r>
          </a:p>
          <a:p>
            <a:pPr>
              <a:spcAft>
                <a:spcPts val="200"/>
              </a:spcAft>
              <a:defRPr sz="1300" b="0">
                <a:solidFill>
                  <a:srgbClr val="004696"/>
                </a:solidFill>
                <a:latin typeface="Consolas"/>
              </a:defRPr>
            </a:pPr>
            <a:r>
              <a:t>classifier = LogisticRegression(random_state=0)</a:t>
            </a:r>
          </a:p>
          <a:p>
            <a:pPr>
              <a:spcAft>
                <a:spcPts val="200"/>
              </a:spcAft>
              <a:defRPr sz="1300" b="0">
                <a:solidFill>
                  <a:srgbClr val="004696"/>
                </a:solidFill>
                <a:latin typeface="Consolas"/>
              </a:defRPr>
            </a:pPr>
            <a:r>
              <a:t>classifier.fit(X_train_scaled, y_train)</a:t>
            </a:r>
          </a:p>
          <a:p>
            <a:pPr>
              <a:spcAft>
                <a:spcPts val="400"/>
              </a:spcAft>
              <a:defRPr sz="1300" b="0">
                <a:solidFill>
                  <a:srgbClr val="004696"/>
                </a:solidFill>
                <a:latin typeface="Consolas"/>
              </a:defRPr>
            </a:pPr>
            <a:r>
              <a:t>y_pred = classifier.predict(X_test_scaled)</a:t>
            </a:r>
          </a:p>
          <a:p>
            <a:pPr>
              <a:spcAft>
                <a:spcPts val="200"/>
              </a:spcAft>
              <a:defRPr sz="1300" b="0">
                <a:solidFill>
                  <a:srgbClr val="004696"/>
                </a:solidFill>
                <a:latin typeface="Consolas"/>
              </a:defRPr>
            </a:pPr>
            <a:r>
              <a:t>cm = confusion_matrix(y_test, y_pred)</a:t>
            </a:r>
          </a:p>
          <a:p>
            <a:pPr>
              <a:spcAft>
                <a:spcPts val="200"/>
              </a:spcAft>
              <a:defRPr sz="1300" b="0">
                <a:solidFill>
                  <a:srgbClr val="004696"/>
                </a:solidFill>
                <a:latin typeface="Consolas"/>
              </a:defRPr>
            </a:pPr>
            <a:r>
              <a:t>print(f'Accuracy: {accuracy_score(y_test, y_pred)*100:.2f}%')</a:t>
            </a:r>
          </a:p>
          <a:p>
            <a:pPr>
              <a:spcAft>
                <a:spcPts val="400"/>
              </a:spcAft>
              <a:defRPr sz="1300" b="0">
                <a:solidFill>
                  <a:srgbClr val="004696"/>
                </a:solidFill>
                <a:latin typeface="Consolas"/>
              </a:defRPr>
            </a:pPr>
            <a:r>
              <a:t>print('Confusion Matrix:\n', cm)</a:t>
            </a:r>
          </a:p>
          <a:p>
            <a:pPr>
              <a:spcAft>
                <a:spcPts val="200"/>
              </a:spcAft>
              <a:defRPr sz="1200" b="0">
                <a:solidFill>
                  <a:srgbClr val="146428"/>
                </a:solidFill>
                <a:latin typeface="Consolas"/>
              </a:defRPr>
            </a:pPr>
            <a:r>
              <a:t>📌 Kết quả đánh giá: Accuracy = 89.00% | Confusion Matrix: [[65, 3], [8, 24]] (Chính xác 89/100 mẫu)</a:t>
            </a:r>
          </a:p>
        </p:txBody>
      </p:sp>
    </p:spTree>
    <p:extLst>
      <p:ext uri="{BB962C8B-B14F-4D97-AF65-F5344CB8AC3E}">
        <p14:creationId xmlns:p14="http://schemas.microsoft.com/office/powerpoint/2010/main" val="899578686"/>
      </p:ext>
    </p:extLst>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D303915-96E8-4D3F-AEBF-7529BD817D88}"/>
              </a:ext>
            </a:extLst>
          </p:cNvPr>
          <p:cNvSpPr>
            <a:spLocks noGrp="1"/>
          </p:cNvSpPr>
          <p:nvPr>
            <p:ph type="title"/>
          </p:nvPr>
        </p:nvSpPr>
        <p:spPr/>
        <p:txBody>
          <a:bodyPr/>
          <a:lstStyle/>
          <a:p>
            <a:r>
              <a:rPr lang="vi-VN" dirty="0" err="1"/>
              <a:t>Trực</a:t>
            </a:r>
            <a:r>
              <a:rPr lang="vi-VN" dirty="0"/>
              <a:t> quan </a:t>
            </a:r>
            <a:r>
              <a:rPr lang="vi-VN" dirty="0" err="1"/>
              <a:t>hóa</a:t>
            </a:r>
            <a:r>
              <a:rPr lang="vi-VN" dirty="0"/>
              <a:t> </a:t>
            </a:r>
            <a:r>
              <a:rPr lang="vi-VN" dirty="0" err="1"/>
              <a:t>kết</a:t>
            </a:r>
            <a:r>
              <a:rPr lang="vi-VN" dirty="0"/>
              <a:t> </a:t>
            </a:r>
            <a:r>
              <a:rPr lang="vi-VN" dirty="0" err="1"/>
              <a:t>quả</a:t>
            </a:r>
            <a:r>
              <a:rPr lang="vi-VN" dirty="0"/>
              <a:t> mô </a:t>
            </a:r>
            <a:r>
              <a:rPr lang="vi-VN" dirty="0" err="1"/>
              <a:t>hình</a:t>
            </a:r>
            <a:endParaRPr lang="vi-VN" dirty="0"/>
          </a:p>
        </p:txBody>
      </p:sp>
      <p:sp>
        <p:nvSpPr>
          <p:cNvPr id="5" name="Text Placeholder 4">
            <a:extLst>
              <a:ext uri="{FF2B5EF4-FFF2-40B4-BE49-F238E27FC236}">
                <a16:creationId xmlns:a16="http://schemas.microsoft.com/office/drawing/2014/main" id="{76631E8E-7F95-48D1-B193-056D9DF35BBA}"/>
              </a:ext>
            </a:extLst>
          </p:cNvPr>
          <p:cNvSpPr>
            <a:spLocks noGrp="1"/>
          </p:cNvSpPr>
          <p:nvPr>
            <p:ph type="body" idx="1"/>
          </p:nvPr>
        </p:nvSpPr>
        <p:spPr/>
        <p:txBody>
          <a:bodyPr/>
          <a:lstStyle/>
          <a:p>
            <a:endParaRPr lang="vi-VN"/>
          </a:p>
        </p:txBody>
      </p:sp>
    </p:spTree>
    <p:extLst>
      <p:ext uri="{BB962C8B-B14F-4D97-AF65-F5344CB8AC3E}">
        <p14:creationId xmlns:p14="http://schemas.microsoft.com/office/powerpoint/2010/main" val="258237387"/>
      </p:ext>
    </p:extLst>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D303915-96E8-4D3F-AEBF-7529BD817D88}"/>
              </a:ext>
            </a:extLst>
          </p:cNvPr>
          <p:cNvSpPr>
            <a:spLocks noGrp="1"/>
          </p:cNvSpPr>
          <p:nvPr>
            <p:ph type="title"/>
          </p:nvPr>
        </p:nvSpPr>
        <p:spPr/>
        <p:txBody>
          <a:bodyPr/>
          <a:lstStyle/>
          <a:p>
            <a:r>
              <a:rPr lang="vi-VN" dirty="0" err="1"/>
              <a:t>Trực</a:t>
            </a:r>
            <a:r>
              <a:rPr lang="vi-VN" dirty="0"/>
              <a:t> quan </a:t>
            </a:r>
            <a:r>
              <a:rPr lang="vi-VN" dirty="0" err="1"/>
              <a:t>hóa</a:t>
            </a:r>
            <a:r>
              <a:rPr lang="vi-VN" dirty="0"/>
              <a:t> </a:t>
            </a:r>
            <a:r>
              <a:rPr lang="vi-VN" dirty="0" err="1"/>
              <a:t>kết</a:t>
            </a:r>
            <a:r>
              <a:rPr lang="vi-VN" dirty="0"/>
              <a:t> </a:t>
            </a:r>
            <a:r>
              <a:rPr lang="vi-VN" dirty="0" err="1"/>
              <a:t>quả</a:t>
            </a:r>
            <a:r>
              <a:rPr lang="vi-VN" dirty="0"/>
              <a:t> mô </a:t>
            </a:r>
            <a:r>
              <a:rPr lang="vi-VN" dirty="0" err="1"/>
              <a:t>hình</a:t>
            </a:r>
            <a:endParaRPr lang="vi-VN" dirty="0"/>
          </a:p>
        </p:txBody>
      </p:sp>
      <mc:AlternateContent xmlns:mc="http://schemas.openxmlformats.org/markup-compatibility/2006" xmlns:a14="http://schemas.microsoft.com/office/drawing/2010/main">
        <mc:Choice Requires="a14">
          <p:sp>
            <p:nvSpPr>
              <p:cNvPr id="2" name="Content Placeholder 1">
                <a:extLst>
                  <a:ext uri="{FF2B5EF4-FFF2-40B4-BE49-F238E27FC236}">
                    <a16:creationId xmlns:a16="http://schemas.microsoft.com/office/drawing/2014/main" id="{4E7C6AE8-60A2-49FB-A20C-4375C46A913F}"/>
                  </a:ext>
                </a:extLst>
              </p:cNvPr>
              <p:cNvSpPr>
                <a:spLocks noGrp="1"/>
              </p:cNvSpPr>
              <p:nvPr>
                <p:ph idx="1"/>
              </p:nvPr>
            </p:nvSpPr>
            <p:spPr/>
            <p:txBody>
              <a:bodyPr/>
              <a:lstStyle/>
              <a:p>
                <a:pPr algn="just"/>
                <a:r>
                  <a:rPr lang="vi-VN" sz="2800" dirty="0">
                    <a:solidFill>
                      <a:srgbClr val="0066FF"/>
                    </a:solidFill>
                  </a:rPr>
                  <a:t>Ta </a:t>
                </a:r>
                <a:r>
                  <a:rPr lang="vi-VN" sz="2800" dirty="0" err="1">
                    <a:solidFill>
                      <a:srgbClr val="0066FF"/>
                    </a:solidFill>
                  </a:rPr>
                  <a:t>tạo</a:t>
                </a:r>
                <a:r>
                  <a:rPr lang="vi-VN" sz="2800" dirty="0">
                    <a:solidFill>
                      <a:srgbClr val="0066FF"/>
                    </a:solidFill>
                  </a:rPr>
                  <a:t> </a:t>
                </a:r>
                <a:r>
                  <a:rPr lang="vi-VN" sz="2800" dirty="0" err="1">
                    <a:solidFill>
                      <a:srgbClr val="0066FF"/>
                    </a:solidFill>
                  </a:rPr>
                  <a:t>một</a:t>
                </a:r>
                <a:r>
                  <a:rPr lang="vi-VN" sz="2800" dirty="0">
                    <a:solidFill>
                      <a:srgbClr val="0066FF"/>
                    </a:solidFill>
                  </a:rPr>
                  <a:t> </a:t>
                </a:r>
                <a:r>
                  <a:rPr lang="vi-VN" sz="2800" i="1" dirty="0" err="1">
                    <a:solidFill>
                      <a:srgbClr val="0066FF"/>
                    </a:solidFill>
                  </a:rPr>
                  <a:t>confusion</a:t>
                </a:r>
                <a:r>
                  <a:rPr lang="vi-VN" sz="2800" i="1" dirty="0">
                    <a:solidFill>
                      <a:srgbClr val="0066FF"/>
                    </a:solidFill>
                  </a:rPr>
                  <a:t> </a:t>
                </a:r>
                <a:r>
                  <a:rPr lang="vi-VN" sz="2800" i="1" dirty="0" err="1">
                    <a:solidFill>
                      <a:srgbClr val="0066FF"/>
                    </a:solidFill>
                  </a:rPr>
                  <a:t>matrix</a:t>
                </a:r>
                <a:r>
                  <a:rPr lang="vi-VN" sz="2800" dirty="0">
                    <a:solidFill>
                      <a:srgbClr val="0066FF"/>
                    </a:solidFill>
                  </a:rPr>
                  <a:t>. Đây </a:t>
                </a:r>
                <a:r>
                  <a:rPr lang="vi-VN" sz="2800" dirty="0" err="1">
                    <a:solidFill>
                      <a:srgbClr val="0066FF"/>
                    </a:solidFill>
                  </a:rPr>
                  <a:t>là</a:t>
                </a:r>
                <a:r>
                  <a:rPr lang="vi-VN" sz="2800" dirty="0">
                    <a:solidFill>
                      <a:srgbClr val="0066FF"/>
                    </a:solidFill>
                  </a:rPr>
                  <a:t> </a:t>
                </a:r>
                <a:r>
                  <a:rPr lang="vi-VN" sz="2800" dirty="0" err="1">
                    <a:solidFill>
                      <a:srgbClr val="0066FF"/>
                    </a:solidFill>
                  </a:rPr>
                  <a:t>một</a:t>
                </a:r>
                <a:r>
                  <a:rPr lang="vi-VN" sz="2800" dirty="0">
                    <a:solidFill>
                      <a:srgbClr val="0066FF"/>
                    </a:solidFill>
                  </a:rPr>
                  <a:t> ma </a:t>
                </a:r>
                <a:r>
                  <a:rPr lang="vi-VN" sz="2800" dirty="0" err="1">
                    <a:solidFill>
                      <a:srgbClr val="0066FF"/>
                    </a:solidFill>
                  </a:rPr>
                  <a:t>trận</a:t>
                </a:r>
                <a:r>
                  <a:rPr lang="vi-VN" sz="2800" dirty="0">
                    <a:solidFill>
                      <a:srgbClr val="0066FF"/>
                    </a:solidFill>
                  </a:rPr>
                  <a:t> </a:t>
                </a:r>
                <a:r>
                  <a:rPr lang="vi-VN" sz="2800" dirty="0" err="1">
                    <a:solidFill>
                      <a:srgbClr val="0066FF"/>
                    </a:solidFill>
                  </a:rPr>
                  <a:t>có</a:t>
                </a:r>
                <a:r>
                  <a:rPr lang="vi-VN" sz="2800" dirty="0">
                    <a:solidFill>
                      <a:srgbClr val="0066FF"/>
                    </a:solidFill>
                  </a:rPr>
                  <a:t> </a:t>
                </a:r>
                <a:r>
                  <a:rPr lang="vi-VN" sz="2800" dirty="0" err="1">
                    <a:solidFill>
                      <a:srgbClr val="0066FF"/>
                    </a:solidFill>
                  </a:rPr>
                  <a:t>kích</a:t>
                </a:r>
                <a:r>
                  <a:rPr lang="vi-VN" sz="2800" dirty="0">
                    <a:solidFill>
                      <a:srgbClr val="0066FF"/>
                    </a:solidFill>
                  </a:rPr>
                  <a:t> </a:t>
                </a:r>
                <a:r>
                  <a:rPr lang="vi-VN" sz="2800" dirty="0" err="1">
                    <a:solidFill>
                      <a:srgbClr val="0066FF"/>
                    </a:solidFill>
                  </a:rPr>
                  <a:t>thước</a:t>
                </a:r>
                <a:r>
                  <a:rPr lang="vi-VN" sz="2800" dirty="0">
                    <a:solidFill>
                      <a:srgbClr val="0066FF"/>
                    </a:solidFill>
                  </a:rPr>
                  <a:t> </a:t>
                </a:r>
                <a:r>
                  <a:rPr lang="vi-VN" sz="2800" dirty="0" err="1">
                    <a:solidFill>
                      <a:srgbClr val="0066FF"/>
                    </a:solidFill>
                  </a:rPr>
                  <a:t>là</a:t>
                </a:r>
                <a:r>
                  <a:rPr lang="vi-VN" sz="2800" dirty="0">
                    <a:solidFill>
                      <a:srgbClr val="0066FF"/>
                    </a:solidFill>
                  </a:rPr>
                  <a:t> </a:t>
                </a:r>
                <a14:m>
                  <m:oMath xmlns:m="http://schemas.openxmlformats.org/officeDocument/2006/math">
                    <m:r>
                      <a:rPr lang="vi-VN" sz="2800" i="1" dirty="0" smtClean="0">
                        <a:solidFill>
                          <a:srgbClr val="0066FF"/>
                        </a:solidFill>
                        <a:latin typeface="Cambria Math" panose="02040503050406030204" pitchFamily="18" charset="0"/>
                      </a:rPr>
                      <m:t>𝑝</m:t>
                    </m:r>
                    <m:r>
                      <a:rPr lang="vi-VN" sz="2800" i="1" dirty="0" smtClean="0">
                        <a:solidFill>
                          <a:srgbClr val="0066FF"/>
                        </a:solidFill>
                        <a:latin typeface="Cambria Math" panose="02040503050406030204" pitchFamily="18" charset="0"/>
                        <a:ea typeface="Cambria Math" panose="02040503050406030204" pitchFamily="18" charset="0"/>
                      </a:rPr>
                      <m:t>×</m:t>
                    </m:r>
                    <m:r>
                      <a:rPr lang="vi-VN" sz="2800" i="1" dirty="0" smtClean="0">
                        <a:solidFill>
                          <a:srgbClr val="0066FF"/>
                        </a:solidFill>
                        <a:latin typeface="Cambria Math" panose="02040503050406030204" pitchFamily="18" charset="0"/>
                      </a:rPr>
                      <m:t>𝑝</m:t>
                    </m:r>
                  </m:oMath>
                </a14:m>
                <a:r>
                  <a:rPr lang="vi-VN" sz="2800" dirty="0">
                    <a:solidFill>
                      <a:srgbClr val="0066FF"/>
                    </a:solidFill>
                  </a:rPr>
                  <a:t> </a:t>
                </a:r>
                <a:r>
                  <a:rPr lang="vi-VN" sz="2800" dirty="0" err="1">
                    <a:solidFill>
                      <a:srgbClr val="0066FF"/>
                    </a:solidFill>
                  </a:rPr>
                  <a:t>với</a:t>
                </a:r>
                <a:r>
                  <a:rPr lang="vi-VN" sz="2800" dirty="0">
                    <a:solidFill>
                      <a:srgbClr val="0066FF"/>
                    </a:solidFill>
                  </a:rPr>
                  <a:t> </a:t>
                </a:r>
                <a14:m>
                  <m:oMath xmlns:m="http://schemas.openxmlformats.org/officeDocument/2006/math">
                    <m:r>
                      <a:rPr lang="vi-VN" sz="2800" i="1" dirty="0" smtClean="0">
                        <a:solidFill>
                          <a:srgbClr val="0066FF"/>
                        </a:solidFill>
                        <a:latin typeface="Cambria Math" panose="02040503050406030204" pitchFamily="18" charset="0"/>
                      </a:rPr>
                      <m:t>𝑝</m:t>
                    </m:r>
                  </m:oMath>
                </a14:m>
                <a:r>
                  <a:rPr lang="vi-VN" sz="2800" dirty="0">
                    <a:solidFill>
                      <a:srgbClr val="0066FF"/>
                    </a:solidFill>
                  </a:rPr>
                  <a:t> </a:t>
                </a:r>
                <a:r>
                  <a:rPr lang="vi-VN" sz="2800" dirty="0" err="1">
                    <a:solidFill>
                      <a:srgbClr val="0066FF"/>
                    </a:solidFill>
                  </a:rPr>
                  <a:t>là</a:t>
                </a:r>
                <a:r>
                  <a:rPr lang="vi-VN" sz="2800" dirty="0">
                    <a:solidFill>
                      <a:srgbClr val="0066FF"/>
                    </a:solidFill>
                  </a:rPr>
                  <a:t> </a:t>
                </a:r>
                <a:r>
                  <a:rPr lang="vi-VN" sz="2800" dirty="0" err="1">
                    <a:solidFill>
                      <a:srgbClr val="0066FF"/>
                    </a:solidFill>
                  </a:rPr>
                  <a:t>số</a:t>
                </a:r>
                <a:r>
                  <a:rPr lang="vi-VN" sz="2800" dirty="0">
                    <a:solidFill>
                      <a:srgbClr val="0066FF"/>
                    </a:solidFill>
                  </a:rPr>
                  <a:t> phân </a:t>
                </a:r>
                <a:r>
                  <a:rPr lang="vi-VN" sz="2800" dirty="0" err="1">
                    <a:solidFill>
                      <a:srgbClr val="0066FF"/>
                    </a:solidFill>
                  </a:rPr>
                  <a:t>lớp</a:t>
                </a:r>
                <a:r>
                  <a:rPr lang="vi-VN" sz="2800" dirty="0">
                    <a:solidFill>
                      <a:srgbClr val="0066FF"/>
                    </a:solidFill>
                  </a:rPr>
                  <a:t> trong </a:t>
                </a:r>
                <a:r>
                  <a:rPr lang="vi-VN" sz="2800" dirty="0" err="1">
                    <a:solidFill>
                      <a:srgbClr val="0066FF"/>
                    </a:solidFill>
                  </a:rPr>
                  <a:t>bài</a:t>
                </a:r>
                <a:r>
                  <a:rPr lang="vi-VN" sz="2800" dirty="0">
                    <a:solidFill>
                      <a:srgbClr val="0066FF"/>
                    </a:solidFill>
                  </a:rPr>
                  <a:t> </a:t>
                </a:r>
                <a:r>
                  <a:rPr lang="vi-VN" sz="2800" dirty="0" err="1">
                    <a:solidFill>
                      <a:srgbClr val="0066FF"/>
                    </a:solidFill>
                  </a:rPr>
                  <a:t>toán</a:t>
                </a:r>
                <a:r>
                  <a:rPr lang="vi-VN" sz="2800" dirty="0">
                    <a:solidFill>
                      <a:srgbClr val="0066FF"/>
                    </a:solidFill>
                  </a:rPr>
                  <a:t> đang </a:t>
                </a:r>
                <a:r>
                  <a:rPr lang="vi-VN" sz="2800" dirty="0" err="1">
                    <a:solidFill>
                      <a:srgbClr val="0066FF"/>
                    </a:solidFill>
                  </a:rPr>
                  <a:t>xét</a:t>
                </a:r>
                <a:r>
                  <a:rPr lang="vi-VN" sz="2800" dirty="0">
                    <a:solidFill>
                      <a:srgbClr val="0066FF"/>
                    </a:solidFill>
                  </a:rPr>
                  <a:t>, ở đây </a:t>
                </a:r>
                <a:r>
                  <a:rPr lang="vi-VN" sz="2800" dirty="0" err="1">
                    <a:solidFill>
                      <a:srgbClr val="0066FF"/>
                    </a:solidFill>
                  </a:rPr>
                  <a:t>là</a:t>
                </a:r>
                <a:r>
                  <a:rPr lang="vi-VN" sz="2800" dirty="0">
                    <a:solidFill>
                      <a:srgbClr val="0066FF"/>
                    </a:solidFill>
                  </a:rPr>
                  <a:t> </a:t>
                </a:r>
                <a14:m>
                  <m:oMath xmlns:m="http://schemas.openxmlformats.org/officeDocument/2006/math">
                    <m:r>
                      <a:rPr lang="vi-VN" sz="2800" i="1" dirty="0" smtClean="0">
                        <a:solidFill>
                          <a:srgbClr val="0066FF"/>
                        </a:solidFill>
                        <a:latin typeface="Cambria Math" panose="02040503050406030204" pitchFamily="18" charset="0"/>
                      </a:rPr>
                      <m:t>2</m:t>
                    </m:r>
                  </m:oMath>
                </a14:m>
                <a:r>
                  <a:rPr lang="vi-VN" sz="2800" dirty="0">
                    <a:solidFill>
                      <a:srgbClr val="0066FF"/>
                    </a:solidFill>
                  </a:rPr>
                  <a:t>.</a:t>
                </a:r>
              </a:p>
              <a:p>
                <a:pPr algn="just"/>
                <a:r>
                  <a:rPr lang="vi-VN" sz="2800" dirty="0">
                    <a:solidFill>
                      <a:srgbClr val="FF0000"/>
                    </a:solidFill>
                  </a:rPr>
                  <a:t>Phần </a:t>
                </a:r>
                <a:r>
                  <a:rPr lang="vi-VN" sz="2800" dirty="0" err="1">
                    <a:solidFill>
                      <a:srgbClr val="FF0000"/>
                    </a:solidFill>
                  </a:rPr>
                  <a:t>tử</a:t>
                </a:r>
                <a:r>
                  <a:rPr lang="vi-VN" sz="2800" dirty="0">
                    <a:solidFill>
                      <a:srgbClr val="FF0000"/>
                    </a:solidFill>
                  </a:rPr>
                  <a:t> ở </a:t>
                </a:r>
                <a:r>
                  <a:rPr lang="vi-VN" sz="2800" dirty="0" err="1">
                    <a:solidFill>
                      <a:srgbClr val="FF0000"/>
                    </a:solidFill>
                  </a:rPr>
                  <a:t>dòng</a:t>
                </a:r>
                <a:r>
                  <a:rPr lang="vi-VN" sz="2800" dirty="0">
                    <a:solidFill>
                      <a:srgbClr val="FF0000"/>
                    </a:solidFill>
                  </a:rPr>
                  <a:t> </a:t>
                </a:r>
                <a:r>
                  <a:rPr lang="vi-VN" sz="2800" dirty="0" err="1">
                    <a:solidFill>
                      <a:srgbClr val="FF0000"/>
                    </a:solidFill>
                  </a:rPr>
                  <a:t>thứ</a:t>
                </a:r>
                <a:r>
                  <a:rPr lang="vi-VN" sz="2800" dirty="0">
                    <a:solidFill>
                      <a:srgbClr val="FF0000"/>
                    </a:solidFill>
                  </a:rPr>
                  <a:t> </a:t>
                </a:r>
                <a14:m>
                  <m:oMath xmlns:m="http://schemas.openxmlformats.org/officeDocument/2006/math">
                    <m:r>
                      <a:rPr lang="vi-VN" sz="2800" i="1" dirty="0" smtClean="0">
                        <a:solidFill>
                          <a:srgbClr val="FF0000"/>
                        </a:solidFill>
                        <a:latin typeface="Cambria Math" panose="02040503050406030204" pitchFamily="18" charset="0"/>
                      </a:rPr>
                      <m:t>𝑖</m:t>
                    </m:r>
                  </m:oMath>
                </a14:m>
                <a:r>
                  <a:rPr lang="vi-VN" sz="2800" dirty="0">
                    <a:solidFill>
                      <a:srgbClr val="FF0000"/>
                    </a:solidFill>
                  </a:rPr>
                  <a:t>, </a:t>
                </a:r>
                <a:r>
                  <a:rPr lang="vi-VN" sz="2800" dirty="0" err="1">
                    <a:solidFill>
                      <a:srgbClr val="FF0000"/>
                    </a:solidFill>
                  </a:rPr>
                  <a:t>cột</a:t>
                </a:r>
                <a:r>
                  <a:rPr lang="vi-VN" sz="2800" dirty="0">
                    <a:solidFill>
                      <a:srgbClr val="FF0000"/>
                    </a:solidFill>
                  </a:rPr>
                  <a:t> </a:t>
                </a:r>
                <a:r>
                  <a:rPr lang="vi-VN" sz="2800" dirty="0" err="1">
                    <a:solidFill>
                      <a:srgbClr val="FF0000"/>
                    </a:solidFill>
                  </a:rPr>
                  <a:t>thứ</a:t>
                </a:r>
                <a:r>
                  <a:rPr lang="vi-VN" sz="2800" dirty="0">
                    <a:solidFill>
                      <a:srgbClr val="FF0000"/>
                    </a:solidFill>
                  </a:rPr>
                  <a:t> </a:t>
                </a:r>
                <a14:m>
                  <m:oMath xmlns:m="http://schemas.openxmlformats.org/officeDocument/2006/math">
                    <m:r>
                      <a:rPr lang="vi-VN" sz="2800" i="1" dirty="0" smtClean="0">
                        <a:solidFill>
                          <a:srgbClr val="FF0000"/>
                        </a:solidFill>
                        <a:latin typeface="Cambria Math" panose="02040503050406030204" pitchFamily="18" charset="0"/>
                      </a:rPr>
                      <m:t>𝑗</m:t>
                    </m:r>
                  </m:oMath>
                </a14:m>
                <a:r>
                  <a:rPr lang="vi-VN" sz="2800" dirty="0">
                    <a:solidFill>
                      <a:srgbClr val="FF0000"/>
                    </a:solidFill>
                  </a:rPr>
                  <a:t> </a:t>
                </a:r>
                <a:r>
                  <a:rPr lang="vi-VN" sz="2800" dirty="0" err="1">
                    <a:solidFill>
                      <a:srgbClr val="FF0000"/>
                    </a:solidFill>
                  </a:rPr>
                  <a:t>của</a:t>
                </a:r>
                <a:r>
                  <a:rPr lang="vi-VN" sz="2800" dirty="0">
                    <a:solidFill>
                      <a:srgbClr val="FF0000"/>
                    </a:solidFill>
                  </a:rPr>
                  <a:t> </a:t>
                </a:r>
                <a:r>
                  <a:rPr lang="vi-VN" sz="2800" dirty="0" err="1">
                    <a:solidFill>
                      <a:srgbClr val="FF0000"/>
                    </a:solidFill>
                  </a:rPr>
                  <a:t>confusion</a:t>
                </a:r>
                <a:r>
                  <a:rPr lang="vi-VN" sz="2800" dirty="0">
                    <a:solidFill>
                      <a:srgbClr val="FF0000"/>
                    </a:solidFill>
                  </a:rPr>
                  <a:t> </a:t>
                </a:r>
                <a:r>
                  <a:rPr lang="vi-VN" sz="2800" dirty="0" err="1">
                    <a:solidFill>
                      <a:srgbClr val="FF0000"/>
                    </a:solidFill>
                  </a:rPr>
                  <a:t>matrix</a:t>
                </a:r>
                <a:r>
                  <a:rPr lang="vi-VN" sz="2800" dirty="0">
                    <a:solidFill>
                      <a:srgbClr val="FF0000"/>
                    </a:solidFill>
                  </a:rPr>
                  <a:t> </a:t>
                </a:r>
                <a:r>
                  <a:rPr lang="vi-VN" sz="2800" dirty="0" err="1">
                    <a:solidFill>
                      <a:srgbClr val="FF0000"/>
                    </a:solidFill>
                  </a:rPr>
                  <a:t>biểu</a:t>
                </a:r>
                <a:r>
                  <a:rPr lang="vi-VN" sz="2800" dirty="0">
                    <a:solidFill>
                      <a:srgbClr val="FF0000"/>
                    </a:solidFill>
                  </a:rPr>
                  <a:t> </a:t>
                </a:r>
                <a:r>
                  <a:rPr lang="vi-VN" sz="2800" dirty="0" err="1">
                    <a:solidFill>
                      <a:srgbClr val="FF0000"/>
                    </a:solidFill>
                  </a:rPr>
                  <a:t>thị</a:t>
                </a:r>
                <a:r>
                  <a:rPr lang="vi-VN" sz="2800" dirty="0">
                    <a:solidFill>
                      <a:srgbClr val="FF0000"/>
                    </a:solidFill>
                  </a:rPr>
                  <a:t> </a:t>
                </a:r>
                <a:r>
                  <a:rPr lang="vi-VN" sz="2800" dirty="0" err="1">
                    <a:solidFill>
                      <a:srgbClr val="FF0000"/>
                    </a:solidFill>
                  </a:rPr>
                  <a:t>số</a:t>
                </a:r>
                <a:r>
                  <a:rPr lang="vi-VN" sz="2800" dirty="0">
                    <a:solidFill>
                      <a:srgbClr val="FF0000"/>
                    </a:solidFill>
                  </a:rPr>
                  <a:t> </a:t>
                </a:r>
                <a:r>
                  <a:rPr lang="vi-VN" sz="2800" dirty="0" err="1">
                    <a:solidFill>
                      <a:srgbClr val="FF0000"/>
                    </a:solidFill>
                  </a:rPr>
                  <a:t>lượng</a:t>
                </a:r>
                <a:r>
                  <a:rPr lang="vi-VN" sz="2800" dirty="0">
                    <a:solidFill>
                      <a:srgbClr val="FF0000"/>
                    </a:solidFill>
                  </a:rPr>
                  <a:t> </a:t>
                </a:r>
                <a:r>
                  <a:rPr lang="vi-VN" sz="2800" dirty="0" err="1">
                    <a:solidFill>
                      <a:srgbClr val="FF0000"/>
                    </a:solidFill>
                  </a:rPr>
                  <a:t>phần</a:t>
                </a:r>
                <a:r>
                  <a:rPr lang="vi-VN" sz="2800" dirty="0">
                    <a:solidFill>
                      <a:srgbClr val="FF0000"/>
                    </a:solidFill>
                  </a:rPr>
                  <a:t> </a:t>
                </a:r>
                <a:r>
                  <a:rPr lang="vi-VN" sz="2800" dirty="0" err="1">
                    <a:solidFill>
                      <a:srgbClr val="FF0000"/>
                    </a:solidFill>
                  </a:rPr>
                  <a:t>tử</a:t>
                </a:r>
                <a:r>
                  <a:rPr lang="vi-VN" sz="2800" dirty="0">
                    <a:solidFill>
                      <a:srgbClr val="FF0000"/>
                    </a:solidFill>
                  </a:rPr>
                  <a:t> </a:t>
                </a:r>
                <a:r>
                  <a:rPr lang="vi-VN" sz="2800" dirty="0" err="1">
                    <a:solidFill>
                      <a:srgbClr val="FF0000"/>
                    </a:solidFill>
                  </a:rPr>
                  <a:t>có</a:t>
                </a:r>
                <a:r>
                  <a:rPr lang="vi-VN" sz="2800" dirty="0">
                    <a:solidFill>
                      <a:srgbClr val="FF0000"/>
                    </a:solidFill>
                  </a:rPr>
                  <a:t> </a:t>
                </a:r>
                <a:r>
                  <a:rPr lang="vi-VN" sz="2800" dirty="0" err="1">
                    <a:solidFill>
                      <a:srgbClr val="FF0000"/>
                    </a:solidFill>
                  </a:rPr>
                  <a:t>loại</a:t>
                </a:r>
                <a:r>
                  <a:rPr lang="vi-VN" sz="2800" dirty="0">
                    <a:solidFill>
                      <a:srgbClr val="FF0000"/>
                    </a:solidFill>
                  </a:rPr>
                  <a:t> </a:t>
                </a:r>
                <a:r>
                  <a:rPr lang="vi-VN" sz="2800" dirty="0" err="1">
                    <a:solidFill>
                      <a:srgbClr val="FF0000"/>
                    </a:solidFill>
                  </a:rPr>
                  <a:t>là</a:t>
                </a:r>
                <a:r>
                  <a:rPr lang="vi-VN" sz="2800" dirty="0">
                    <a:solidFill>
                      <a:srgbClr val="FF0000"/>
                    </a:solidFill>
                  </a:rPr>
                  <a:t> </a:t>
                </a:r>
                <a14:m>
                  <m:oMath xmlns:m="http://schemas.openxmlformats.org/officeDocument/2006/math">
                    <m:r>
                      <a:rPr lang="vi-VN" sz="2800" i="1" dirty="0" smtClean="0">
                        <a:solidFill>
                          <a:srgbClr val="FF0000"/>
                        </a:solidFill>
                        <a:latin typeface="Cambria Math" panose="02040503050406030204" pitchFamily="18" charset="0"/>
                      </a:rPr>
                      <m:t>𝑖</m:t>
                    </m:r>
                  </m:oMath>
                </a14:m>
                <a:r>
                  <a:rPr lang="vi-VN" sz="2800" dirty="0">
                    <a:solidFill>
                      <a:srgbClr val="FF0000"/>
                    </a:solidFill>
                  </a:rPr>
                  <a:t> </a:t>
                </a:r>
                <a:r>
                  <a:rPr lang="vi-VN" sz="2800" dirty="0" err="1">
                    <a:solidFill>
                      <a:srgbClr val="FF0000"/>
                    </a:solidFill>
                  </a:rPr>
                  <a:t>và</a:t>
                </a:r>
                <a:r>
                  <a:rPr lang="vi-VN" sz="2800" dirty="0">
                    <a:solidFill>
                      <a:srgbClr val="FF0000"/>
                    </a:solidFill>
                  </a:rPr>
                  <a:t> </a:t>
                </a:r>
                <a:r>
                  <a:rPr lang="vi-VN" sz="2800" dirty="0" err="1">
                    <a:solidFill>
                      <a:srgbClr val="FF0000"/>
                    </a:solidFill>
                  </a:rPr>
                  <a:t>được</a:t>
                </a:r>
                <a:r>
                  <a:rPr lang="vi-VN" sz="2800" dirty="0">
                    <a:solidFill>
                      <a:srgbClr val="FF0000"/>
                    </a:solidFill>
                  </a:rPr>
                  <a:t> phân </a:t>
                </a:r>
                <a:r>
                  <a:rPr lang="vi-VN" sz="2800" dirty="0" err="1">
                    <a:solidFill>
                      <a:srgbClr val="FF0000"/>
                    </a:solidFill>
                  </a:rPr>
                  <a:t>vào</a:t>
                </a:r>
                <a:r>
                  <a:rPr lang="vi-VN" sz="2800" dirty="0">
                    <a:solidFill>
                      <a:srgbClr val="FF0000"/>
                    </a:solidFill>
                  </a:rPr>
                  <a:t> </a:t>
                </a:r>
                <a:r>
                  <a:rPr lang="vi-VN" sz="2800" dirty="0" err="1">
                    <a:solidFill>
                      <a:srgbClr val="FF0000"/>
                    </a:solidFill>
                  </a:rPr>
                  <a:t>loại</a:t>
                </a:r>
                <a:r>
                  <a:rPr lang="vi-VN" sz="2800" dirty="0">
                    <a:solidFill>
                      <a:srgbClr val="FF0000"/>
                    </a:solidFill>
                  </a:rPr>
                  <a:t> </a:t>
                </a:r>
                <a14:m>
                  <m:oMath xmlns:m="http://schemas.openxmlformats.org/officeDocument/2006/math">
                    <m:r>
                      <a:rPr lang="vi-VN" sz="2800" i="1" dirty="0" smtClean="0">
                        <a:solidFill>
                          <a:srgbClr val="FF0000"/>
                        </a:solidFill>
                        <a:latin typeface="Cambria Math" panose="02040503050406030204" pitchFamily="18" charset="0"/>
                      </a:rPr>
                      <m:t>𝑗</m:t>
                    </m:r>
                  </m:oMath>
                </a14:m>
                <a:r>
                  <a:rPr lang="vi-VN" sz="2800" dirty="0">
                    <a:solidFill>
                      <a:srgbClr val="FF0000"/>
                    </a:solidFill>
                  </a:rPr>
                  <a:t>.</a:t>
                </a:r>
              </a:p>
              <a:p>
                <a:pPr algn="just"/>
                <a:r>
                  <a:rPr lang="vi-VN" sz="2800" dirty="0" err="1">
                    <a:solidFill>
                      <a:srgbClr val="0066FF"/>
                    </a:solidFill>
                  </a:rPr>
                  <a:t>Hàm</a:t>
                </a:r>
                <a:r>
                  <a:rPr lang="vi-VN" sz="2800" dirty="0">
                    <a:solidFill>
                      <a:srgbClr val="0066FF"/>
                    </a:solidFill>
                  </a:rPr>
                  <a:t> </a:t>
                </a:r>
                <a:r>
                  <a:rPr lang="vi-VN" sz="2800" dirty="0" err="1">
                    <a:highlight>
                      <a:srgbClr val="FFFF00"/>
                    </a:highlight>
                    <a:latin typeface="Consolas" panose="020B0609020204030204" pitchFamily="49" charset="0"/>
                  </a:rPr>
                  <a:t>confusion_matrix</a:t>
                </a:r>
                <a:r>
                  <a:rPr lang="vi-VN" sz="2800" dirty="0">
                    <a:solidFill>
                      <a:srgbClr val="0066FF"/>
                    </a:solidFill>
                  </a:rPr>
                  <a:t> trong </a:t>
                </a:r>
                <a:r>
                  <a:rPr lang="vi-VN" sz="2800" dirty="0" err="1">
                    <a:solidFill>
                      <a:srgbClr val="0066FF"/>
                    </a:solidFill>
                  </a:rPr>
                  <a:t>module</a:t>
                </a:r>
                <a:r>
                  <a:rPr lang="vi-VN" sz="2800" dirty="0">
                    <a:solidFill>
                      <a:srgbClr val="0066FF"/>
                    </a:solidFill>
                  </a:rPr>
                  <a:t> </a:t>
                </a:r>
                <a:r>
                  <a:rPr lang="vi-VN" sz="2800" dirty="0" err="1">
                    <a:highlight>
                      <a:srgbClr val="FFFF00"/>
                    </a:highlight>
                    <a:latin typeface="Consolas" panose="020B0609020204030204" pitchFamily="49" charset="0"/>
                  </a:rPr>
                  <a:t>sklearn.metrics</a:t>
                </a:r>
                <a:r>
                  <a:rPr lang="vi-VN" sz="2800" dirty="0">
                    <a:solidFill>
                      <a:srgbClr val="0066FF"/>
                    </a:solidFill>
                  </a:rPr>
                  <a:t> </a:t>
                </a:r>
                <a:r>
                  <a:rPr lang="vi-VN" sz="2800" dirty="0" err="1">
                    <a:solidFill>
                      <a:srgbClr val="0066FF"/>
                    </a:solidFill>
                  </a:rPr>
                  <a:t>sẽ</a:t>
                </a:r>
                <a:r>
                  <a:rPr lang="vi-VN" sz="2800" dirty="0">
                    <a:solidFill>
                      <a:srgbClr val="0066FF"/>
                    </a:solidFill>
                  </a:rPr>
                  <a:t> </a:t>
                </a:r>
                <a:r>
                  <a:rPr lang="vi-VN" sz="2800" dirty="0" err="1">
                    <a:solidFill>
                      <a:srgbClr val="0066FF"/>
                    </a:solidFill>
                  </a:rPr>
                  <a:t>hỗ</a:t>
                </a:r>
                <a:r>
                  <a:rPr lang="vi-VN" sz="2800" dirty="0">
                    <a:solidFill>
                      <a:srgbClr val="0066FF"/>
                    </a:solidFill>
                  </a:rPr>
                  <a:t> </a:t>
                </a:r>
                <a:r>
                  <a:rPr lang="vi-VN" sz="2800" dirty="0" err="1">
                    <a:solidFill>
                      <a:srgbClr val="0066FF"/>
                    </a:solidFill>
                  </a:rPr>
                  <a:t>trợ</a:t>
                </a:r>
                <a:r>
                  <a:rPr lang="vi-VN" sz="2800" dirty="0">
                    <a:solidFill>
                      <a:srgbClr val="0066FF"/>
                    </a:solidFill>
                  </a:rPr>
                  <a:t> ta xây </a:t>
                </a:r>
                <a:r>
                  <a:rPr lang="vi-VN" sz="2800" dirty="0" err="1">
                    <a:solidFill>
                      <a:srgbClr val="0066FF"/>
                    </a:solidFill>
                  </a:rPr>
                  <a:t>dựng</a:t>
                </a:r>
                <a:r>
                  <a:rPr lang="vi-VN" sz="2800" dirty="0">
                    <a:solidFill>
                      <a:srgbClr val="0066FF"/>
                    </a:solidFill>
                  </a:rPr>
                  <a:t> </a:t>
                </a:r>
                <a:r>
                  <a:rPr lang="vi-VN" sz="2800" dirty="0" err="1">
                    <a:solidFill>
                      <a:srgbClr val="0066FF"/>
                    </a:solidFill>
                  </a:rPr>
                  <a:t>confusion</a:t>
                </a:r>
                <a:r>
                  <a:rPr lang="vi-VN" sz="2800" dirty="0">
                    <a:solidFill>
                      <a:srgbClr val="0066FF"/>
                    </a:solidFill>
                  </a:rPr>
                  <a:t> </a:t>
                </a:r>
                <a:r>
                  <a:rPr lang="vi-VN" sz="2800" dirty="0" err="1">
                    <a:solidFill>
                      <a:srgbClr val="0066FF"/>
                    </a:solidFill>
                  </a:rPr>
                  <a:t>matrix</a:t>
                </a:r>
                <a:r>
                  <a:rPr lang="vi-VN" sz="2800" dirty="0">
                    <a:solidFill>
                      <a:srgbClr val="0066FF"/>
                    </a:solidFill>
                  </a:rPr>
                  <a:t>.</a:t>
                </a:r>
              </a:p>
              <a:p>
                <a:pPr marL="514350" indent="-514350">
                  <a:buFont typeface="+mj-lt"/>
                  <a:buAutoNum type="arabicPeriod" startAt="23"/>
                </a:pPr>
                <a:r>
                  <a:rPr lang="vi-VN" dirty="0" err="1">
                    <a:solidFill>
                      <a:srgbClr val="AF00DB"/>
                    </a:solidFill>
                    <a:latin typeface="Consolas" panose="020B0609020204030204" pitchFamily="49" charset="0"/>
                  </a:rPr>
                  <a:t>from</a:t>
                </a:r>
                <a:r>
                  <a:rPr lang="vi-VN" dirty="0">
                    <a:solidFill>
                      <a:srgbClr val="000000"/>
                    </a:solidFill>
                    <a:latin typeface="Consolas" panose="020B0609020204030204" pitchFamily="49" charset="0"/>
                  </a:rPr>
                  <a:t> </a:t>
                </a:r>
                <a:r>
                  <a:rPr lang="vi-VN" dirty="0" err="1">
                    <a:solidFill>
                      <a:srgbClr val="000000"/>
                    </a:solidFill>
                    <a:latin typeface="Consolas" panose="020B0609020204030204" pitchFamily="49" charset="0"/>
                  </a:rPr>
                  <a:t>sklearn.metrics</a:t>
                </a:r>
                <a:r>
                  <a:rPr lang="vi-VN" dirty="0">
                    <a:solidFill>
                      <a:srgbClr val="000000"/>
                    </a:solidFill>
                    <a:latin typeface="Consolas" panose="020B0609020204030204" pitchFamily="49" charset="0"/>
                  </a:rPr>
                  <a:t> </a:t>
                </a:r>
                <a:r>
                  <a:rPr lang="vi-VN" dirty="0" err="1">
                    <a:solidFill>
                      <a:srgbClr val="AF00DB"/>
                    </a:solidFill>
                    <a:latin typeface="Consolas" panose="020B0609020204030204" pitchFamily="49" charset="0"/>
                  </a:rPr>
                  <a:t>import</a:t>
                </a:r>
                <a:r>
                  <a:rPr lang="vi-VN" dirty="0">
                    <a:solidFill>
                      <a:srgbClr val="000000"/>
                    </a:solidFill>
                    <a:latin typeface="Consolas" panose="020B0609020204030204" pitchFamily="49" charset="0"/>
                  </a:rPr>
                  <a:t> </a:t>
                </a:r>
                <a:r>
                  <a:rPr lang="vi-VN" dirty="0" err="1">
                    <a:solidFill>
                      <a:srgbClr val="000000"/>
                    </a:solidFill>
                    <a:latin typeface="Consolas" panose="020B0609020204030204" pitchFamily="49" charset="0"/>
                  </a:rPr>
                  <a:t>confusion_matrix</a:t>
                </a:r>
                <a:endParaRPr lang="vi-VN" dirty="0">
                  <a:solidFill>
                    <a:srgbClr val="000000"/>
                  </a:solidFill>
                  <a:latin typeface="Consolas" panose="020B0609020204030204" pitchFamily="49" charset="0"/>
                </a:endParaRPr>
              </a:p>
              <a:p>
                <a:pPr marL="514350" indent="-514350">
                  <a:buFont typeface="+mj-lt"/>
                  <a:buAutoNum type="arabicPeriod" startAt="23"/>
                </a:pPr>
                <a:r>
                  <a:rPr lang="fr-FR" dirty="0">
                    <a:solidFill>
                      <a:srgbClr val="000000"/>
                    </a:solidFill>
                    <a:latin typeface="Consolas" panose="020B0609020204030204" pitchFamily="49" charset="0"/>
                  </a:rPr>
                  <a:t>cm = </a:t>
                </a:r>
                <a:r>
                  <a:rPr lang="fr-FR" dirty="0" err="1">
                    <a:solidFill>
                      <a:srgbClr val="000000"/>
                    </a:solidFill>
                    <a:latin typeface="Consolas" panose="020B0609020204030204" pitchFamily="49" charset="0"/>
                  </a:rPr>
                  <a:t>confusion_matrix</a:t>
                </a:r>
                <a:r>
                  <a:rPr lang="fr-FR" dirty="0">
                    <a:solidFill>
                      <a:srgbClr val="000000"/>
                    </a:solidFill>
                    <a:latin typeface="Consolas" panose="020B0609020204030204" pitchFamily="49" charset="0"/>
                  </a:rPr>
                  <a:t>(</a:t>
                </a:r>
                <a:r>
                  <a:rPr lang="fr-FR" dirty="0" err="1">
                    <a:solidFill>
                      <a:srgbClr val="000000"/>
                    </a:solidFill>
                    <a:latin typeface="Consolas" panose="020B0609020204030204" pitchFamily="49" charset="0"/>
                  </a:rPr>
                  <a:t>Y_train</a:t>
                </a:r>
                <a:r>
                  <a:rPr lang="fr-FR" dirty="0">
                    <a:solidFill>
                      <a:srgbClr val="000000"/>
                    </a:solidFill>
                    <a:latin typeface="Consolas" panose="020B0609020204030204" pitchFamily="49" charset="0"/>
                  </a:rPr>
                  <a:t>, </a:t>
                </a:r>
                <a:r>
                  <a:rPr lang="fr-FR" dirty="0" err="1">
                    <a:solidFill>
                      <a:srgbClr val="000000"/>
                    </a:solidFill>
                    <a:latin typeface="Consolas" panose="020B0609020204030204" pitchFamily="49" charset="0"/>
                  </a:rPr>
                  <a:t>classifier.predict</a:t>
                </a:r>
                <a:r>
                  <a:rPr lang="fr-FR" dirty="0">
                    <a:solidFill>
                      <a:srgbClr val="000000"/>
                    </a:solidFill>
                    <a:latin typeface="Consolas" panose="020B0609020204030204" pitchFamily="49" charset="0"/>
                  </a:rPr>
                  <a:t>(</a:t>
                </a:r>
                <a:r>
                  <a:rPr lang="fr-FR" dirty="0" err="1">
                    <a:solidFill>
                      <a:srgbClr val="000000"/>
                    </a:solidFill>
                    <a:latin typeface="Consolas" panose="020B0609020204030204" pitchFamily="49" charset="0"/>
                  </a:rPr>
                  <a:t>X_train</a:t>
                </a:r>
                <a:r>
                  <a:rPr lang="fr-FR" dirty="0">
                    <a:solidFill>
                      <a:srgbClr val="000000"/>
                    </a:solidFill>
                    <a:latin typeface="Consolas" panose="020B0609020204030204" pitchFamily="49" charset="0"/>
                  </a:rPr>
                  <a:t>))</a:t>
                </a:r>
              </a:p>
              <a:p>
                <a:pPr marL="514350" indent="-514350">
                  <a:buFont typeface="+mj-lt"/>
                  <a:buAutoNum type="arabicPeriod" startAt="23"/>
                </a:pPr>
                <a:r>
                  <a:rPr lang="vi-VN" dirty="0" err="1">
                    <a:solidFill>
                      <a:srgbClr val="795E26"/>
                    </a:solidFill>
                    <a:latin typeface="Consolas" panose="020B0609020204030204" pitchFamily="49" charset="0"/>
                  </a:rPr>
                  <a:t>print</a:t>
                </a:r>
                <a:r>
                  <a:rPr lang="vi-VN" dirty="0">
                    <a:solidFill>
                      <a:srgbClr val="000000"/>
                    </a:solidFill>
                    <a:latin typeface="Consolas" panose="020B0609020204030204" pitchFamily="49" charset="0"/>
                  </a:rPr>
                  <a:t>(</a:t>
                </a:r>
                <a:r>
                  <a:rPr lang="vi-VN" dirty="0" err="1">
                    <a:solidFill>
                      <a:srgbClr val="000000"/>
                    </a:solidFill>
                    <a:latin typeface="Consolas" panose="020B0609020204030204" pitchFamily="49" charset="0"/>
                  </a:rPr>
                  <a:t>cm</a:t>
                </a:r>
                <a:r>
                  <a:rPr lang="vi-VN" dirty="0">
                    <a:solidFill>
                      <a:srgbClr val="000000"/>
                    </a:solidFill>
                    <a:latin typeface="Consolas" panose="020B0609020204030204" pitchFamily="49" charset="0"/>
                  </a:rPr>
                  <a:t>)</a:t>
                </a:r>
              </a:p>
            </p:txBody>
          </p:sp>
        </mc:Choice>
        <mc:Fallback xmlns="">
          <p:sp>
            <p:nvSpPr>
              <p:cNvPr id="2" name="Content Placeholder 1">
                <a:extLst>
                  <a:ext uri="{FF2B5EF4-FFF2-40B4-BE49-F238E27FC236}">
                    <a16:creationId xmlns:a16="http://schemas.microsoft.com/office/drawing/2014/main" id="{4E7C6AE8-60A2-49FB-A20C-4375C46A913F}"/>
                  </a:ext>
                </a:extLst>
              </p:cNvPr>
              <p:cNvSpPr>
                <a:spLocks noGrp="1" noRot="1" noChangeAspect="1" noMove="1" noResize="1" noEditPoints="1" noAdjustHandles="1" noChangeArrowheads="1" noChangeShapeType="1" noTextEdit="1"/>
              </p:cNvSpPr>
              <p:nvPr>
                <p:ph idx="1"/>
              </p:nvPr>
            </p:nvSpPr>
            <p:spPr>
              <a:blipFill>
                <a:blip r:embed="rId2"/>
                <a:stretch>
                  <a:fillRect l="-1000" t="-1482" r="-1111"/>
                </a:stretch>
              </a:blipFill>
            </p:spPr>
            <p:txBody>
              <a:bodyPr/>
              <a:lstStyle/>
              <a:p>
                <a:r>
                  <a:rPr lang="vi-VN">
                    <a:noFill/>
                  </a:rPr>
                  <a:t> </a:t>
                </a:r>
              </a:p>
            </p:txBody>
          </p:sp>
        </mc:Fallback>
      </mc:AlternateContent>
    </p:spTree>
    <p:extLst>
      <p:ext uri="{BB962C8B-B14F-4D97-AF65-F5344CB8AC3E}">
        <p14:creationId xmlns:p14="http://schemas.microsoft.com/office/powerpoint/2010/main" val="196043339"/>
      </p:ext>
    </p:extLst>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401FE9-BB2E-49B4-B0F1-3693843C0196}"/>
              </a:ext>
            </a:extLst>
          </p:cNvPr>
          <p:cNvSpPr>
            <a:spLocks noGrp="1"/>
          </p:cNvSpPr>
          <p:nvPr>
            <p:ph type="title"/>
          </p:nvPr>
        </p:nvSpPr>
        <p:spPr/>
        <p:txBody>
          <a:bodyPr/>
          <a:lstStyle/>
          <a:p>
            <a:r>
              <a:rPr lang="vi-VN" dirty="0" err="1"/>
              <a:t>Trực</a:t>
            </a:r>
            <a:r>
              <a:rPr lang="vi-VN" dirty="0"/>
              <a:t> quan </a:t>
            </a:r>
            <a:r>
              <a:rPr lang="vi-VN" dirty="0" err="1"/>
              <a:t>hóa</a:t>
            </a:r>
            <a:r>
              <a:rPr lang="vi-VN" dirty="0"/>
              <a:t> </a:t>
            </a:r>
            <a:r>
              <a:rPr lang="vi-VN" dirty="0" err="1"/>
              <a:t>kết</a:t>
            </a:r>
            <a:r>
              <a:rPr lang="vi-VN" dirty="0"/>
              <a:t> </a:t>
            </a:r>
            <a:r>
              <a:rPr lang="vi-VN" dirty="0" err="1"/>
              <a:t>quả</a:t>
            </a:r>
            <a:r>
              <a:rPr lang="vi-VN" dirty="0"/>
              <a:t> mô </a:t>
            </a:r>
            <a:r>
              <a:rPr lang="vi-VN" dirty="0" err="1"/>
              <a:t>hình</a:t>
            </a:r>
            <a:endParaRPr lang="vi-VN"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9A95AD93-52A0-4D38-8C7C-5813D54C2C62}"/>
                  </a:ext>
                </a:extLst>
              </p:cNvPr>
              <p:cNvSpPr>
                <a:spLocks noGrp="1"/>
              </p:cNvSpPr>
              <p:nvPr>
                <p:ph idx="1"/>
              </p:nvPr>
            </p:nvSpPr>
            <p:spPr/>
            <p:txBody>
              <a:bodyPr/>
              <a:lstStyle/>
              <a:p>
                <a:pPr algn="just"/>
                <a:r>
                  <a:rPr lang="vi-VN" sz="2800" dirty="0">
                    <a:solidFill>
                      <a:srgbClr val="0066FF"/>
                    </a:solidFill>
                  </a:rPr>
                  <a:t>Confusion </a:t>
                </a:r>
                <a:r>
                  <a:rPr lang="vi-VN" sz="2800" dirty="0" err="1">
                    <a:solidFill>
                      <a:srgbClr val="0066FF"/>
                    </a:solidFill>
                  </a:rPr>
                  <a:t>Matrix</a:t>
                </a:r>
                <a:r>
                  <a:rPr lang="vi-VN" sz="2800" dirty="0">
                    <a:solidFill>
                      <a:srgbClr val="0066FF"/>
                    </a:solidFill>
                  </a:rPr>
                  <a:t> </a:t>
                </a:r>
                <a:r>
                  <a:rPr lang="vi-VN" sz="2800" dirty="0" err="1">
                    <a:solidFill>
                      <a:srgbClr val="0066FF"/>
                    </a:solidFill>
                  </a:rPr>
                  <a:t>được</a:t>
                </a:r>
                <a:r>
                  <a:rPr lang="vi-VN" sz="2800" dirty="0">
                    <a:solidFill>
                      <a:srgbClr val="0066FF"/>
                    </a:solidFill>
                  </a:rPr>
                  <a:t> in ra </a:t>
                </a:r>
                <a:r>
                  <a:rPr lang="vi-VN" sz="2800" dirty="0" err="1">
                    <a:solidFill>
                      <a:srgbClr val="0066FF"/>
                    </a:solidFill>
                  </a:rPr>
                  <a:t>là</a:t>
                </a:r>
                <a:r>
                  <a:rPr lang="vi-VN" sz="2800" dirty="0">
                    <a:solidFill>
                      <a:srgbClr val="0066FF"/>
                    </a:solidFill>
                  </a:rPr>
                  <a:t>:</a:t>
                </a:r>
              </a:p>
              <a:p>
                <a:pPr algn="just"/>
                <a:endParaRPr lang="vi-VN" sz="2800" dirty="0">
                  <a:solidFill>
                    <a:srgbClr val="0066FF"/>
                  </a:solidFill>
                </a:endParaRPr>
              </a:p>
              <a:p>
                <a:pPr algn="just"/>
                <a:endParaRPr lang="vi-VN" sz="2800" dirty="0">
                  <a:solidFill>
                    <a:srgbClr val="0066FF"/>
                  </a:solidFill>
                </a:endParaRPr>
              </a:p>
              <a:p>
                <a:pPr algn="just"/>
                <a:endParaRPr lang="vi-VN" sz="2800" dirty="0">
                  <a:solidFill>
                    <a:srgbClr val="0066FF"/>
                  </a:solidFill>
                </a:endParaRPr>
              </a:p>
              <a:p>
                <a:pPr algn="just"/>
                <a:endParaRPr lang="vi-VN" sz="2800" dirty="0">
                  <a:solidFill>
                    <a:srgbClr val="0066FF"/>
                  </a:solidFill>
                </a:endParaRPr>
              </a:p>
              <a:p>
                <a:pPr algn="just"/>
                <a:r>
                  <a:rPr lang="vi-VN" sz="2800" dirty="0">
                    <a:solidFill>
                      <a:srgbClr val="FF0000"/>
                    </a:solidFill>
                  </a:rPr>
                  <a:t>Theo ma </a:t>
                </a:r>
                <a:r>
                  <a:rPr lang="vi-VN" sz="2800" dirty="0" err="1">
                    <a:solidFill>
                      <a:srgbClr val="FF0000"/>
                    </a:solidFill>
                  </a:rPr>
                  <a:t>trận</a:t>
                </a:r>
                <a:r>
                  <a:rPr lang="vi-VN" sz="2800" dirty="0">
                    <a:solidFill>
                      <a:srgbClr val="FF0000"/>
                    </a:solidFill>
                  </a:rPr>
                  <a:t> trên, </a:t>
                </a:r>
                <a:r>
                  <a:rPr lang="vi-VN" sz="2800" dirty="0" err="1">
                    <a:solidFill>
                      <a:srgbClr val="FF0000"/>
                    </a:solidFill>
                  </a:rPr>
                  <a:t>số</a:t>
                </a:r>
                <a:r>
                  <a:rPr lang="vi-VN" sz="2800" dirty="0">
                    <a:solidFill>
                      <a:srgbClr val="FF0000"/>
                    </a:solidFill>
                  </a:rPr>
                  <a:t> </a:t>
                </a:r>
                <a:r>
                  <a:rPr lang="vi-VN" sz="2800" dirty="0" err="1">
                    <a:solidFill>
                      <a:srgbClr val="FF0000"/>
                    </a:solidFill>
                  </a:rPr>
                  <a:t>lượng</a:t>
                </a:r>
                <a:r>
                  <a:rPr lang="vi-VN" sz="2800" dirty="0">
                    <a:solidFill>
                      <a:srgbClr val="FF0000"/>
                    </a:solidFill>
                  </a:rPr>
                  <a:t> </a:t>
                </a:r>
                <a:r>
                  <a:rPr lang="vi-VN" sz="2800" dirty="0" err="1">
                    <a:solidFill>
                      <a:srgbClr val="FF0000"/>
                    </a:solidFill>
                  </a:rPr>
                  <a:t>dữ</a:t>
                </a:r>
                <a:r>
                  <a:rPr lang="vi-VN" sz="2800" dirty="0">
                    <a:solidFill>
                      <a:srgbClr val="FF0000"/>
                    </a:solidFill>
                  </a:rPr>
                  <a:t> </a:t>
                </a:r>
                <a:r>
                  <a:rPr lang="vi-VN" sz="2800" dirty="0" err="1">
                    <a:solidFill>
                      <a:srgbClr val="FF0000"/>
                    </a:solidFill>
                  </a:rPr>
                  <a:t>liệu</a:t>
                </a:r>
                <a:r>
                  <a:rPr lang="vi-VN" sz="2800" dirty="0">
                    <a:solidFill>
                      <a:srgbClr val="FF0000"/>
                    </a:solidFill>
                  </a:rPr>
                  <a:t> </a:t>
                </a:r>
                <a:r>
                  <a:rPr lang="vi-VN" sz="2800" dirty="0" err="1">
                    <a:solidFill>
                      <a:srgbClr val="FF0000"/>
                    </a:solidFill>
                  </a:rPr>
                  <a:t>được</a:t>
                </a:r>
                <a:r>
                  <a:rPr lang="vi-VN" sz="2800" dirty="0">
                    <a:solidFill>
                      <a:srgbClr val="FF0000"/>
                    </a:solidFill>
                  </a:rPr>
                  <a:t> phân </a:t>
                </a:r>
                <a:r>
                  <a:rPr lang="vi-VN" sz="2800" dirty="0" err="1">
                    <a:solidFill>
                      <a:srgbClr val="FF0000"/>
                    </a:solidFill>
                  </a:rPr>
                  <a:t>loại</a:t>
                </a:r>
                <a:r>
                  <a:rPr lang="vi-VN" sz="2800" dirty="0">
                    <a:solidFill>
                      <a:srgbClr val="FF0000"/>
                    </a:solidFill>
                  </a:rPr>
                  <a:t> </a:t>
                </a:r>
                <a:r>
                  <a:rPr lang="vi-VN" sz="2800" dirty="0" err="1">
                    <a:solidFill>
                      <a:srgbClr val="FF0000"/>
                    </a:solidFill>
                  </a:rPr>
                  <a:t>đúng</a:t>
                </a:r>
                <a:r>
                  <a:rPr lang="vi-VN" sz="2800" dirty="0">
                    <a:solidFill>
                      <a:srgbClr val="FF0000"/>
                    </a:solidFill>
                  </a:rPr>
                  <a:t> </a:t>
                </a:r>
                <a:r>
                  <a:rPr lang="vi-VN" sz="2800" dirty="0" err="1">
                    <a:solidFill>
                      <a:srgbClr val="FF0000"/>
                    </a:solidFill>
                  </a:rPr>
                  <a:t>là</a:t>
                </a:r>
                <a:r>
                  <a:rPr lang="vi-VN" sz="2800" dirty="0">
                    <a:solidFill>
                      <a:srgbClr val="FF0000"/>
                    </a:solidFill>
                  </a:rPr>
                  <a:t> </a:t>
                </a:r>
                <a14:m>
                  <m:oMath xmlns:m="http://schemas.openxmlformats.org/officeDocument/2006/math">
                    <m:r>
                      <a:rPr lang="vi-VN" sz="2800" i="1" dirty="0" smtClean="0">
                        <a:solidFill>
                          <a:srgbClr val="FF0000"/>
                        </a:solidFill>
                        <a:latin typeface="Cambria Math" panose="02040503050406030204" pitchFamily="18" charset="0"/>
                      </a:rPr>
                      <m:t>1</m:t>
                    </m:r>
                    <m:r>
                      <a:rPr lang="vi-VN" sz="2800" b="0" i="1" dirty="0" smtClean="0">
                        <a:solidFill>
                          <a:srgbClr val="FF0000"/>
                        </a:solidFill>
                        <a:latin typeface="Cambria Math" panose="02040503050406030204" pitchFamily="18" charset="0"/>
                      </a:rPr>
                      <m:t>80</m:t>
                    </m:r>
                    <m:r>
                      <a:rPr lang="vi-VN" sz="2800" i="1" dirty="0" smtClean="0">
                        <a:solidFill>
                          <a:srgbClr val="FF0000"/>
                        </a:solidFill>
                        <a:latin typeface="Cambria Math" panose="02040503050406030204" pitchFamily="18" charset="0"/>
                      </a:rPr>
                      <m:t>+</m:t>
                    </m:r>
                    <m:r>
                      <a:rPr lang="vi-VN" sz="2800" b="0" i="1" dirty="0" smtClean="0">
                        <a:solidFill>
                          <a:srgbClr val="FF0000"/>
                        </a:solidFill>
                        <a:latin typeface="Cambria Math" panose="02040503050406030204" pitchFamily="18" charset="0"/>
                      </a:rPr>
                      <m:t>82</m:t>
                    </m:r>
                    <m:r>
                      <a:rPr lang="vi-VN" sz="2800" i="1" dirty="0" smtClean="0">
                        <a:solidFill>
                          <a:srgbClr val="FF0000"/>
                        </a:solidFill>
                        <a:latin typeface="Cambria Math" panose="02040503050406030204" pitchFamily="18" charset="0"/>
                      </a:rPr>
                      <m:t>=2</m:t>
                    </m:r>
                    <m:r>
                      <a:rPr lang="vi-VN" sz="2800" b="0" i="1" dirty="0" smtClean="0">
                        <a:solidFill>
                          <a:srgbClr val="FF0000"/>
                        </a:solidFill>
                        <a:latin typeface="Cambria Math" panose="02040503050406030204" pitchFamily="18" charset="0"/>
                      </a:rPr>
                      <m:t>62</m:t>
                    </m:r>
                  </m:oMath>
                </a14:m>
                <a:r>
                  <a:rPr lang="vi-VN" sz="2800" dirty="0">
                    <a:solidFill>
                      <a:srgbClr val="FF0000"/>
                    </a:solidFill>
                  </a:rPr>
                  <a:t> </a:t>
                </a:r>
                <a:r>
                  <a:rPr lang="vi-VN" sz="2800" dirty="0" err="1">
                    <a:solidFill>
                      <a:srgbClr val="FF0000"/>
                    </a:solidFill>
                  </a:rPr>
                  <a:t>điểm</a:t>
                </a:r>
                <a:r>
                  <a:rPr lang="vi-VN" sz="2800" dirty="0">
                    <a:solidFill>
                      <a:srgbClr val="FF0000"/>
                    </a:solidFill>
                  </a:rPr>
                  <a:t> </a:t>
                </a:r>
                <a:r>
                  <a:rPr lang="vi-VN" sz="2800" dirty="0" err="1">
                    <a:solidFill>
                      <a:srgbClr val="FF0000"/>
                    </a:solidFill>
                  </a:rPr>
                  <a:t>dữ</a:t>
                </a:r>
                <a:r>
                  <a:rPr lang="vi-VN" sz="2800" dirty="0">
                    <a:solidFill>
                      <a:srgbClr val="FF0000"/>
                    </a:solidFill>
                  </a:rPr>
                  <a:t> </a:t>
                </a:r>
                <a:r>
                  <a:rPr lang="vi-VN" sz="2800" dirty="0" err="1">
                    <a:solidFill>
                      <a:srgbClr val="FF0000"/>
                    </a:solidFill>
                  </a:rPr>
                  <a:t>liệu</a:t>
                </a:r>
                <a:r>
                  <a:rPr lang="vi-VN" sz="2800" dirty="0">
                    <a:solidFill>
                      <a:srgbClr val="FF0000"/>
                    </a:solidFill>
                  </a:rPr>
                  <a:t>. </a:t>
                </a:r>
              </a:p>
              <a:p>
                <a:pPr algn="just"/>
                <a:r>
                  <a:rPr lang="vi-VN" sz="2800" dirty="0" err="1">
                    <a:solidFill>
                      <a:srgbClr val="0066FF"/>
                    </a:solidFill>
                  </a:rPr>
                  <a:t>Số</a:t>
                </a:r>
                <a:r>
                  <a:rPr lang="vi-VN" sz="2800" dirty="0">
                    <a:solidFill>
                      <a:srgbClr val="0066FF"/>
                    </a:solidFill>
                  </a:rPr>
                  <a:t> </a:t>
                </a:r>
                <a:r>
                  <a:rPr lang="vi-VN" sz="2800" dirty="0" err="1">
                    <a:solidFill>
                      <a:srgbClr val="0066FF"/>
                    </a:solidFill>
                  </a:rPr>
                  <a:t>lượng</a:t>
                </a:r>
                <a:r>
                  <a:rPr lang="vi-VN" sz="2800" dirty="0">
                    <a:solidFill>
                      <a:srgbClr val="0066FF"/>
                    </a:solidFill>
                  </a:rPr>
                  <a:t> </a:t>
                </a:r>
                <a:r>
                  <a:rPr lang="vi-VN" sz="2800" dirty="0" err="1">
                    <a:solidFill>
                      <a:srgbClr val="0066FF"/>
                    </a:solidFill>
                  </a:rPr>
                  <a:t>dữ</a:t>
                </a:r>
                <a:r>
                  <a:rPr lang="vi-VN" sz="2800" dirty="0">
                    <a:solidFill>
                      <a:srgbClr val="0066FF"/>
                    </a:solidFill>
                  </a:rPr>
                  <a:t> </a:t>
                </a:r>
                <a:r>
                  <a:rPr lang="vi-VN" sz="2800" dirty="0" err="1">
                    <a:solidFill>
                      <a:srgbClr val="0066FF"/>
                    </a:solidFill>
                  </a:rPr>
                  <a:t>liệu</a:t>
                </a:r>
                <a:r>
                  <a:rPr lang="vi-VN" sz="2800" dirty="0">
                    <a:solidFill>
                      <a:srgbClr val="0066FF"/>
                    </a:solidFill>
                  </a:rPr>
                  <a:t> phân </a:t>
                </a:r>
                <a:r>
                  <a:rPr lang="vi-VN" sz="2800" dirty="0" err="1">
                    <a:solidFill>
                      <a:srgbClr val="0066FF"/>
                    </a:solidFill>
                  </a:rPr>
                  <a:t>loại</a:t>
                </a:r>
                <a:r>
                  <a:rPr lang="vi-VN" sz="2800" dirty="0">
                    <a:solidFill>
                      <a:srgbClr val="0066FF"/>
                    </a:solidFill>
                  </a:rPr>
                  <a:t> sai </a:t>
                </a:r>
                <a:r>
                  <a:rPr lang="vi-VN" sz="2800" dirty="0" err="1">
                    <a:solidFill>
                      <a:srgbClr val="0066FF"/>
                    </a:solidFill>
                  </a:rPr>
                  <a:t>là</a:t>
                </a:r>
                <a:r>
                  <a:rPr lang="vi-VN" sz="2800" dirty="0">
                    <a:solidFill>
                      <a:srgbClr val="0066FF"/>
                    </a:solidFill>
                  </a:rPr>
                  <a:t> </a:t>
                </a:r>
                <a14:m>
                  <m:oMath xmlns:m="http://schemas.openxmlformats.org/officeDocument/2006/math">
                    <m:r>
                      <a:rPr lang="vi-VN" sz="2800" i="1" dirty="0" smtClean="0">
                        <a:solidFill>
                          <a:srgbClr val="0066FF"/>
                        </a:solidFill>
                        <a:latin typeface="Cambria Math" panose="02040503050406030204" pitchFamily="18" charset="0"/>
                      </a:rPr>
                      <m:t>3</m:t>
                    </m:r>
                    <m:r>
                      <a:rPr lang="vi-VN" sz="2800" b="0" i="1" dirty="0" smtClean="0">
                        <a:solidFill>
                          <a:srgbClr val="0066FF"/>
                        </a:solidFill>
                        <a:latin typeface="Cambria Math" panose="02040503050406030204" pitchFamily="18" charset="0"/>
                      </a:rPr>
                      <m:t>9</m:t>
                    </m:r>
                    <m:r>
                      <a:rPr lang="vi-VN" sz="2800" i="1" dirty="0" smtClean="0">
                        <a:solidFill>
                          <a:srgbClr val="0066FF"/>
                        </a:solidFill>
                        <a:latin typeface="Cambria Math" panose="02040503050406030204" pitchFamily="18" charset="0"/>
                      </a:rPr>
                      <m:t>+1</m:t>
                    </m:r>
                    <m:r>
                      <a:rPr lang="vi-VN" sz="2800" b="0" i="1" dirty="0" smtClean="0">
                        <a:solidFill>
                          <a:srgbClr val="0066FF"/>
                        </a:solidFill>
                        <a:latin typeface="Cambria Math" panose="02040503050406030204" pitchFamily="18" charset="0"/>
                      </a:rPr>
                      <m:t>9</m:t>
                    </m:r>
                    <m:r>
                      <a:rPr lang="vi-VN" sz="2800" i="1" dirty="0" smtClean="0">
                        <a:solidFill>
                          <a:srgbClr val="0066FF"/>
                        </a:solidFill>
                        <a:latin typeface="Cambria Math" panose="02040503050406030204" pitchFamily="18" charset="0"/>
                      </a:rPr>
                      <m:t>=5</m:t>
                    </m:r>
                    <m:r>
                      <a:rPr lang="vi-VN" sz="2800" b="0" i="1" dirty="0" smtClean="0">
                        <a:solidFill>
                          <a:srgbClr val="0066FF"/>
                        </a:solidFill>
                        <a:latin typeface="Cambria Math" panose="02040503050406030204" pitchFamily="18" charset="0"/>
                      </a:rPr>
                      <m:t>8</m:t>
                    </m:r>
                  </m:oMath>
                </a14:m>
                <a:r>
                  <a:rPr lang="vi-VN" sz="2800" dirty="0">
                    <a:solidFill>
                      <a:srgbClr val="0066FF"/>
                    </a:solidFill>
                  </a:rPr>
                  <a:t> </a:t>
                </a:r>
                <a:r>
                  <a:rPr lang="vi-VN" sz="2800" dirty="0" err="1">
                    <a:solidFill>
                      <a:srgbClr val="0066FF"/>
                    </a:solidFill>
                  </a:rPr>
                  <a:t>điểm</a:t>
                </a:r>
                <a:r>
                  <a:rPr lang="vi-VN" sz="2800" dirty="0">
                    <a:solidFill>
                      <a:srgbClr val="0066FF"/>
                    </a:solidFill>
                  </a:rPr>
                  <a:t> </a:t>
                </a:r>
                <a:r>
                  <a:rPr lang="vi-VN" sz="2800" dirty="0" err="1">
                    <a:solidFill>
                      <a:srgbClr val="0066FF"/>
                    </a:solidFill>
                  </a:rPr>
                  <a:t>dữ</a:t>
                </a:r>
                <a:r>
                  <a:rPr lang="vi-VN" sz="2800" dirty="0">
                    <a:solidFill>
                      <a:srgbClr val="0066FF"/>
                    </a:solidFill>
                  </a:rPr>
                  <a:t> </a:t>
                </a:r>
                <a:r>
                  <a:rPr lang="vi-VN" sz="2800" dirty="0" err="1">
                    <a:solidFill>
                      <a:srgbClr val="0066FF"/>
                    </a:solidFill>
                  </a:rPr>
                  <a:t>liệu</a:t>
                </a:r>
                <a:r>
                  <a:rPr lang="vi-VN" sz="2800" dirty="0">
                    <a:solidFill>
                      <a:srgbClr val="0066FF"/>
                    </a:solidFill>
                  </a:rPr>
                  <a:t>.</a:t>
                </a:r>
              </a:p>
              <a:p>
                <a:pPr algn="just"/>
                <a:r>
                  <a:rPr lang="vi-VN" sz="2800" dirty="0">
                    <a:solidFill>
                      <a:srgbClr val="FF0000"/>
                    </a:solidFill>
                  </a:rPr>
                  <a:t>Tỉ </a:t>
                </a:r>
                <a:r>
                  <a:rPr lang="vi-VN" sz="2800" dirty="0" err="1">
                    <a:solidFill>
                      <a:srgbClr val="FF0000"/>
                    </a:solidFill>
                  </a:rPr>
                  <a:t>lệ</a:t>
                </a:r>
                <a:r>
                  <a:rPr lang="vi-VN" sz="2800" dirty="0">
                    <a:solidFill>
                      <a:srgbClr val="FF0000"/>
                    </a:solidFill>
                  </a:rPr>
                  <a:t> </a:t>
                </a:r>
                <a:r>
                  <a:rPr lang="vi-VN" sz="2800" dirty="0" err="1">
                    <a:solidFill>
                      <a:srgbClr val="FF0000"/>
                    </a:solidFill>
                  </a:rPr>
                  <a:t>điểm</a:t>
                </a:r>
                <a:r>
                  <a:rPr lang="vi-VN" sz="2800" dirty="0">
                    <a:solidFill>
                      <a:srgbClr val="FF0000"/>
                    </a:solidFill>
                  </a:rPr>
                  <a:t> </a:t>
                </a:r>
                <a:r>
                  <a:rPr lang="vi-VN" sz="2800" dirty="0" err="1">
                    <a:solidFill>
                      <a:srgbClr val="FF0000"/>
                    </a:solidFill>
                  </a:rPr>
                  <a:t>dữ</a:t>
                </a:r>
                <a:r>
                  <a:rPr lang="vi-VN" sz="2800" dirty="0">
                    <a:solidFill>
                      <a:srgbClr val="FF0000"/>
                    </a:solidFill>
                  </a:rPr>
                  <a:t> </a:t>
                </a:r>
                <a:r>
                  <a:rPr lang="vi-VN" sz="2800" dirty="0" err="1">
                    <a:solidFill>
                      <a:srgbClr val="FF0000"/>
                    </a:solidFill>
                  </a:rPr>
                  <a:t>liệu</a:t>
                </a:r>
                <a:r>
                  <a:rPr lang="vi-VN" sz="2800" dirty="0">
                    <a:solidFill>
                      <a:srgbClr val="FF0000"/>
                    </a:solidFill>
                  </a:rPr>
                  <a:t> phân </a:t>
                </a:r>
                <a:r>
                  <a:rPr lang="vi-VN" sz="2800" dirty="0" err="1">
                    <a:solidFill>
                      <a:srgbClr val="FF0000"/>
                    </a:solidFill>
                  </a:rPr>
                  <a:t>loại</a:t>
                </a:r>
                <a:r>
                  <a:rPr lang="vi-VN" sz="2800" dirty="0">
                    <a:solidFill>
                      <a:srgbClr val="FF0000"/>
                    </a:solidFill>
                  </a:rPr>
                  <a:t> sai </a:t>
                </a:r>
                <a:r>
                  <a:rPr lang="vi-VN" sz="2800" dirty="0" err="1">
                    <a:solidFill>
                      <a:srgbClr val="FF0000"/>
                    </a:solidFill>
                  </a:rPr>
                  <a:t>là</a:t>
                </a:r>
                <a:r>
                  <a:rPr lang="vi-VN" sz="2800" dirty="0">
                    <a:solidFill>
                      <a:srgbClr val="FF0000"/>
                    </a:solidFill>
                  </a:rPr>
                  <a:t> </a:t>
                </a:r>
                <a14:m>
                  <m:oMath xmlns:m="http://schemas.openxmlformats.org/officeDocument/2006/math">
                    <m:r>
                      <a:rPr lang="en-US" sz="2800" i="1" dirty="0" smtClean="0">
                        <a:solidFill>
                          <a:srgbClr val="FF0000"/>
                        </a:solidFill>
                        <a:latin typeface="Cambria Math" panose="02040503050406030204" pitchFamily="18" charset="0"/>
                      </a:rPr>
                      <m:t>5</m:t>
                    </m:r>
                    <m:r>
                      <a:rPr lang="en-US" sz="2800" b="0" i="1" dirty="0" smtClean="0">
                        <a:solidFill>
                          <a:srgbClr val="FF0000"/>
                        </a:solidFill>
                        <a:latin typeface="Cambria Math" panose="02040503050406030204" pitchFamily="18" charset="0"/>
                      </a:rPr>
                      <m:t>8/320</m:t>
                    </m:r>
                    <m:r>
                      <a:rPr lang="vi-VN" sz="2800" i="1" dirty="0" smtClean="0">
                        <a:solidFill>
                          <a:srgbClr val="FF0000"/>
                        </a:solidFill>
                        <a:latin typeface="Cambria Math" panose="02040503050406030204" pitchFamily="18" charset="0"/>
                        <a:ea typeface="Cambria Math" panose="02040503050406030204" pitchFamily="18" charset="0"/>
                      </a:rPr>
                      <m:t>≈</m:t>
                    </m:r>
                    <m:r>
                      <a:rPr lang="vi-VN" sz="2800" i="1" dirty="0" smtClean="0">
                        <a:solidFill>
                          <a:srgbClr val="FF0000"/>
                        </a:solidFill>
                        <a:latin typeface="Cambria Math" panose="02040503050406030204" pitchFamily="18" charset="0"/>
                      </a:rPr>
                      <m:t>0.1</m:t>
                    </m:r>
                    <m:r>
                      <a:rPr lang="vi-VN" sz="2800" b="0" i="1" dirty="0" smtClean="0">
                        <a:solidFill>
                          <a:srgbClr val="FF0000"/>
                        </a:solidFill>
                        <a:latin typeface="Cambria Math" panose="02040503050406030204" pitchFamily="18" charset="0"/>
                      </a:rPr>
                      <m:t>8</m:t>
                    </m:r>
                    <m:r>
                      <a:rPr lang="vi-VN" sz="2800" i="1" dirty="0">
                        <a:solidFill>
                          <a:srgbClr val="FF0000"/>
                        </a:solidFill>
                        <a:latin typeface="Cambria Math" panose="02040503050406030204" pitchFamily="18" charset="0"/>
                        <a:ea typeface="Cambria Math" panose="02040503050406030204" pitchFamily="18" charset="0"/>
                      </a:rPr>
                      <m:t>≈</m:t>
                    </m:r>
                    <m:r>
                      <a:rPr lang="en-US" sz="2800" b="0" i="1" dirty="0" smtClean="0">
                        <a:solidFill>
                          <a:srgbClr val="FF0000"/>
                        </a:solidFill>
                        <a:latin typeface="Cambria Math" panose="02040503050406030204" pitchFamily="18" charset="0"/>
                        <a:ea typeface="Cambria Math" panose="02040503050406030204" pitchFamily="18" charset="0"/>
                      </a:rPr>
                      <m:t>18%</m:t>
                    </m:r>
                  </m:oMath>
                </a14:m>
                <a:r>
                  <a:rPr lang="vi-VN" sz="2800" dirty="0">
                    <a:solidFill>
                      <a:srgbClr val="FF0000"/>
                    </a:solidFill>
                  </a:rPr>
                  <a:t>.</a:t>
                </a:r>
              </a:p>
            </p:txBody>
          </p:sp>
        </mc:Choice>
        <mc:Fallback xmlns="">
          <p:sp>
            <p:nvSpPr>
              <p:cNvPr id="3" name="Content Placeholder 2">
                <a:extLst>
                  <a:ext uri="{FF2B5EF4-FFF2-40B4-BE49-F238E27FC236}">
                    <a16:creationId xmlns:a16="http://schemas.microsoft.com/office/drawing/2014/main" id="{9A95AD93-52A0-4D38-8C7C-5813D54C2C62}"/>
                  </a:ext>
                </a:extLst>
              </p:cNvPr>
              <p:cNvSpPr>
                <a:spLocks noGrp="1" noRot="1" noChangeAspect="1" noMove="1" noResize="1" noEditPoints="1" noAdjustHandles="1" noChangeArrowheads="1" noChangeShapeType="1" noTextEdit="1"/>
              </p:cNvSpPr>
              <p:nvPr>
                <p:ph idx="1"/>
              </p:nvPr>
            </p:nvSpPr>
            <p:spPr>
              <a:blipFill>
                <a:blip r:embed="rId2"/>
                <a:stretch>
                  <a:fillRect l="-1000" t="-1482" b="-377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4" name="Table 3">
                <a:extLst>
                  <a:ext uri="{FF2B5EF4-FFF2-40B4-BE49-F238E27FC236}">
                    <a16:creationId xmlns:a16="http://schemas.microsoft.com/office/drawing/2014/main" id="{E04C35AC-FD6B-4911-AB9C-280EA13B059B}"/>
                  </a:ext>
                </a:extLst>
              </p:cNvPr>
              <p:cNvGraphicFramePr>
                <a:graphicFrameLocks noGrp="1"/>
              </p:cNvGraphicFramePr>
              <p:nvPr>
                <p:extLst>
                  <p:ext uri="{D42A27DB-BD31-4B8C-83A1-F6EECF244321}">
                    <p14:modId xmlns:p14="http://schemas.microsoft.com/office/powerpoint/2010/main" val="1944164099"/>
                  </p:ext>
                </p:extLst>
              </p:nvPr>
            </p:nvGraphicFramePr>
            <p:xfrm>
              <a:off x="4267200" y="2308702"/>
              <a:ext cx="3276600" cy="1554480"/>
            </p:xfrm>
            <a:graphic>
              <a:graphicData uri="http://schemas.openxmlformats.org/drawingml/2006/table">
                <a:tbl>
                  <a:tblPr firstRow="1" bandRow="1">
                    <a:tableStyleId>{21E4AEA4-8DFA-4A89-87EB-49C32662AFE0}</a:tableStyleId>
                  </a:tblPr>
                  <a:tblGrid>
                    <a:gridCol w="1092200">
                      <a:extLst>
                        <a:ext uri="{9D8B030D-6E8A-4147-A177-3AD203B41FA5}">
                          <a16:colId xmlns:a16="http://schemas.microsoft.com/office/drawing/2014/main" val="4171667629"/>
                        </a:ext>
                      </a:extLst>
                    </a:gridCol>
                    <a:gridCol w="1092200">
                      <a:extLst>
                        <a:ext uri="{9D8B030D-6E8A-4147-A177-3AD203B41FA5}">
                          <a16:colId xmlns:a16="http://schemas.microsoft.com/office/drawing/2014/main" val="523946260"/>
                        </a:ext>
                      </a:extLst>
                    </a:gridCol>
                    <a:gridCol w="1092200">
                      <a:extLst>
                        <a:ext uri="{9D8B030D-6E8A-4147-A177-3AD203B41FA5}">
                          <a16:colId xmlns:a16="http://schemas.microsoft.com/office/drawing/2014/main" val="1766665144"/>
                        </a:ext>
                      </a:extLst>
                    </a:gridCol>
                  </a:tblGrid>
                  <a:tr h="431800">
                    <a:tc>
                      <a:txBody>
                        <a:bodyPr/>
                        <a:lstStyle/>
                        <a:p>
                          <a:pPr algn="ctr"/>
                          <a:endParaRPr lang="vi-VN" sz="2800" dirty="0">
                            <a:solidFill>
                              <a:schemeClr val="bg1"/>
                            </a:solidFill>
                          </a:endParaRP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1"/>
                        </a:solidFill>
                      </a:tcPr>
                    </a:tc>
                    <a:tc>
                      <a:txBody>
                        <a:bodyPr/>
                        <a:lstStyle/>
                        <a:p>
                          <a:pPr algn="ctr"/>
                          <a:r>
                            <a:rPr lang="vi-VN" sz="2800" dirty="0"/>
                            <a:t>0</a:t>
                          </a:r>
                        </a:p>
                      </a:txBody>
                      <a:tcPr anchor="ctr">
                        <a:lnL w="12700" cmpd="sng">
                          <a:noFill/>
                        </a:lnL>
                      </a:tcPr>
                    </a:tc>
                    <a:tc>
                      <a:txBody>
                        <a:bodyPr/>
                        <a:lstStyle/>
                        <a:p>
                          <a:pPr algn="ctr"/>
                          <a:r>
                            <a:rPr lang="vi-VN" sz="2800" dirty="0"/>
                            <a:t>1</a:t>
                          </a:r>
                        </a:p>
                      </a:txBody>
                      <a:tcPr anchor="ctr"/>
                    </a:tc>
                    <a:extLst>
                      <a:ext uri="{0D108BD9-81ED-4DB2-BD59-A6C34878D82A}">
                        <a16:rowId xmlns:a16="http://schemas.microsoft.com/office/drawing/2014/main" val="3216580"/>
                      </a:ext>
                    </a:extLst>
                  </a:tr>
                  <a:tr h="431800">
                    <a:tc>
                      <a:txBody>
                        <a:bodyPr/>
                        <a:lstStyle/>
                        <a:p>
                          <a:pPr algn="ctr"/>
                          <a:r>
                            <a:rPr lang="vi-VN" sz="2800" b="1" dirty="0">
                              <a:solidFill>
                                <a:schemeClr val="bg1"/>
                              </a:solidFill>
                            </a:rPr>
                            <a:t>0</a:t>
                          </a:r>
                        </a:p>
                      </a:txBody>
                      <a:tcPr anchor="ctr">
                        <a:lnT w="38100" cmpd="sng">
                          <a:noFill/>
                        </a:lnT>
                        <a:solidFill>
                          <a:schemeClr val="accent2"/>
                        </a:solidFill>
                      </a:tcPr>
                    </a:tc>
                    <a:tc>
                      <a:txBody>
                        <a:bodyPr/>
                        <a:lstStyle/>
                        <a:p>
                          <a:pPr algn="ctr"/>
                          <a14:m>
                            <m:oMathPara xmlns:m="http://schemas.openxmlformats.org/officeDocument/2006/math">
                              <m:oMathParaPr>
                                <m:jc m:val="centerGroup"/>
                              </m:oMathParaPr>
                              <m:oMath xmlns:m="http://schemas.openxmlformats.org/officeDocument/2006/math">
                                <m:r>
                                  <a:rPr lang="vi-VN" sz="2800" i="1" dirty="0" smtClean="0">
                                    <a:latin typeface="Cambria Math" panose="02040503050406030204" pitchFamily="18" charset="0"/>
                                  </a:rPr>
                                  <m:t>180</m:t>
                                </m:r>
                              </m:oMath>
                            </m:oMathPara>
                          </a14:m>
                          <a:endParaRPr lang="vi-VN" sz="2800" dirty="0"/>
                        </a:p>
                      </a:txBody>
                      <a:tcPr anchor="ctr"/>
                    </a:tc>
                    <a:tc>
                      <a:txBody>
                        <a:bodyPr/>
                        <a:lstStyle/>
                        <a:p>
                          <a:pPr algn="ctr"/>
                          <a14:m>
                            <m:oMathPara xmlns:m="http://schemas.openxmlformats.org/officeDocument/2006/math">
                              <m:oMathParaPr>
                                <m:jc m:val="centerGroup"/>
                              </m:oMathParaPr>
                              <m:oMath xmlns:m="http://schemas.openxmlformats.org/officeDocument/2006/math">
                                <m:r>
                                  <a:rPr lang="vi-VN" sz="2800" i="1" dirty="0" smtClean="0">
                                    <a:latin typeface="Cambria Math" panose="02040503050406030204" pitchFamily="18" charset="0"/>
                                  </a:rPr>
                                  <m:t>19</m:t>
                                </m:r>
                              </m:oMath>
                            </m:oMathPara>
                          </a14:m>
                          <a:endParaRPr lang="vi-VN" sz="2800" dirty="0"/>
                        </a:p>
                      </a:txBody>
                      <a:tcPr anchor="ctr"/>
                    </a:tc>
                    <a:extLst>
                      <a:ext uri="{0D108BD9-81ED-4DB2-BD59-A6C34878D82A}">
                        <a16:rowId xmlns:a16="http://schemas.microsoft.com/office/drawing/2014/main" val="3641710761"/>
                      </a:ext>
                    </a:extLst>
                  </a:tr>
                  <a:tr h="431800">
                    <a:tc>
                      <a:txBody>
                        <a:bodyPr/>
                        <a:lstStyle/>
                        <a:p>
                          <a:pPr algn="ctr"/>
                          <a:r>
                            <a:rPr lang="vi-VN" sz="2800" b="1" dirty="0">
                              <a:solidFill>
                                <a:schemeClr val="bg1"/>
                              </a:solidFill>
                            </a:rPr>
                            <a:t>1</a:t>
                          </a:r>
                        </a:p>
                      </a:txBody>
                      <a:tcPr anchor="ctr">
                        <a:solidFill>
                          <a:schemeClr val="accent2"/>
                        </a:solidFill>
                      </a:tcPr>
                    </a:tc>
                    <a:tc>
                      <a:txBody>
                        <a:bodyPr/>
                        <a:lstStyle/>
                        <a:p>
                          <a:pPr algn="ctr"/>
                          <a14:m>
                            <m:oMathPara xmlns:m="http://schemas.openxmlformats.org/officeDocument/2006/math">
                              <m:oMathParaPr>
                                <m:jc m:val="centerGroup"/>
                              </m:oMathParaPr>
                              <m:oMath xmlns:m="http://schemas.openxmlformats.org/officeDocument/2006/math">
                                <m:r>
                                  <a:rPr lang="vi-VN" sz="2800" i="1" dirty="0" smtClean="0">
                                    <a:latin typeface="Cambria Math" panose="02040503050406030204" pitchFamily="18" charset="0"/>
                                  </a:rPr>
                                  <m:t>39</m:t>
                                </m:r>
                              </m:oMath>
                            </m:oMathPara>
                          </a14:m>
                          <a:endParaRPr lang="vi-VN" sz="2800" dirty="0"/>
                        </a:p>
                      </a:txBody>
                      <a:tcPr anchor="ctr"/>
                    </a:tc>
                    <a:tc>
                      <a:txBody>
                        <a:bodyPr/>
                        <a:lstStyle/>
                        <a:p>
                          <a:pPr algn="ctr"/>
                          <a14:m>
                            <m:oMathPara xmlns:m="http://schemas.openxmlformats.org/officeDocument/2006/math">
                              <m:oMathParaPr>
                                <m:jc m:val="centerGroup"/>
                              </m:oMathParaPr>
                              <m:oMath xmlns:m="http://schemas.openxmlformats.org/officeDocument/2006/math">
                                <m:r>
                                  <a:rPr lang="vi-VN" sz="2800" i="1" dirty="0" smtClean="0">
                                    <a:latin typeface="Cambria Math" panose="02040503050406030204" pitchFamily="18" charset="0"/>
                                  </a:rPr>
                                  <m:t>82</m:t>
                                </m:r>
                              </m:oMath>
                            </m:oMathPara>
                          </a14:m>
                          <a:endParaRPr lang="vi-VN" sz="2800" dirty="0"/>
                        </a:p>
                      </a:txBody>
                      <a:tcPr anchor="ctr"/>
                    </a:tc>
                    <a:extLst>
                      <a:ext uri="{0D108BD9-81ED-4DB2-BD59-A6C34878D82A}">
                        <a16:rowId xmlns:a16="http://schemas.microsoft.com/office/drawing/2014/main" val="2250376396"/>
                      </a:ext>
                    </a:extLst>
                  </a:tr>
                </a:tbl>
              </a:graphicData>
            </a:graphic>
          </p:graphicFrame>
        </mc:Choice>
        <mc:Fallback xmlns="">
          <p:graphicFrame>
            <p:nvGraphicFramePr>
              <p:cNvPr id="4" name="Table 3">
                <a:extLst>
                  <a:ext uri="{FF2B5EF4-FFF2-40B4-BE49-F238E27FC236}">
                    <a16:creationId xmlns:a16="http://schemas.microsoft.com/office/drawing/2014/main" id="{E04C35AC-FD6B-4911-AB9C-280EA13B059B}"/>
                  </a:ext>
                </a:extLst>
              </p:cNvPr>
              <p:cNvGraphicFramePr>
                <a:graphicFrameLocks noGrp="1"/>
              </p:cNvGraphicFramePr>
              <p:nvPr>
                <p:extLst>
                  <p:ext uri="{D42A27DB-BD31-4B8C-83A1-F6EECF244321}">
                    <p14:modId xmlns:p14="http://schemas.microsoft.com/office/powerpoint/2010/main" val="1944164099"/>
                  </p:ext>
                </p:extLst>
              </p:nvPr>
            </p:nvGraphicFramePr>
            <p:xfrm>
              <a:off x="4267200" y="2308702"/>
              <a:ext cx="3276600" cy="1554480"/>
            </p:xfrm>
            <a:graphic>
              <a:graphicData uri="http://schemas.openxmlformats.org/drawingml/2006/table">
                <a:tbl>
                  <a:tblPr firstRow="1" bandRow="1">
                    <a:tableStyleId>{21E4AEA4-8DFA-4A89-87EB-49C32662AFE0}</a:tableStyleId>
                  </a:tblPr>
                  <a:tblGrid>
                    <a:gridCol w="1092200">
                      <a:extLst>
                        <a:ext uri="{9D8B030D-6E8A-4147-A177-3AD203B41FA5}">
                          <a16:colId xmlns:a16="http://schemas.microsoft.com/office/drawing/2014/main" val="4171667629"/>
                        </a:ext>
                      </a:extLst>
                    </a:gridCol>
                    <a:gridCol w="1092200">
                      <a:extLst>
                        <a:ext uri="{9D8B030D-6E8A-4147-A177-3AD203B41FA5}">
                          <a16:colId xmlns:a16="http://schemas.microsoft.com/office/drawing/2014/main" val="523946260"/>
                        </a:ext>
                      </a:extLst>
                    </a:gridCol>
                    <a:gridCol w="1092200">
                      <a:extLst>
                        <a:ext uri="{9D8B030D-6E8A-4147-A177-3AD203B41FA5}">
                          <a16:colId xmlns:a16="http://schemas.microsoft.com/office/drawing/2014/main" val="1766665144"/>
                        </a:ext>
                      </a:extLst>
                    </a:gridCol>
                  </a:tblGrid>
                  <a:tr h="518160">
                    <a:tc>
                      <a:txBody>
                        <a:bodyPr/>
                        <a:lstStyle/>
                        <a:p>
                          <a:pPr algn="ctr"/>
                          <a:endParaRPr lang="vi-VN" sz="2800" dirty="0">
                            <a:solidFill>
                              <a:schemeClr val="bg1"/>
                            </a:solidFill>
                          </a:endParaRP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1"/>
                        </a:solidFill>
                      </a:tcPr>
                    </a:tc>
                    <a:tc>
                      <a:txBody>
                        <a:bodyPr/>
                        <a:lstStyle/>
                        <a:p>
                          <a:pPr algn="ctr"/>
                          <a:r>
                            <a:rPr lang="vi-VN" sz="2800" dirty="0"/>
                            <a:t>0</a:t>
                          </a:r>
                        </a:p>
                      </a:txBody>
                      <a:tcPr anchor="ctr">
                        <a:lnL w="12700" cmpd="sng">
                          <a:noFill/>
                        </a:lnL>
                      </a:tcPr>
                    </a:tc>
                    <a:tc>
                      <a:txBody>
                        <a:bodyPr/>
                        <a:lstStyle/>
                        <a:p>
                          <a:pPr algn="ctr"/>
                          <a:r>
                            <a:rPr lang="vi-VN" sz="2800" dirty="0"/>
                            <a:t>1</a:t>
                          </a:r>
                        </a:p>
                      </a:txBody>
                      <a:tcPr anchor="ctr"/>
                    </a:tc>
                    <a:extLst>
                      <a:ext uri="{0D108BD9-81ED-4DB2-BD59-A6C34878D82A}">
                        <a16:rowId xmlns:a16="http://schemas.microsoft.com/office/drawing/2014/main" val="3216580"/>
                      </a:ext>
                    </a:extLst>
                  </a:tr>
                  <a:tr h="518160">
                    <a:tc>
                      <a:txBody>
                        <a:bodyPr/>
                        <a:lstStyle/>
                        <a:p>
                          <a:pPr algn="ctr"/>
                          <a:r>
                            <a:rPr lang="vi-VN" sz="2800" b="1" dirty="0">
                              <a:solidFill>
                                <a:schemeClr val="bg1"/>
                              </a:solidFill>
                            </a:rPr>
                            <a:t>0</a:t>
                          </a:r>
                        </a:p>
                      </a:txBody>
                      <a:tcPr anchor="ctr">
                        <a:lnT w="38100" cmpd="sng">
                          <a:noFill/>
                        </a:lnT>
                        <a:solidFill>
                          <a:schemeClr val="accent2"/>
                        </a:solidFill>
                      </a:tcPr>
                    </a:tc>
                    <a:tc>
                      <a:txBody>
                        <a:bodyPr/>
                        <a:lstStyle/>
                        <a:p>
                          <a:endParaRPr lang="vi-VN"/>
                        </a:p>
                      </a:txBody>
                      <a:tcPr anchor="ctr">
                        <a:blipFill>
                          <a:blip r:embed="rId3"/>
                          <a:stretch>
                            <a:fillRect l="-100556" t="-110465" r="-101667" b="-131395"/>
                          </a:stretch>
                        </a:blipFill>
                      </a:tcPr>
                    </a:tc>
                    <a:tc>
                      <a:txBody>
                        <a:bodyPr/>
                        <a:lstStyle/>
                        <a:p>
                          <a:endParaRPr lang="vi-VN"/>
                        </a:p>
                      </a:txBody>
                      <a:tcPr anchor="ctr">
                        <a:blipFill>
                          <a:blip r:embed="rId3"/>
                          <a:stretch>
                            <a:fillRect l="-201676" t="-110465" r="-2235" b="-131395"/>
                          </a:stretch>
                        </a:blipFill>
                      </a:tcPr>
                    </a:tc>
                    <a:extLst>
                      <a:ext uri="{0D108BD9-81ED-4DB2-BD59-A6C34878D82A}">
                        <a16:rowId xmlns:a16="http://schemas.microsoft.com/office/drawing/2014/main" val="3641710761"/>
                      </a:ext>
                    </a:extLst>
                  </a:tr>
                  <a:tr h="518160">
                    <a:tc>
                      <a:txBody>
                        <a:bodyPr/>
                        <a:lstStyle/>
                        <a:p>
                          <a:pPr algn="ctr"/>
                          <a:r>
                            <a:rPr lang="vi-VN" sz="2800" b="1" dirty="0">
                              <a:solidFill>
                                <a:schemeClr val="bg1"/>
                              </a:solidFill>
                            </a:rPr>
                            <a:t>1</a:t>
                          </a:r>
                        </a:p>
                      </a:txBody>
                      <a:tcPr anchor="ctr">
                        <a:solidFill>
                          <a:schemeClr val="accent2"/>
                        </a:solidFill>
                      </a:tcPr>
                    </a:tc>
                    <a:tc>
                      <a:txBody>
                        <a:bodyPr/>
                        <a:lstStyle/>
                        <a:p>
                          <a:endParaRPr lang="vi-VN"/>
                        </a:p>
                      </a:txBody>
                      <a:tcPr anchor="ctr">
                        <a:blipFill>
                          <a:blip r:embed="rId3"/>
                          <a:stretch>
                            <a:fillRect l="-100556" t="-212941" r="-101667" b="-32941"/>
                          </a:stretch>
                        </a:blipFill>
                      </a:tcPr>
                    </a:tc>
                    <a:tc>
                      <a:txBody>
                        <a:bodyPr/>
                        <a:lstStyle/>
                        <a:p>
                          <a:endParaRPr lang="vi-VN"/>
                        </a:p>
                      </a:txBody>
                      <a:tcPr anchor="ctr">
                        <a:blipFill>
                          <a:blip r:embed="rId3"/>
                          <a:stretch>
                            <a:fillRect l="-201676" t="-212941" r="-2235" b="-32941"/>
                          </a:stretch>
                        </a:blipFill>
                      </a:tcPr>
                    </a:tc>
                    <a:extLst>
                      <a:ext uri="{0D108BD9-81ED-4DB2-BD59-A6C34878D82A}">
                        <a16:rowId xmlns:a16="http://schemas.microsoft.com/office/drawing/2014/main" val="2250376396"/>
                      </a:ext>
                    </a:extLst>
                  </a:tr>
                </a:tbl>
              </a:graphicData>
            </a:graphic>
          </p:graphicFrame>
        </mc:Fallback>
      </mc:AlternateContent>
    </p:spTree>
    <p:extLst>
      <p:ext uri="{BB962C8B-B14F-4D97-AF65-F5344CB8AC3E}">
        <p14:creationId xmlns:p14="http://schemas.microsoft.com/office/powerpoint/2010/main" val="2900193934"/>
      </p:ext>
    </p:extLst>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D303915-96E8-4D3F-AEBF-7529BD817D88}"/>
              </a:ext>
            </a:extLst>
          </p:cNvPr>
          <p:cNvSpPr>
            <a:spLocks noGrp="1"/>
          </p:cNvSpPr>
          <p:nvPr>
            <p:ph type="title"/>
          </p:nvPr>
        </p:nvSpPr>
        <p:spPr/>
        <p:txBody>
          <a:bodyPr/>
          <a:lstStyle/>
          <a:p>
            <a:r>
              <a:rPr lang="vi-VN" dirty="0" err="1"/>
              <a:t>Trực</a:t>
            </a:r>
            <a:r>
              <a:rPr lang="vi-VN" dirty="0"/>
              <a:t> quan </a:t>
            </a:r>
            <a:r>
              <a:rPr lang="vi-VN" dirty="0" err="1"/>
              <a:t>hóa</a:t>
            </a:r>
            <a:r>
              <a:rPr lang="vi-VN" dirty="0"/>
              <a:t> </a:t>
            </a:r>
            <a:r>
              <a:rPr lang="vi-VN" dirty="0" err="1"/>
              <a:t>kết</a:t>
            </a:r>
            <a:r>
              <a:rPr lang="vi-VN" dirty="0"/>
              <a:t> </a:t>
            </a:r>
            <a:r>
              <a:rPr lang="vi-VN" dirty="0" err="1"/>
              <a:t>quả</a:t>
            </a:r>
            <a:r>
              <a:rPr lang="vi-VN" dirty="0"/>
              <a:t> mô </a:t>
            </a:r>
            <a:r>
              <a:rPr lang="vi-VN" dirty="0" err="1"/>
              <a:t>hình</a:t>
            </a:r>
            <a:endParaRPr lang="vi-VN" dirty="0"/>
          </a:p>
        </p:txBody>
      </p:sp>
      <p:sp>
        <p:nvSpPr>
          <p:cNvPr id="2" name="Content Placeholder 1">
            <a:extLst>
              <a:ext uri="{FF2B5EF4-FFF2-40B4-BE49-F238E27FC236}">
                <a16:creationId xmlns:a16="http://schemas.microsoft.com/office/drawing/2014/main" id="{5D8847BE-064C-4CB5-8E65-33ED27DF2C1C}"/>
              </a:ext>
            </a:extLst>
          </p:cNvPr>
          <p:cNvSpPr>
            <a:spLocks noGrp="1"/>
          </p:cNvSpPr>
          <p:nvPr>
            <p:ph sz="half" idx="1"/>
          </p:nvPr>
        </p:nvSpPr>
        <p:spPr/>
        <p:txBody>
          <a:bodyPr/>
          <a:lstStyle/>
          <a:p>
            <a:pPr algn="just"/>
            <a:r>
              <a:rPr lang="vi-VN" sz="2800" dirty="0">
                <a:solidFill>
                  <a:srgbClr val="0066FF"/>
                </a:solidFill>
              </a:rPr>
              <a:t>Ta </a:t>
            </a:r>
            <a:r>
              <a:rPr lang="vi-VN" sz="2800" dirty="0" err="1">
                <a:solidFill>
                  <a:srgbClr val="0066FF"/>
                </a:solidFill>
              </a:rPr>
              <a:t>trực</a:t>
            </a:r>
            <a:r>
              <a:rPr lang="vi-VN" sz="2800" dirty="0">
                <a:solidFill>
                  <a:srgbClr val="0066FF"/>
                </a:solidFill>
              </a:rPr>
              <a:t> quan </a:t>
            </a:r>
            <a:r>
              <a:rPr lang="vi-VN" sz="2800" dirty="0" err="1">
                <a:solidFill>
                  <a:srgbClr val="0066FF"/>
                </a:solidFill>
              </a:rPr>
              <a:t>hóa</a:t>
            </a:r>
            <a:r>
              <a:rPr lang="vi-VN" sz="2800" dirty="0">
                <a:solidFill>
                  <a:srgbClr val="0066FF"/>
                </a:solidFill>
              </a:rPr>
              <a:t> </a:t>
            </a:r>
            <a:r>
              <a:rPr lang="vi-VN" sz="2800" dirty="0" err="1">
                <a:solidFill>
                  <a:srgbClr val="0066FF"/>
                </a:solidFill>
              </a:rPr>
              <a:t>kết</a:t>
            </a:r>
            <a:r>
              <a:rPr lang="vi-VN" sz="2800" dirty="0">
                <a:solidFill>
                  <a:srgbClr val="0066FF"/>
                </a:solidFill>
              </a:rPr>
              <a:t> </a:t>
            </a:r>
            <a:r>
              <a:rPr lang="vi-VN" sz="2800" dirty="0" err="1">
                <a:solidFill>
                  <a:srgbClr val="0066FF"/>
                </a:solidFill>
              </a:rPr>
              <a:t>quả</a:t>
            </a:r>
            <a:r>
              <a:rPr lang="vi-VN" sz="2800" dirty="0">
                <a:solidFill>
                  <a:srgbClr val="0066FF"/>
                </a:solidFill>
              </a:rPr>
              <a:t> mô </a:t>
            </a:r>
            <a:r>
              <a:rPr lang="vi-VN" sz="2800" dirty="0" err="1">
                <a:solidFill>
                  <a:srgbClr val="0066FF"/>
                </a:solidFill>
              </a:rPr>
              <a:t>hình</a:t>
            </a:r>
            <a:r>
              <a:rPr lang="vi-VN" sz="2800" dirty="0">
                <a:solidFill>
                  <a:srgbClr val="0066FF"/>
                </a:solidFill>
              </a:rPr>
              <a:t> trên </a:t>
            </a:r>
            <a:r>
              <a:rPr lang="vi-VN" sz="2800" dirty="0" err="1">
                <a:solidFill>
                  <a:srgbClr val="0066FF"/>
                </a:solidFill>
              </a:rPr>
              <a:t>mặt</a:t>
            </a:r>
            <a:r>
              <a:rPr lang="vi-VN" sz="2800" dirty="0">
                <a:solidFill>
                  <a:srgbClr val="0066FF"/>
                </a:solidFill>
              </a:rPr>
              <a:t> </a:t>
            </a:r>
            <a:r>
              <a:rPr lang="vi-VN" sz="2800" dirty="0" err="1">
                <a:solidFill>
                  <a:srgbClr val="0066FF"/>
                </a:solidFill>
              </a:rPr>
              <a:t>phẳng</a:t>
            </a:r>
            <a:r>
              <a:rPr lang="vi-VN" sz="2800" dirty="0">
                <a:solidFill>
                  <a:srgbClr val="0066FF"/>
                </a:solidFill>
              </a:rPr>
              <a:t> </a:t>
            </a:r>
            <a:r>
              <a:rPr lang="vi-VN" sz="2800" dirty="0" err="1">
                <a:solidFill>
                  <a:srgbClr val="0066FF"/>
                </a:solidFill>
              </a:rPr>
              <a:t>tọa</a:t>
            </a:r>
            <a:r>
              <a:rPr lang="vi-VN" sz="2800" dirty="0">
                <a:solidFill>
                  <a:srgbClr val="0066FF"/>
                </a:solidFill>
              </a:rPr>
              <a:t> </a:t>
            </a:r>
            <a:r>
              <a:rPr lang="vi-VN" sz="2800" dirty="0" err="1">
                <a:solidFill>
                  <a:srgbClr val="0066FF"/>
                </a:solidFill>
              </a:rPr>
              <a:t>độ</a:t>
            </a:r>
            <a:r>
              <a:rPr lang="vi-VN" sz="2800" dirty="0">
                <a:solidFill>
                  <a:srgbClr val="0066FF"/>
                </a:solidFill>
              </a:rPr>
              <a:t> </a:t>
            </a:r>
            <a:r>
              <a:rPr lang="vi-VN" sz="2800" dirty="0" err="1">
                <a:solidFill>
                  <a:srgbClr val="0066FF"/>
                </a:solidFill>
              </a:rPr>
              <a:t>bằng</a:t>
            </a:r>
            <a:r>
              <a:rPr lang="vi-VN" sz="2800" dirty="0">
                <a:solidFill>
                  <a:srgbClr val="0066FF"/>
                </a:solidFill>
              </a:rPr>
              <a:t> </a:t>
            </a:r>
            <a:r>
              <a:rPr lang="vi-VN" sz="2800" dirty="0" err="1">
                <a:solidFill>
                  <a:srgbClr val="0066FF"/>
                </a:solidFill>
              </a:rPr>
              <a:t>cách</a:t>
            </a:r>
            <a:r>
              <a:rPr lang="vi-VN" sz="2800" dirty="0">
                <a:solidFill>
                  <a:srgbClr val="0066FF"/>
                </a:solidFill>
              </a:rPr>
              <a:t> </a:t>
            </a:r>
            <a:r>
              <a:rPr lang="vi-VN" sz="2800" dirty="0" err="1">
                <a:solidFill>
                  <a:srgbClr val="0066FF"/>
                </a:solidFill>
              </a:rPr>
              <a:t>vẽ</a:t>
            </a:r>
            <a:r>
              <a:rPr lang="vi-VN" sz="2800" dirty="0">
                <a:solidFill>
                  <a:srgbClr val="0066FF"/>
                </a:solidFill>
              </a:rPr>
              <a:t> 2 </a:t>
            </a:r>
            <a:r>
              <a:rPr lang="vi-VN" sz="2800" dirty="0" err="1">
                <a:solidFill>
                  <a:srgbClr val="0066FF"/>
                </a:solidFill>
              </a:rPr>
              <a:t>vùng</a:t>
            </a:r>
            <a:r>
              <a:rPr lang="vi-VN" sz="2800" dirty="0">
                <a:solidFill>
                  <a:srgbClr val="0066FF"/>
                </a:solidFill>
              </a:rPr>
              <a:t> phân chia </a:t>
            </a:r>
            <a:r>
              <a:rPr lang="vi-VN" sz="2800" dirty="0" err="1">
                <a:solidFill>
                  <a:srgbClr val="0066FF"/>
                </a:solidFill>
              </a:rPr>
              <a:t>mà</a:t>
            </a:r>
            <a:r>
              <a:rPr lang="vi-VN" sz="2800" dirty="0">
                <a:solidFill>
                  <a:srgbClr val="0066FF"/>
                </a:solidFill>
              </a:rPr>
              <a:t> mô </a:t>
            </a:r>
            <a:r>
              <a:rPr lang="vi-VN" sz="2800" dirty="0" err="1">
                <a:solidFill>
                  <a:srgbClr val="0066FF"/>
                </a:solidFill>
              </a:rPr>
              <a:t>hình</a:t>
            </a:r>
            <a:r>
              <a:rPr lang="vi-VN" sz="2800" dirty="0">
                <a:solidFill>
                  <a:srgbClr val="0066FF"/>
                </a:solidFill>
              </a:rPr>
              <a:t> thu </a:t>
            </a:r>
            <a:r>
              <a:rPr lang="vi-VN" sz="2800" dirty="0" err="1">
                <a:solidFill>
                  <a:srgbClr val="0066FF"/>
                </a:solidFill>
              </a:rPr>
              <a:t>được</a:t>
            </a:r>
            <a:r>
              <a:rPr lang="vi-VN" sz="2800" dirty="0">
                <a:solidFill>
                  <a:srgbClr val="0066FF"/>
                </a:solidFill>
              </a:rPr>
              <a:t> sau </a:t>
            </a:r>
            <a:r>
              <a:rPr lang="vi-VN" sz="2800" dirty="0" err="1">
                <a:solidFill>
                  <a:srgbClr val="0066FF"/>
                </a:solidFill>
              </a:rPr>
              <a:t>quá</a:t>
            </a:r>
            <a:r>
              <a:rPr lang="vi-VN" sz="2800" dirty="0">
                <a:solidFill>
                  <a:srgbClr val="0066FF"/>
                </a:solidFill>
              </a:rPr>
              <a:t> </a:t>
            </a:r>
            <a:r>
              <a:rPr lang="vi-VN" sz="2800" dirty="0" err="1">
                <a:solidFill>
                  <a:srgbClr val="0066FF"/>
                </a:solidFill>
              </a:rPr>
              <a:t>trình</a:t>
            </a:r>
            <a:r>
              <a:rPr lang="vi-VN" sz="2800" dirty="0">
                <a:solidFill>
                  <a:srgbClr val="0066FF"/>
                </a:solidFill>
              </a:rPr>
              <a:t> </a:t>
            </a:r>
            <a:r>
              <a:rPr lang="vi-VN" sz="2800" dirty="0" err="1">
                <a:solidFill>
                  <a:srgbClr val="0066FF"/>
                </a:solidFill>
              </a:rPr>
              <a:t>huấn</a:t>
            </a:r>
            <a:r>
              <a:rPr lang="vi-VN" sz="2800" dirty="0">
                <a:solidFill>
                  <a:srgbClr val="0066FF"/>
                </a:solidFill>
              </a:rPr>
              <a:t> </a:t>
            </a:r>
            <a:r>
              <a:rPr lang="vi-VN" sz="2800" dirty="0" err="1">
                <a:solidFill>
                  <a:srgbClr val="0066FF"/>
                </a:solidFill>
              </a:rPr>
              <a:t>luyện</a:t>
            </a:r>
            <a:r>
              <a:rPr lang="vi-VN" sz="2800" dirty="0">
                <a:solidFill>
                  <a:srgbClr val="0066FF"/>
                </a:solidFill>
              </a:rPr>
              <a:t>.</a:t>
            </a:r>
          </a:p>
        </p:txBody>
      </p:sp>
      <p:pic>
        <p:nvPicPr>
          <p:cNvPr id="6" name="Content Placeholder 5">
            <a:extLst>
              <a:ext uri="{FF2B5EF4-FFF2-40B4-BE49-F238E27FC236}">
                <a16:creationId xmlns:a16="http://schemas.microsoft.com/office/drawing/2014/main" id="{EDD0EAE5-F738-4026-A726-AACF76C94537}"/>
              </a:ext>
            </a:extLst>
          </p:cNvPr>
          <p:cNvPicPr>
            <a:picLocks noGrp="1" noChangeAspect="1"/>
          </p:cNvPicPr>
          <p:nvPr>
            <p:ph sz="half" idx="2"/>
          </p:nvPr>
        </p:nvPicPr>
        <p:blipFill>
          <a:blip r:embed="rId2"/>
          <a:stretch>
            <a:fillRect/>
          </a:stretch>
        </p:blipFill>
        <p:spPr>
          <a:xfrm>
            <a:off x="6284912" y="1772444"/>
            <a:ext cx="5819775" cy="4181475"/>
          </a:xfrm>
          <a:prstGeom prst="rect">
            <a:avLst/>
          </a:prstGeom>
        </p:spPr>
      </p:pic>
    </p:spTree>
    <p:extLst>
      <p:ext uri="{BB962C8B-B14F-4D97-AF65-F5344CB8AC3E}">
        <p14:creationId xmlns:p14="http://schemas.microsoft.com/office/powerpoint/2010/main" val="1723567646"/>
      </p:ext>
    </p:extLst>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D303915-96E8-4D3F-AEBF-7529BD817D88}"/>
              </a:ext>
            </a:extLst>
          </p:cNvPr>
          <p:cNvSpPr>
            <a:spLocks noGrp="1"/>
          </p:cNvSpPr>
          <p:nvPr>
            <p:ph type="title"/>
          </p:nvPr>
        </p:nvSpPr>
        <p:spPr/>
        <p:txBody>
          <a:bodyPr/>
          <a:lstStyle/>
          <a:p>
            <a:r>
              <a:rPr lang="vi-VN" dirty="0" err="1"/>
              <a:t>Trực</a:t>
            </a:r>
            <a:r>
              <a:rPr lang="vi-VN" dirty="0"/>
              <a:t> quan </a:t>
            </a:r>
            <a:r>
              <a:rPr lang="vi-VN" dirty="0" err="1"/>
              <a:t>hóa</a:t>
            </a:r>
            <a:r>
              <a:rPr lang="vi-VN" dirty="0"/>
              <a:t> </a:t>
            </a:r>
            <a:r>
              <a:rPr lang="vi-VN" dirty="0" err="1"/>
              <a:t>kết</a:t>
            </a:r>
            <a:r>
              <a:rPr lang="vi-VN" dirty="0"/>
              <a:t> </a:t>
            </a:r>
            <a:r>
              <a:rPr lang="vi-VN" dirty="0" err="1"/>
              <a:t>quả</a:t>
            </a:r>
            <a:r>
              <a:rPr lang="vi-VN" dirty="0"/>
              <a:t> mô </a:t>
            </a:r>
            <a:r>
              <a:rPr lang="vi-VN" dirty="0" err="1"/>
              <a:t>hình</a:t>
            </a:r>
            <a:endParaRPr lang="vi-VN" dirty="0"/>
          </a:p>
        </p:txBody>
      </p:sp>
      <p:sp>
        <p:nvSpPr>
          <p:cNvPr id="2" name="Content Placeholder 1">
            <a:extLst>
              <a:ext uri="{FF2B5EF4-FFF2-40B4-BE49-F238E27FC236}">
                <a16:creationId xmlns:a16="http://schemas.microsoft.com/office/drawing/2014/main" id="{5D8847BE-064C-4CB5-8E65-33ED27DF2C1C}"/>
              </a:ext>
            </a:extLst>
          </p:cNvPr>
          <p:cNvSpPr>
            <a:spLocks noGrp="1"/>
          </p:cNvSpPr>
          <p:nvPr>
            <p:ph idx="1"/>
          </p:nvPr>
        </p:nvSpPr>
        <p:spPr/>
        <p:txBody>
          <a:bodyPr/>
          <a:lstStyle/>
          <a:p>
            <a:pPr algn="just"/>
            <a:r>
              <a:rPr lang="vi-VN" sz="2800" dirty="0">
                <a:solidFill>
                  <a:srgbClr val="0066FF"/>
                </a:solidFill>
              </a:rPr>
              <a:t>Xây </a:t>
            </a:r>
            <a:r>
              <a:rPr lang="vi-VN" sz="2800" dirty="0" err="1">
                <a:solidFill>
                  <a:srgbClr val="0066FF"/>
                </a:solidFill>
              </a:rPr>
              <a:t>dựng</a:t>
            </a:r>
            <a:r>
              <a:rPr lang="vi-VN" sz="2800" dirty="0">
                <a:solidFill>
                  <a:srgbClr val="0066FF"/>
                </a:solidFill>
              </a:rPr>
              <a:t> </a:t>
            </a:r>
            <a:r>
              <a:rPr lang="vi-VN" sz="2800" dirty="0" err="1">
                <a:solidFill>
                  <a:srgbClr val="0066FF"/>
                </a:solidFill>
              </a:rPr>
              <a:t>hàm</a:t>
            </a:r>
            <a:r>
              <a:rPr lang="vi-VN" sz="2800" dirty="0">
                <a:solidFill>
                  <a:srgbClr val="0066FF"/>
                </a:solidFill>
              </a:rPr>
              <a:t> </a:t>
            </a:r>
            <a:r>
              <a:rPr lang="vi-VN" sz="2800" dirty="0" err="1">
                <a:solidFill>
                  <a:srgbClr val="0066FF"/>
                </a:solidFill>
              </a:rPr>
              <a:t>trực</a:t>
            </a:r>
            <a:r>
              <a:rPr lang="vi-VN" sz="2800" dirty="0">
                <a:solidFill>
                  <a:srgbClr val="0066FF"/>
                </a:solidFill>
              </a:rPr>
              <a:t> quan </a:t>
            </a:r>
            <a:r>
              <a:rPr lang="vi-VN" sz="2800" dirty="0" err="1">
                <a:solidFill>
                  <a:srgbClr val="0066FF"/>
                </a:solidFill>
              </a:rPr>
              <a:t>hóa</a:t>
            </a:r>
            <a:r>
              <a:rPr lang="vi-VN" sz="2800" dirty="0">
                <a:solidFill>
                  <a:srgbClr val="0066FF"/>
                </a:solidFill>
              </a:rPr>
              <a:t> </a:t>
            </a:r>
            <a:r>
              <a:rPr lang="vi-VN" sz="2800" dirty="0" err="1">
                <a:solidFill>
                  <a:srgbClr val="0066FF"/>
                </a:solidFill>
              </a:rPr>
              <a:t>kết</a:t>
            </a:r>
            <a:r>
              <a:rPr lang="vi-VN" sz="2800" dirty="0">
                <a:solidFill>
                  <a:srgbClr val="0066FF"/>
                </a:solidFill>
              </a:rPr>
              <a:t> </a:t>
            </a:r>
            <a:r>
              <a:rPr lang="vi-VN" sz="2800" dirty="0" err="1">
                <a:solidFill>
                  <a:srgbClr val="0066FF"/>
                </a:solidFill>
              </a:rPr>
              <a:t>quả</a:t>
            </a:r>
            <a:r>
              <a:rPr lang="vi-VN" sz="2800" dirty="0">
                <a:solidFill>
                  <a:srgbClr val="0066FF"/>
                </a:solidFill>
              </a:rPr>
              <a:t> </a:t>
            </a:r>
            <a:r>
              <a:rPr lang="vi-VN" sz="2800" dirty="0" err="1">
                <a:solidFill>
                  <a:srgbClr val="0066FF"/>
                </a:solidFill>
              </a:rPr>
              <a:t>bằng</a:t>
            </a:r>
            <a:r>
              <a:rPr lang="vi-VN" sz="2800" dirty="0">
                <a:solidFill>
                  <a:srgbClr val="0066FF"/>
                </a:solidFill>
              </a:rPr>
              <a:t> </a:t>
            </a:r>
            <a:r>
              <a:rPr lang="vi-VN" sz="2800" dirty="0" err="1">
                <a:solidFill>
                  <a:srgbClr val="0066FF"/>
                </a:solidFill>
              </a:rPr>
              <a:t>cách</a:t>
            </a:r>
            <a:r>
              <a:rPr lang="vi-VN" sz="2800" dirty="0">
                <a:solidFill>
                  <a:srgbClr val="0066FF"/>
                </a:solidFill>
              </a:rPr>
              <a:t> </a:t>
            </a:r>
            <a:r>
              <a:rPr lang="vi-VN" sz="2800" dirty="0" err="1">
                <a:solidFill>
                  <a:srgbClr val="0066FF"/>
                </a:solidFill>
              </a:rPr>
              <a:t>tạo</a:t>
            </a:r>
            <a:r>
              <a:rPr lang="vi-VN" sz="2800" dirty="0">
                <a:solidFill>
                  <a:srgbClr val="0066FF"/>
                </a:solidFill>
              </a:rPr>
              <a:t> 2 </a:t>
            </a:r>
            <a:r>
              <a:rPr lang="vi-VN" sz="2800" dirty="0" err="1">
                <a:solidFill>
                  <a:srgbClr val="0066FF"/>
                </a:solidFill>
              </a:rPr>
              <a:t>vùng</a:t>
            </a:r>
            <a:r>
              <a:rPr lang="vi-VN" sz="2800" dirty="0">
                <a:solidFill>
                  <a:srgbClr val="0066FF"/>
                </a:solidFill>
              </a:rPr>
              <a:t> phân chia </a:t>
            </a:r>
            <a:r>
              <a:rPr lang="vi-VN" sz="2800" dirty="0" err="1">
                <a:solidFill>
                  <a:srgbClr val="0066FF"/>
                </a:solidFill>
              </a:rPr>
              <a:t>mà</a:t>
            </a:r>
            <a:r>
              <a:rPr lang="vi-VN" sz="2800" dirty="0">
                <a:solidFill>
                  <a:srgbClr val="0066FF"/>
                </a:solidFill>
              </a:rPr>
              <a:t> mô </a:t>
            </a:r>
            <a:r>
              <a:rPr lang="vi-VN" sz="2800" dirty="0" err="1">
                <a:solidFill>
                  <a:srgbClr val="0066FF"/>
                </a:solidFill>
              </a:rPr>
              <a:t>hình</a:t>
            </a:r>
            <a:r>
              <a:rPr lang="vi-VN" sz="2800" dirty="0">
                <a:solidFill>
                  <a:srgbClr val="0066FF"/>
                </a:solidFill>
              </a:rPr>
              <a:t> </a:t>
            </a:r>
            <a:r>
              <a:rPr lang="vi-VN" sz="2800" dirty="0" err="1">
                <a:solidFill>
                  <a:srgbClr val="0066FF"/>
                </a:solidFill>
              </a:rPr>
              <a:t>đạt</a:t>
            </a:r>
            <a:r>
              <a:rPr lang="vi-VN" sz="2800" dirty="0">
                <a:solidFill>
                  <a:srgbClr val="0066FF"/>
                </a:solidFill>
              </a:rPr>
              <a:t> </a:t>
            </a:r>
            <a:r>
              <a:rPr lang="vi-VN" sz="2800" dirty="0" err="1">
                <a:solidFill>
                  <a:srgbClr val="0066FF"/>
                </a:solidFill>
              </a:rPr>
              <a:t>được</a:t>
            </a:r>
            <a:r>
              <a:rPr lang="vi-VN" sz="2800" dirty="0">
                <a:solidFill>
                  <a:srgbClr val="0066FF"/>
                </a:solidFill>
              </a:rPr>
              <a:t>.</a:t>
            </a:r>
            <a:endParaRPr lang="vi-VN" sz="2800" dirty="0">
              <a:solidFill>
                <a:srgbClr val="FF0000"/>
              </a:solidFill>
            </a:endParaRPr>
          </a:p>
          <a:p>
            <a:pPr marL="457200" indent="-457200">
              <a:buFont typeface="+mj-lt"/>
              <a:buAutoNum type="arabicPeriod" startAt="26"/>
            </a:pPr>
            <a:r>
              <a:rPr lang="es-ES" dirty="0" err="1">
                <a:solidFill>
                  <a:srgbClr val="0000FF"/>
                </a:solidFill>
                <a:latin typeface="Consolas" panose="020B0609020204030204" pitchFamily="49" charset="0"/>
              </a:rPr>
              <a:t>def VisualizingResult(model, X_):</a:t>
            </a:r>
            <a:r>
              <a:rPr lang="es-ES" dirty="0">
                <a:solidFill>
                  <a:srgbClr val="000000"/>
                </a:solidFill>
                <a:latin typeface="Consolas" panose="020B0609020204030204" pitchFamily="49" charset="0"/>
              </a:rPr>
              <a:t/>
            </a:r>
            <a:r>
              <a:rPr lang="es-ES" dirty="0" err="1">
                <a:solidFill>
                  <a:srgbClr val="795E26"/>
                </a:solidFill>
                <a:latin typeface="Consolas" panose="020B0609020204030204" pitchFamily="49" charset="0"/>
              </a:rPr>
              <a:t/>
            </a:r>
            <a:r>
              <a:rPr lang="es-ES" dirty="0">
                <a:solidFill>
                  <a:srgbClr val="000000"/>
                </a:solidFill>
                <a:latin typeface="Consolas" panose="020B0609020204030204" pitchFamily="49" charset="0"/>
              </a:rPr>
              <a:t/>
            </a:r>
            <a:r>
              <a:rPr lang="es-ES" dirty="0" err="1">
                <a:solidFill>
                  <a:srgbClr val="001080"/>
                </a:solidFill>
                <a:latin typeface="Consolas" panose="020B0609020204030204" pitchFamily="49" charset="0"/>
              </a:rPr>
              <a:t/>
            </a:r>
            <a:r>
              <a:rPr lang="es-ES" dirty="0">
                <a:solidFill>
                  <a:srgbClr val="000000"/>
                </a:solidFill>
                <a:latin typeface="Consolas" panose="020B0609020204030204" pitchFamily="49" charset="0"/>
              </a:rPr>
              <a:t/>
            </a:r>
            <a:r>
              <a:rPr lang="es-ES" dirty="0">
                <a:solidFill>
                  <a:srgbClr val="001080"/>
                </a:solidFill>
                <a:latin typeface="Consolas" panose="020B0609020204030204" pitchFamily="49" charset="0"/>
              </a:rPr>
              <a:t/>
            </a:r>
            <a:r>
              <a:rPr lang="es-ES" dirty="0">
                <a:solidFill>
                  <a:srgbClr val="000000"/>
                </a:solidFill>
                <a:latin typeface="Consolas" panose="020B0609020204030204" pitchFamily="49" charset="0"/>
              </a:rPr>
              <a:t/>
            </a:r>
          </a:p>
          <a:p>
            <a:pPr marL="457200" indent="-457200">
              <a:buFont typeface="+mj-lt"/>
              <a:buAutoNum type="arabicPeriod" startAt="26"/>
            </a:pPr>
            <a:r>
              <a:rPr lang="vi-VN" dirty="0">
                <a:solidFill>
                  <a:srgbClr val="000000"/>
                </a:solidFill>
                <a:latin typeface="Consolas" panose="020B0609020204030204" pitchFamily="49" charset="0"/>
              </a:rPr>
              <a:t>    X1 = X_[:, 0]</a:t>
            </a:r>
            <a:r>
              <a:rPr lang="vi-VN" dirty="0">
                <a:solidFill>
                  <a:srgbClr val="09885A"/>
                </a:solidFill>
                <a:latin typeface="Consolas" panose="020B0609020204030204" pitchFamily="49" charset="0"/>
              </a:rPr>
              <a:t/>
            </a:r>
            <a:r>
              <a:rPr lang="vi-VN" dirty="0">
                <a:solidFill>
                  <a:srgbClr val="000000"/>
                </a:solidFill>
                <a:latin typeface="Consolas" panose="020B0609020204030204" pitchFamily="49" charset="0"/>
              </a:rPr>
              <a:t/>
            </a:r>
          </a:p>
          <a:p>
            <a:pPr marL="457200" indent="-457200">
              <a:buFont typeface="+mj-lt"/>
              <a:buAutoNum type="arabicPeriod" startAt="26"/>
            </a:pPr>
            <a:r>
              <a:rPr lang="vi-VN" dirty="0">
                <a:solidFill>
                  <a:srgbClr val="000000"/>
                </a:solidFill>
                <a:latin typeface="Consolas" panose="020B0609020204030204" pitchFamily="49" charset="0"/>
              </a:rPr>
              <a:t>    X2 = X_[:, 1]</a:t>
            </a:r>
            <a:r>
              <a:rPr lang="vi-VN" dirty="0">
                <a:solidFill>
                  <a:srgbClr val="09885A"/>
                </a:solidFill>
                <a:latin typeface="Consolas" panose="020B0609020204030204" pitchFamily="49" charset="0"/>
              </a:rPr>
              <a:t/>
            </a:r>
            <a:r>
              <a:rPr lang="vi-VN" dirty="0">
                <a:solidFill>
                  <a:srgbClr val="000000"/>
                </a:solidFill>
                <a:latin typeface="Consolas" panose="020B0609020204030204" pitchFamily="49" charset="0"/>
              </a:rPr>
              <a:t/>
            </a:r>
          </a:p>
          <a:p>
            <a:pPr marL="457200" indent="-457200">
              <a:buFont typeface="+mj-lt"/>
              <a:buAutoNum type="arabicPeriod" startAt="26"/>
            </a:pPr>
            <a:r>
              <a:rPr lang="en-US" dirty="0">
                <a:solidFill>
                  <a:srgbClr val="000000"/>
                </a:solidFill>
                <a:latin typeface="Consolas" panose="020B0609020204030204" pitchFamily="49" charset="0"/>
              </a:rPr>
              <a:t>    X1_range = np.arange(start= X1.min()-1, stop= X1.max()+1, step = 0.01)</a:t>
            </a:r>
            <a:r>
              <a:rPr lang="en-US" dirty="0" err="1">
                <a:solidFill>
                  <a:srgbClr val="000000"/>
                </a:solidFill>
                <a:latin typeface="Consolas" panose="020B0609020204030204" pitchFamily="49" charset="0"/>
              </a:rPr>
              <a:t/>
            </a:r>
            <a:r>
              <a:rPr lang="en-US" dirty="0">
                <a:solidFill>
                  <a:srgbClr val="000000"/>
                </a:solidFill>
                <a:latin typeface="Consolas" panose="020B0609020204030204" pitchFamily="49" charset="0"/>
              </a:rPr>
              <a:t/>
            </a:r>
            <a:r>
              <a:rPr lang="en-US">
                <a:solidFill>
                  <a:srgbClr val="001080"/>
                </a:solidFill>
                <a:latin typeface="Consolas" panose="020B0609020204030204" pitchFamily="49" charset="0"/>
              </a:rPr>
              <a:t/>
            </a:r>
            <a:r>
              <a:rPr lang="en-US">
                <a:solidFill>
                  <a:srgbClr val="000000"/>
                </a:solidFill>
                <a:latin typeface="Consolas" panose="020B0609020204030204" pitchFamily="49" charset="0"/>
              </a:rPr>
              <a:t/>
            </a:r>
            <a:r>
              <a:rPr lang="en-US" dirty="0">
                <a:solidFill>
                  <a:srgbClr val="000000"/>
                </a:solidFill>
                <a:latin typeface="Consolas" panose="020B0609020204030204" pitchFamily="49" charset="0"/>
              </a:rPr>
              <a:t/>
            </a:r>
            <a:r>
              <a:rPr lang="en-US">
                <a:solidFill>
                  <a:srgbClr val="09885A"/>
                </a:solidFill>
                <a:latin typeface="Consolas" panose="020B0609020204030204" pitchFamily="49" charset="0"/>
              </a:rPr>
              <a:t/>
            </a:r>
            <a:r>
              <a:rPr lang="en-US">
                <a:solidFill>
                  <a:srgbClr val="000000"/>
                </a:solidFill>
                <a:latin typeface="Consolas" panose="020B0609020204030204" pitchFamily="49" charset="0"/>
              </a:rPr>
              <a:t/>
            </a:r>
            <a:r>
              <a:rPr lang="en-US">
                <a:solidFill>
                  <a:srgbClr val="001080"/>
                </a:solidFill>
                <a:latin typeface="Consolas" panose="020B0609020204030204" pitchFamily="49" charset="0"/>
              </a:rPr>
              <a:t/>
            </a:r>
            <a:r>
              <a:rPr lang="en-US">
                <a:solidFill>
                  <a:srgbClr val="000000"/>
                </a:solidFill>
                <a:latin typeface="Consolas" panose="020B0609020204030204" pitchFamily="49" charset="0"/>
              </a:rPr>
              <a:t/>
            </a:r>
            <a:r>
              <a:rPr lang="en-US" dirty="0">
                <a:solidFill>
                  <a:srgbClr val="000000"/>
                </a:solidFill>
                <a:latin typeface="Consolas" panose="020B0609020204030204" pitchFamily="49" charset="0"/>
              </a:rPr>
              <a:t/>
            </a:r>
            <a:r>
              <a:rPr lang="en-US" dirty="0">
                <a:solidFill>
                  <a:srgbClr val="09885A"/>
                </a:solidFill>
                <a:latin typeface="Consolas" panose="020B0609020204030204" pitchFamily="49" charset="0"/>
              </a:rPr>
              <a:t/>
            </a:r>
            <a:r>
              <a:rPr lang="en-US" dirty="0">
                <a:solidFill>
                  <a:srgbClr val="000000"/>
                </a:solidFill>
                <a:latin typeface="Consolas" panose="020B0609020204030204" pitchFamily="49" charset="0"/>
              </a:rPr>
              <a:t/>
            </a:r>
            <a:r>
              <a:rPr lang="en-US" dirty="0">
                <a:solidFill>
                  <a:srgbClr val="001080"/>
                </a:solidFill>
                <a:latin typeface="Consolas" panose="020B0609020204030204" pitchFamily="49" charset="0"/>
              </a:rPr>
              <a:t/>
            </a:r>
            <a:r>
              <a:rPr lang="en-US" dirty="0">
                <a:solidFill>
                  <a:srgbClr val="000000"/>
                </a:solidFill>
                <a:latin typeface="Consolas" panose="020B0609020204030204" pitchFamily="49" charset="0"/>
              </a:rPr>
              <a:t/>
            </a:r>
            <a:r>
              <a:rPr lang="en-US" dirty="0">
                <a:solidFill>
                  <a:srgbClr val="09885A"/>
                </a:solidFill>
                <a:latin typeface="Consolas" panose="020B0609020204030204" pitchFamily="49" charset="0"/>
              </a:rPr>
              <a:t/>
            </a:r>
            <a:r>
              <a:rPr lang="en-US" dirty="0">
                <a:solidFill>
                  <a:srgbClr val="000000"/>
                </a:solidFill>
                <a:latin typeface="Consolas" panose="020B0609020204030204" pitchFamily="49" charset="0"/>
              </a:rPr>
              <a:t/>
            </a:r>
          </a:p>
          <a:p>
            <a:pPr marL="457200" indent="-457200">
              <a:buFont typeface="+mj-lt"/>
              <a:buAutoNum type="arabicPeriod" startAt="26"/>
            </a:pPr>
            <a:r>
              <a:rPr lang="en-US" dirty="0">
                <a:solidFill>
                  <a:srgbClr val="000000"/>
                </a:solidFill>
                <a:latin typeface="Consolas" panose="020B0609020204030204" pitchFamily="49" charset="0"/>
              </a:rPr>
              <a:t>    X2_range = np.arange(start= X2.min()-1, stop= X2.max()+1, step = 0.01)</a:t>
            </a:r>
            <a:r>
              <a:rPr lang="en-US" dirty="0" err="1">
                <a:solidFill>
                  <a:srgbClr val="000000"/>
                </a:solidFill>
                <a:latin typeface="Consolas" panose="020B0609020204030204" pitchFamily="49" charset="0"/>
              </a:rPr>
              <a:t/>
            </a:r>
            <a:r>
              <a:rPr lang="en-US" dirty="0">
                <a:solidFill>
                  <a:srgbClr val="000000"/>
                </a:solidFill>
                <a:latin typeface="Consolas" panose="020B0609020204030204" pitchFamily="49" charset="0"/>
              </a:rPr>
              <a:t/>
            </a:r>
            <a:r>
              <a:rPr lang="en-US" dirty="0">
                <a:solidFill>
                  <a:srgbClr val="001080"/>
                </a:solidFill>
                <a:latin typeface="Consolas" panose="020B0609020204030204" pitchFamily="49" charset="0"/>
              </a:rPr>
              <a:t/>
            </a:r>
            <a:r>
              <a:rPr lang="en-US" dirty="0">
                <a:solidFill>
                  <a:srgbClr val="000000"/>
                </a:solidFill>
                <a:latin typeface="Consolas" panose="020B0609020204030204" pitchFamily="49" charset="0"/>
              </a:rPr>
              <a:t/>
            </a:r>
            <a:r>
              <a:rPr lang="en-US" dirty="0">
                <a:solidFill>
                  <a:srgbClr val="09885A"/>
                </a:solidFill>
                <a:latin typeface="Consolas" panose="020B0609020204030204" pitchFamily="49" charset="0"/>
              </a:rPr>
              <a:t/>
            </a:r>
            <a:r>
              <a:rPr lang="en-US" dirty="0">
                <a:solidFill>
                  <a:srgbClr val="000000"/>
                </a:solidFill>
                <a:latin typeface="Consolas" panose="020B0609020204030204" pitchFamily="49" charset="0"/>
              </a:rPr>
              <a:t/>
            </a:r>
            <a:r>
              <a:rPr lang="en-US" dirty="0">
                <a:solidFill>
                  <a:srgbClr val="001080"/>
                </a:solidFill>
                <a:latin typeface="Consolas" panose="020B0609020204030204" pitchFamily="49" charset="0"/>
              </a:rPr>
              <a:t/>
            </a:r>
            <a:r>
              <a:rPr lang="en-US" dirty="0">
                <a:solidFill>
                  <a:srgbClr val="000000"/>
                </a:solidFill>
                <a:latin typeface="Consolas" panose="020B0609020204030204" pitchFamily="49" charset="0"/>
              </a:rPr>
              <a:t/>
            </a:r>
            <a:r>
              <a:rPr lang="en-US" dirty="0">
                <a:solidFill>
                  <a:srgbClr val="09885A"/>
                </a:solidFill>
                <a:latin typeface="Consolas" panose="020B0609020204030204" pitchFamily="49" charset="0"/>
              </a:rPr>
              <a:t/>
            </a:r>
            <a:r>
              <a:rPr lang="en-US" dirty="0">
                <a:solidFill>
                  <a:srgbClr val="000000"/>
                </a:solidFill>
                <a:latin typeface="Consolas" panose="020B0609020204030204" pitchFamily="49" charset="0"/>
              </a:rPr>
              <a:t/>
            </a:r>
            <a:r>
              <a:rPr lang="en-US" dirty="0">
                <a:solidFill>
                  <a:srgbClr val="001080"/>
                </a:solidFill>
                <a:latin typeface="Consolas" panose="020B0609020204030204" pitchFamily="49" charset="0"/>
              </a:rPr>
              <a:t/>
            </a:r>
            <a:r>
              <a:rPr lang="en-US" dirty="0">
                <a:solidFill>
                  <a:srgbClr val="000000"/>
                </a:solidFill>
                <a:latin typeface="Consolas" panose="020B0609020204030204" pitchFamily="49" charset="0"/>
              </a:rPr>
              <a:t/>
            </a:r>
            <a:r>
              <a:rPr lang="en-US" dirty="0">
                <a:solidFill>
                  <a:srgbClr val="09885A"/>
                </a:solidFill>
                <a:latin typeface="Consolas" panose="020B0609020204030204" pitchFamily="49" charset="0"/>
              </a:rPr>
              <a:t/>
            </a:r>
            <a:r>
              <a:rPr lang="en-US" dirty="0">
                <a:solidFill>
                  <a:srgbClr val="000000"/>
                </a:solidFill>
                <a:latin typeface="Consolas" panose="020B0609020204030204" pitchFamily="49" charset="0"/>
              </a:rPr>
              <a:t/>
            </a:r>
          </a:p>
          <a:p>
            <a:pPr marL="457200" indent="-457200">
              <a:buFont typeface="+mj-lt"/>
              <a:buAutoNum type="arabicPeriod" startAt="26"/>
            </a:pPr>
            <a:r>
              <a:rPr lang="fr-FR" dirty="0">
                <a:solidFill>
                  <a:srgbClr val="000000"/>
                </a:solidFill>
                <a:latin typeface="Consolas" panose="020B0609020204030204" pitchFamily="49" charset="0"/>
              </a:rPr>
              <a:t>    X1_matrix, X2_matrix = np.meshgrid(X1_range, X2_range)</a:t>
            </a:r>
            <a:r>
              <a:rPr lang="fr-FR" dirty="0" err="1">
                <a:solidFill>
                  <a:srgbClr val="000000"/>
                </a:solidFill>
                <a:latin typeface="Consolas" panose="020B0609020204030204" pitchFamily="49" charset="0"/>
              </a:rPr>
              <a:t/>
            </a:r>
            <a:r>
              <a:rPr lang="fr-FR" dirty="0">
                <a:solidFill>
                  <a:srgbClr val="000000"/>
                </a:solidFill>
                <a:latin typeface="Consolas" panose="020B0609020204030204" pitchFamily="49" charset="0"/>
              </a:rPr>
              <a:t/>
            </a:r>
          </a:p>
        </p:txBody>
      </p:sp>
    </p:spTree>
    <p:extLst>
      <p:ext uri="{BB962C8B-B14F-4D97-AF65-F5344CB8AC3E}">
        <p14:creationId xmlns:p14="http://schemas.microsoft.com/office/powerpoint/2010/main" val="898501364"/>
      </p:ext>
    </p:extLst>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D303915-96E8-4D3F-AEBF-7529BD817D88}"/>
              </a:ext>
            </a:extLst>
          </p:cNvPr>
          <p:cNvSpPr>
            <a:spLocks noGrp="1"/>
          </p:cNvSpPr>
          <p:nvPr>
            <p:ph type="title"/>
          </p:nvPr>
        </p:nvSpPr>
        <p:spPr/>
        <p:txBody>
          <a:bodyPr wrap="square"/>
          <a:lstStyle/>
          <a:p>
            <a:pPr>
              <a:defRPr sz="2800" b="1">
                <a:solidFill>
                  <a:srgbClr val="002060"/>
                </a:solidFill>
                <a:latin typeface="Calibri"/>
              </a:defRPr>
            </a:pPr>
            <a:r>
              <a:t>Trực quan hóa: Bản Chất Hàm Sigmoid &amp; Ranh Giới Quyết Định Tuyến Tính (In [2])</a:t>
            </a:r>
            <a:endParaRPr lang="vi-VN" dirty="0"/>
          </a:p>
        </p:txBody>
      </p:sp>
      <p:sp>
        <p:nvSpPr>
          <p:cNvPr id="2" name="Content Placeholder 1">
            <a:extLst>
              <a:ext uri="{FF2B5EF4-FFF2-40B4-BE49-F238E27FC236}">
                <a16:creationId xmlns:a16="http://schemas.microsoft.com/office/drawing/2014/main" id="{5D8847BE-064C-4CB5-8E65-33ED27DF2C1C}"/>
              </a:ext>
            </a:extLst>
          </p:cNvPr>
          <p:cNvSpPr>
            <a:spLocks noGrp="1"/>
          </p:cNvSpPr>
          <p:nvPr>
            <p:ph idx="1"/>
          </p:nvPr>
        </p:nvSpPr>
        <p:spPr>
          <a:xfrm>
            <a:off x="612648" y="1371600"/>
            <a:ext cx="10972800" cy="4937760"/>
          </a:xfrm>
        </p:spPr>
        <p:txBody>
          <a:bodyPr wrap="square"/>
          <a:lstStyle/>
          <a:p>
            <a:pPr algn="just">
              <a:spcBef>
                <a:spcPts val="600"/>
              </a:spcBef>
              <a:spcAft>
                <a:spcPts val="400"/>
              </a:spcAft>
              <a:defRPr sz="1700" b="1">
                <a:solidFill>
                  <a:srgbClr val="003366"/>
                </a:solidFill>
                <a:latin typeface="Calibri"/>
              </a:defRPr>
            </a:pPr>
            <a:r>
              <a:t>Cơ chế ánh xạ xác suất của Logistic Regression (In [2]):</a:t>
            </a:r>
            <a:endParaRPr lang="vi-VN" dirty="0">
              <a:solidFill>
                <a:srgbClr val="0000FF"/>
              </a:solidFill>
              <a:latin typeface="Consolas" panose="020B0609020204030204" pitchFamily="49" charset="0"/>
            </a:endParaRPr>
          </a:p>
          <a:p>
            <a:pPr>
              <a:spcAft>
                <a:spcPts val="300"/>
              </a:spcAft>
              <a:defRPr sz="1500" b="0">
                <a:solidFill>
                  <a:srgbClr val="282828"/>
                </a:solidFill>
                <a:latin typeface="Calibri"/>
              </a:defRPr>
            </a:pPr>
            <a:r>
              <a:t>1. Hàm kích hoạt Sigmoid: P(y=1|x) = 1 / (1 + exp(-z)), với z = w^T * x + b.</a:t>
            </a:r>
          </a:p>
          <a:p>
            <a:pPr>
              <a:spcAft>
                <a:spcPts val="300"/>
              </a:spcAft>
              <a:defRPr sz="1500" b="0">
                <a:solidFill>
                  <a:srgbClr val="282828"/>
                </a:solidFill>
                <a:latin typeface="Calibri"/>
              </a:defRPr>
            </a:pPr>
            <a:r>
              <a:t>   Nén toàn bộ giá trị số thực (-vô cùng, +vô cùng) về đoạn xác suất [0, 1].</a:t>
            </a:r>
          </a:p>
          <a:p>
            <a:pPr>
              <a:spcAft>
                <a:spcPts val="300"/>
              </a:spcAft>
              <a:defRPr sz="1500" b="1">
                <a:solidFill>
                  <a:srgbClr val="282828"/>
                </a:solidFill>
                <a:latin typeface="Calibri"/>
              </a:defRPr>
            </a:pPr>
            <a:r>
              <a:t>2. Ngưỡng phân loại chuẩn (Decision Threshold = 0.5):</a:t>
            </a:r>
          </a:p>
          <a:p>
            <a:pPr>
              <a:spcAft>
                <a:spcPts val="300"/>
              </a:spcAft>
              <a:defRPr sz="1500" b="0">
                <a:solidFill>
                  <a:srgbClr val="282828"/>
                </a:solidFill>
                <a:latin typeface="Calibri"/>
              </a:defRPr>
            </a:pPr>
            <a:r>
              <a:t>   Nếu P &gt;= 0.5 (tương đương z &gt;= 0) -&gt; Dự đoán nhãn 1 (Mua SUV). Ngược lại dự đoán 0.</a:t>
            </a:r>
          </a:p>
          <a:p>
            <a:pPr>
              <a:spcAft>
                <a:spcPts val="300"/>
              </a:spcAft>
              <a:defRPr sz="1500" b="1">
                <a:solidFill>
                  <a:srgbClr val="282828"/>
                </a:solidFill>
                <a:latin typeface="Calibri"/>
              </a:defRPr>
            </a:pPr>
            <a:r>
              <a:t>3. Ranh giới quyết định (Decision Boundary):</a:t>
            </a:r>
          </a:p>
          <a:p>
            <a:pPr>
              <a:spcAft>
                <a:spcPts val="300"/>
              </a:spcAft>
              <a:defRPr sz="1500" b="0">
                <a:solidFill>
                  <a:srgbClr val="282828"/>
                </a:solidFill>
                <a:latin typeface="Calibri"/>
              </a:defRPr>
            </a:pPr>
            <a:r>
              <a:t>   Phương trình z = 0 tạo thành một ĐƯỜNG THẲNG trong không gian đặc trưng (Linear Decision Boundary).</a:t>
            </a:r>
          </a:p>
        </p:txBody>
      </p:sp>
    </p:spTree>
    <p:extLst>
      <p:ext uri="{BB962C8B-B14F-4D97-AF65-F5344CB8AC3E}">
        <p14:creationId xmlns:p14="http://schemas.microsoft.com/office/powerpoint/2010/main" val="3316206566"/>
      </p:ext>
    </p:extLst>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D303915-96E8-4D3F-AEBF-7529BD817D88}"/>
              </a:ext>
            </a:extLst>
          </p:cNvPr>
          <p:cNvSpPr>
            <a:spLocks noGrp="1"/>
          </p:cNvSpPr>
          <p:nvPr>
            <p:ph type="title"/>
          </p:nvPr>
        </p:nvSpPr>
        <p:spPr/>
        <p:txBody>
          <a:bodyPr/>
          <a:lstStyle/>
          <a:p>
            <a:r>
              <a:rPr lang="vi-VN" dirty="0" err="1"/>
              <a:t>Trực</a:t>
            </a:r>
            <a:r>
              <a:rPr lang="vi-VN" dirty="0"/>
              <a:t> quan </a:t>
            </a:r>
            <a:r>
              <a:rPr lang="vi-VN" dirty="0" err="1"/>
              <a:t>hóa</a:t>
            </a:r>
            <a:r>
              <a:rPr lang="vi-VN" dirty="0"/>
              <a:t> </a:t>
            </a:r>
            <a:r>
              <a:rPr lang="vi-VN" dirty="0" err="1"/>
              <a:t>kết</a:t>
            </a:r>
            <a:r>
              <a:rPr lang="vi-VN" dirty="0"/>
              <a:t> </a:t>
            </a:r>
            <a:r>
              <a:rPr lang="vi-VN" dirty="0" err="1"/>
              <a:t>quả</a:t>
            </a:r>
            <a:r>
              <a:rPr lang="vi-VN" dirty="0"/>
              <a:t> mô </a:t>
            </a:r>
            <a:r>
              <a:rPr lang="vi-VN" dirty="0" err="1"/>
              <a:t>hình</a:t>
            </a:r>
            <a:endParaRPr lang="vi-VN" dirty="0"/>
          </a:p>
        </p:txBody>
      </p:sp>
      <p:sp>
        <p:nvSpPr>
          <p:cNvPr id="2" name="Content Placeholder 1">
            <a:extLst>
              <a:ext uri="{FF2B5EF4-FFF2-40B4-BE49-F238E27FC236}">
                <a16:creationId xmlns:a16="http://schemas.microsoft.com/office/drawing/2014/main" id="{5D8847BE-064C-4CB5-8E65-33ED27DF2C1C}"/>
              </a:ext>
            </a:extLst>
          </p:cNvPr>
          <p:cNvSpPr>
            <a:spLocks noGrp="1"/>
          </p:cNvSpPr>
          <p:nvPr>
            <p:ph idx="1"/>
          </p:nvPr>
        </p:nvSpPr>
        <p:spPr/>
        <p:txBody>
          <a:bodyPr/>
          <a:lstStyle/>
          <a:p>
            <a:r>
              <a:rPr lang="vi-VN" sz="2800" dirty="0" err="1">
                <a:solidFill>
                  <a:srgbClr val="0066FF"/>
                </a:solidFill>
              </a:rPr>
              <a:t>Trực</a:t>
            </a:r>
            <a:r>
              <a:rPr lang="vi-VN" sz="2800" dirty="0">
                <a:solidFill>
                  <a:srgbClr val="0066FF"/>
                </a:solidFill>
              </a:rPr>
              <a:t> quan </a:t>
            </a:r>
            <a:r>
              <a:rPr lang="vi-VN" sz="2800" dirty="0" err="1">
                <a:solidFill>
                  <a:srgbClr val="0066FF"/>
                </a:solidFill>
              </a:rPr>
              <a:t>hóa</a:t>
            </a:r>
            <a:r>
              <a:rPr lang="vi-VN" sz="2800" dirty="0">
                <a:solidFill>
                  <a:srgbClr val="0066FF"/>
                </a:solidFill>
              </a:rPr>
              <a:t> </a:t>
            </a:r>
            <a:r>
              <a:rPr lang="vi-VN" sz="2800" dirty="0" err="1">
                <a:solidFill>
                  <a:srgbClr val="0066FF"/>
                </a:solidFill>
              </a:rPr>
              <a:t>kết</a:t>
            </a:r>
            <a:r>
              <a:rPr lang="vi-VN" sz="2800" dirty="0">
                <a:solidFill>
                  <a:srgbClr val="0066FF"/>
                </a:solidFill>
              </a:rPr>
              <a:t> </a:t>
            </a:r>
            <a:r>
              <a:rPr lang="vi-VN" sz="2800" dirty="0" err="1">
                <a:solidFill>
                  <a:srgbClr val="0066FF"/>
                </a:solidFill>
              </a:rPr>
              <a:t>quả</a:t>
            </a:r>
            <a:r>
              <a:rPr lang="vi-VN" sz="2800" dirty="0">
                <a:solidFill>
                  <a:srgbClr val="0066FF"/>
                </a:solidFill>
              </a:rPr>
              <a:t> mô </a:t>
            </a:r>
            <a:r>
              <a:rPr lang="vi-VN" sz="2800" dirty="0" err="1">
                <a:solidFill>
                  <a:srgbClr val="0066FF"/>
                </a:solidFill>
              </a:rPr>
              <a:t>hình</a:t>
            </a:r>
            <a:r>
              <a:rPr lang="vi-VN" sz="2800" dirty="0">
                <a:solidFill>
                  <a:srgbClr val="0066FF"/>
                </a:solidFill>
              </a:rPr>
              <a:t>.</a:t>
            </a:r>
          </a:p>
          <a:p>
            <a:endParaRPr lang="en-US" sz="2800" dirty="0">
              <a:solidFill>
                <a:srgbClr val="000000"/>
              </a:solidFill>
              <a:latin typeface="Consolas" panose="020B0609020204030204" pitchFamily="49" charset="0"/>
            </a:endParaRPr>
          </a:p>
          <a:p>
            <a:pPr marL="514350" indent="-514350">
              <a:buFont typeface="+mj-lt"/>
              <a:buAutoNum type="arabicPeriod" startAt="35"/>
            </a:pPr>
            <a:r>
              <a:rPr lang="en-US" dirty="0" err="1">
                <a:solidFill>
                  <a:srgbClr val="000000"/>
                </a:solidFill>
                <a:latin typeface="Consolas" panose="020B0609020204030204" pitchFamily="49" charset="0"/>
              </a:rPr>
              <a:t>VisualizingResult(classifier, X_train)</a:t>
            </a:r>
            <a:r>
              <a:rPr lang="en-US" dirty="0">
                <a:solidFill>
                  <a:srgbClr val="000000"/>
                </a:solidFill>
                <a:latin typeface="Consolas" panose="020B0609020204030204" pitchFamily="49" charset="0"/>
              </a:rPr>
              <a:t/>
            </a:r>
            <a:r>
              <a:rPr lang="en-US" dirty="0" err="1">
                <a:solidFill>
                  <a:srgbClr val="000000"/>
                </a:solidFill>
                <a:latin typeface="Consolas" panose="020B0609020204030204" pitchFamily="49" charset="0"/>
              </a:rPr>
              <a:t/>
            </a:r>
            <a:r>
              <a:rPr lang="en-US" dirty="0">
                <a:solidFill>
                  <a:srgbClr val="000000"/>
                </a:solidFill>
                <a:latin typeface="Consolas" panose="020B0609020204030204" pitchFamily="49" charset="0"/>
              </a:rPr>
              <a:t/>
            </a:r>
          </a:p>
          <a:p>
            <a:pPr marL="514350" indent="-514350">
              <a:buFont typeface="+mj-lt"/>
              <a:buAutoNum type="arabicPeriod" startAt="35"/>
            </a:pPr>
            <a:r>
              <a:rPr lang="vi-VN" dirty="0" err="1">
                <a:solidFill>
                  <a:srgbClr val="000000"/>
                </a:solidFill>
                <a:latin typeface="Consolas" panose="020B0609020204030204" pitchFamily="49" charset="0"/>
              </a:rPr>
              <a:t>plt.show</a:t>
            </a:r>
            <a:r>
              <a:rPr lang="vi-VN" dirty="0">
                <a:solidFill>
                  <a:srgbClr val="000000"/>
                </a:solidFill>
                <a:latin typeface="Consolas" panose="020B0609020204030204" pitchFamily="49" charset="0"/>
              </a:rPr>
              <a:t>()</a:t>
            </a:r>
          </a:p>
        </p:txBody>
      </p:sp>
    </p:spTree>
    <p:extLst>
      <p:ext uri="{BB962C8B-B14F-4D97-AF65-F5344CB8AC3E}">
        <p14:creationId xmlns:p14="http://schemas.microsoft.com/office/powerpoint/2010/main" val="2987380924"/>
      </p:ext>
    </p:extLst>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D303915-96E8-4D3F-AEBF-7529BD817D88}"/>
              </a:ext>
            </a:extLst>
          </p:cNvPr>
          <p:cNvSpPr>
            <a:spLocks noGrp="1"/>
          </p:cNvSpPr>
          <p:nvPr>
            <p:ph type="title"/>
          </p:nvPr>
        </p:nvSpPr>
        <p:spPr/>
        <p:txBody>
          <a:bodyPr/>
          <a:lstStyle/>
          <a:p>
            <a:r>
              <a:rPr lang="vi-VN" dirty="0" err="1"/>
              <a:t>Trực</a:t>
            </a:r>
            <a:r>
              <a:rPr lang="vi-VN" dirty="0"/>
              <a:t> quan </a:t>
            </a:r>
            <a:r>
              <a:rPr lang="vi-VN" dirty="0" err="1"/>
              <a:t>hóa</a:t>
            </a:r>
            <a:r>
              <a:rPr lang="vi-VN" dirty="0"/>
              <a:t> </a:t>
            </a:r>
            <a:r>
              <a:rPr lang="vi-VN" dirty="0" err="1"/>
              <a:t>kết</a:t>
            </a:r>
            <a:r>
              <a:rPr lang="vi-VN" dirty="0"/>
              <a:t> </a:t>
            </a:r>
            <a:r>
              <a:rPr lang="vi-VN" dirty="0" err="1"/>
              <a:t>quả</a:t>
            </a:r>
            <a:r>
              <a:rPr lang="vi-VN" dirty="0"/>
              <a:t> mô </a:t>
            </a:r>
            <a:r>
              <a:rPr lang="vi-VN" dirty="0" err="1"/>
              <a:t>hình</a:t>
            </a:r>
            <a:endParaRPr lang="vi-VN" dirty="0"/>
          </a:p>
        </p:txBody>
      </p:sp>
      <p:pic>
        <p:nvPicPr>
          <p:cNvPr id="3" name="Content Placeholder 2">
            <a:extLst>
              <a:ext uri="{FF2B5EF4-FFF2-40B4-BE49-F238E27FC236}">
                <a16:creationId xmlns:a16="http://schemas.microsoft.com/office/drawing/2014/main" id="{5BD32E13-073D-4934-836E-3A983560BA14}"/>
              </a:ext>
            </a:extLst>
          </p:cNvPr>
          <p:cNvPicPr>
            <a:picLocks noGrp="1" noChangeAspect="1"/>
          </p:cNvPicPr>
          <p:nvPr>
            <p:ph idx="1"/>
          </p:nvPr>
        </p:nvPicPr>
        <p:blipFill>
          <a:blip r:embed="rId2"/>
          <a:stretch>
            <a:fillRect/>
          </a:stretch>
        </p:blipFill>
        <p:spPr>
          <a:xfrm>
            <a:off x="2857500" y="1327329"/>
            <a:ext cx="6477000" cy="4783179"/>
          </a:xfrm>
          <a:prstGeom prst="rect">
            <a:avLst/>
          </a:prstGeom>
        </p:spPr>
      </p:pic>
    </p:spTree>
    <p:extLst>
      <p:ext uri="{BB962C8B-B14F-4D97-AF65-F5344CB8AC3E}">
        <p14:creationId xmlns:p14="http://schemas.microsoft.com/office/powerpoint/2010/main" val="3783798924"/>
      </p:ext>
    </p:extLst>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D303915-96E8-4D3F-AEBF-7529BD817D88}"/>
              </a:ext>
            </a:extLst>
          </p:cNvPr>
          <p:cNvSpPr>
            <a:spLocks noGrp="1"/>
          </p:cNvSpPr>
          <p:nvPr>
            <p:ph type="title"/>
          </p:nvPr>
        </p:nvSpPr>
        <p:spPr/>
        <p:txBody>
          <a:bodyPr/>
          <a:lstStyle/>
          <a:p>
            <a:r>
              <a:rPr lang="vi-VN" dirty="0" err="1"/>
              <a:t>Trực</a:t>
            </a:r>
            <a:r>
              <a:rPr lang="vi-VN" dirty="0"/>
              <a:t> quan </a:t>
            </a:r>
            <a:r>
              <a:rPr lang="vi-VN" dirty="0" err="1"/>
              <a:t>hóa</a:t>
            </a:r>
            <a:r>
              <a:rPr lang="vi-VN" dirty="0"/>
              <a:t> </a:t>
            </a:r>
            <a:r>
              <a:rPr lang="vi-VN" dirty="0" err="1"/>
              <a:t>kết</a:t>
            </a:r>
            <a:r>
              <a:rPr lang="vi-VN" dirty="0"/>
              <a:t> </a:t>
            </a:r>
            <a:r>
              <a:rPr lang="vi-VN" dirty="0" err="1"/>
              <a:t>quả</a:t>
            </a:r>
            <a:r>
              <a:rPr lang="vi-VN" dirty="0"/>
              <a:t> mô </a:t>
            </a:r>
            <a:r>
              <a:rPr lang="vi-VN" dirty="0" err="1"/>
              <a:t>hình</a:t>
            </a:r>
            <a:endParaRPr lang="vi-VN" dirty="0"/>
          </a:p>
        </p:txBody>
      </p:sp>
      <p:sp>
        <p:nvSpPr>
          <p:cNvPr id="2" name="Content Placeholder 1">
            <a:extLst>
              <a:ext uri="{FF2B5EF4-FFF2-40B4-BE49-F238E27FC236}">
                <a16:creationId xmlns:a16="http://schemas.microsoft.com/office/drawing/2014/main" id="{AEA321E8-246F-4EAF-A682-01E42CE71019}"/>
              </a:ext>
            </a:extLst>
          </p:cNvPr>
          <p:cNvSpPr>
            <a:spLocks noGrp="1"/>
          </p:cNvSpPr>
          <p:nvPr>
            <p:ph idx="1"/>
          </p:nvPr>
        </p:nvSpPr>
        <p:spPr/>
        <p:txBody>
          <a:bodyPr/>
          <a:lstStyle/>
          <a:p>
            <a:pPr algn="just"/>
            <a:r>
              <a:rPr lang="vi-VN" sz="2800" dirty="0" err="1">
                <a:solidFill>
                  <a:srgbClr val="0066FF"/>
                </a:solidFill>
              </a:rPr>
              <a:t>Hoàn</a:t>
            </a:r>
            <a:r>
              <a:rPr lang="vi-VN" sz="2800" dirty="0">
                <a:solidFill>
                  <a:srgbClr val="0066FF"/>
                </a:solidFill>
              </a:rPr>
              <a:t> </a:t>
            </a:r>
            <a:r>
              <a:rPr lang="vi-VN" sz="2800" dirty="0" err="1">
                <a:solidFill>
                  <a:srgbClr val="0066FF"/>
                </a:solidFill>
              </a:rPr>
              <a:t>thiện</a:t>
            </a:r>
            <a:r>
              <a:rPr lang="vi-VN" sz="2800" dirty="0">
                <a:solidFill>
                  <a:srgbClr val="0066FF"/>
                </a:solidFill>
              </a:rPr>
              <a:t> </a:t>
            </a:r>
            <a:r>
              <a:rPr lang="vi-VN" sz="2800" dirty="0" err="1">
                <a:solidFill>
                  <a:srgbClr val="0066FF"/>
                </a:solidFill>
              </a:rPr>
              <a:t>quá</a:t>
            </a:r>
            <a:r>
              <a:rPr lang="vi-VN" sz="2800" dirty="0">
                <a:solidFill>
                  <a:srgbClr val="0066FF"/>
                </a:solidFill>
              </a:rPr>
              <a:t> </a:t>
            </a:r>
            <a:r>
              <a:rPr lang="vi-VN" sz="2800" dirty="0" err="1">
                <a:solidFill>
                  <a:srgbClr val="0066FF"/>
                </a:solidFill>
              </a:rPr>
              <a:t>trình</a:t>
            </a:r>
            <a:r>
              <a:rPr lang="vi-VN" sz="2800" dirty="0">
                <a:solidFill>
                  <a:srgbClr val="0066FF"/>
                </a:solidFill>
              </a:rPr>
              <a:t> </a:t>
            </a:r>
            <a:r>
              <a:rPr lang="vi-VN" sz="2800" dirty="0" err="1">
                <a:solidFill>
                  <a:srgbClr val="0066FF"/>
                </a:solidFill>
              </a:rPr>
              <a:t>trực</a:t>
            </a:r>
            <a:r>
              <a:rPr lang="vi-VN" sz="2800" dirty="0">
                <a:solidFill>
                  <a:srgbClr val="0066FF"/>
                </a:solidFill>
              </a:rPr>
              <a:t> quan </a:t>
            </a:r>
            <a:r>
              <a:rPr lang="vi-VN" sz="2800" dirty="0" err="1">
                <a:solidFill>
                  <a:srgbClr val="0066FF"/>
                </a:solidFill>
              </a:rPr>
              <a:t>bằng</a:t>
            </a:r>
            <a:r>
              <a:rPr lang="vi-VN" sz="2800" dirty="0">
                <a:solidFill>
                  <a:srgbClr val="0066FF"/>
                </a:solidFill>
              </a:rPr>
              <a:t> </a:t>
            </a:r>
            <a:r>
              <a:rPr lang="vi-VN" sz="2800" dirty="0" err="1">
                <a:solidFill>
                  <a:srgbClr val="0066FF"/>
                </a:solidFill>
              </a:rPr>
              <a:t>cách</a:t>
            </a:r>
            <a:r>
              <a:rPr lang="vi-VN" sz="2800" dirty="0">
                <a:solidFill>
                  <a:srgbClr val="0066FF"/>
                </a:solidFill>
              </a:rPr>
              <a:t> </a:t>
            </a:r>
            <a:r>
              <a:rPr lang="vi-VN" sz="2800" dirty="0" err="1">
                <a:solidFill>
                  <a:srgbClr val="0066FF"/>
                </a:solidFill>
              </a:rPr>
              <a:t>vẽ</a:t>
            </a:r>
            <a:r>
              <a:rPr lang="vi-VN" sz="2800" dirty="0">
                <a:solidFill>
                  <a:srgbClr val="0066FF"/>
                </a:solidFill>
              </a:rPr>
              <a:t> thêm </a:t>
            </a:r>
            <a:r>
              <a:rPr lang="vi-VN" sz="2800" dirty="0" err="1">
                <a:solidFill>
                  <a:srgbClr val="0066FF"/>
                </a:solidFill>
              </a:rPr>
              <a:t>các</a:t>
            </a:r>
            <a:r>
              <a:rPr lang="vi-VN" sz="2800" dirty="0">
                <a:solidFill>
                  <a:srgbClr val="0066FF"/>
                </a:solidFill>
              </a:rPr>
              <a:t> </a:t>
            </a:r>
            <a:r>
              <a:rPr lang="vi-VN" sz="2800" dirty="0" err="1">
                <a:solidFill>
                  <a:srgbClr val="0066FF"/>
                </a:solidFill>
              </a:rPr>
              <a:t>điểm</a:t>
            </a:r>
            <a:r>
              <a:rPr lang="vi-VN" sz="2800" dirty="0">
                <a:solidFill>
                  <a:srgbClr val="0066FF"/>
                </a:solidFill>
              </a:rPr>
              <a:t> </a:t>
            </a:r>
            <a:r>
              <a:rPr lang="vi-VN" sz="2800" dirty="0" err="1">
                <a:solidFill>
                  <a:srgbClr val="0066FF"/>
                </a:solidFill>
              </a:rPr>
              <a:t>dữ</a:t>
            </a:r>
            <a:r>
              <a:rPr lang="vi-VN" sz="2800" dirty="0">
                <a:solidFill>
                  <a:srgbClr val="0066FF"/>
                </a:solidFill>
              </a:rPr>
              <a:t> </a:t>
            </a:r>
            <a:r>
              <a:rPr lang="vi-VN" sz="2800" dirty="0" err="1">
                <a:solidFill>
                  <a:srgbClr val="0066FF"/>
                </a:solidFill>
              </a:rPr>
              <a:t>liệu</a:t>
            </a:r>
            <a:r>
              <a:rPr lang="vi-VN" sz="2800" dirty="0">
                <a:solidFill>
                  <a:srgbClr val="0066FF"/>
                </a:solidFill>
              </a:rPr>
              <a:t> </a:t>
            </a:r>
            <a:r>
              <a:rPr lang="vi-VN" sz="2800" dirty="0" err="1">
                <a:solidFill>
                  <a:srgbClr val="0066FF"/>
                </a:solidFill>
              </a:rPr>
              <a:t>huấn</a:t>
            </a:r>
            <a:r>
              <a:rPr lang="vi-VN" sz="2800" dirty="0">
                <a:solidFill>
                  <a:srgbClr val="0066FF"/>
                </a:solidFill>
              </a:rPr>
              <a:t> </a:t>
            </a:r>
            <a:r>
              <a:rPr lang="vi-VN" sz="2800" dirty="0" err="1">
                <a:solidFill>
                  <a:srgbClr val="0066FF"/>
                </a:solidFill>
              </a:rPr>
              <a:t>luyện</a:t>
            </a:r>
            <a:r>
              <a:rPr lang="vi-VN" sz="2800" dirty="0">
                <a:solidFill>
                  <a:srgbClr val="0066FF"/>
                </a:solidFill>
              </a:rPr>
              <a:t> lên </a:t>
            </a:r>
            <a:r>
              <a:rPr lang="vi-VN" sz="2800" dirty="0" err="1">
                <a:solidFill>
                  <a:srgbClr val="0066FF"/>
                </a:solidFill>
              </a:rPr>
              <a:t>mặt</a:t>
            </a:r>
            <a:r>
              <a:rPr lang="vi-VN" sz="2800" dirty="0">
                <a:solidFill>
                  <a:srgbClr val="0066FF"/>
                </a:solidFill>
              </a:rPr>
              <a:t> </a:t>
            </a:r>
            <a:r>
              <a:rPr lang="vi-VN" sz="2800" dirty="0" err="1">
                <a:solidFill>
                  <a:srgbClr val="0066FF"/>
                </a:solidFill>
              </a:rPr>
              <a:t>phẳng</a:t>
            </a:r>
            <a:r>
              <a:rPr lang="vi-VN" sz="2800" dirty="0">
                <a:solidFill>
                  <a:srgbClr val="0066FF"/>
                </a:solidFill>
              </a:rPr>
              <a:t> </a:t>
            </a:r>
            <a:r>
              <a:rPr lang="vi-VN" sz="2800" dirty="0" err="1">
                <a:solidFill>
                  <a:srgbClr val="0066FF"/>
                </a:solidFill>
              </a:rPr>
              <a:t>tọa</a:t>
            </a:r>
            <a:r>
              <a:rPr lang="vi-VN" sz="2800" dirty="0">
                <a:solidFill>
                  <a:srgbClr val="0066FF"/>
                </a:solidFill>
              </a:rPr>
              <a:t> </a:t>
            </a:r>
            <a:r>
              <a:rPr lang="vi-VN" sz="2800" dirty="0" err="1">
                <a:solidFill>
                  <a:srgbClr val="0066FF"/>
                </a:solidFill>
              </a:rPr>
              <a:t>độ</a:t>
            </a:r>
            <a:r>
              <a:rPr lang="vi-VN" sz="2800" dirty="0">
                <a:solidFill>
                  <a:srgbClr val="0066FF"/>
                </a:solidFill>
              </a:rPr>
              <a:t>.</a:t>
            </a:r>
          </a:p>
          <a:p>
            <a:pPr algn="just"/>
            <a:endParaRPr lang="vi-VN" sz="2800" dirty="0">
              <a:solidFill>
                <a:srgbClr val="0066FF"/>
              </a:solidFill>
            </a:endParaRPr>
          </a:p>
          <a:p>
            <a:pPr marL="457200" indent="-457200">
              <a:buFont typeface="+mj-lt"/>
              <a:buAutoNum type="arabicPeriod" startAt="37"/>
            </a:pPr>
            <a:r>
              <a:rPr lang="en-US" dirty="0" err="1">
                <a:solidFill>
                  <a:srgbClr val="000000"/>
                </a:solidFill>
                <a:latin typeface="Consolas" panose="020B0609020204030204" pitchFamily="49" charset="0"/>
              </a:rPr>
              <a:t>VisualizingResult(classifier, X_train)</a:t>
            </a:r>
            <a:r>
              <a:rPr lang="en-US" dirty="0">
                <a:solidFill>
                  <a:srgbClr val="000000"/>
                </a:solidFill>
                <a:latin typeface="Consolas" panose="020B0609020204030204" pitchFamily="49" charset="0"/>
              </a:rPr>
              <a:t/>
            </a:r>
            <a:r>
              <a:rPr lang="en-US" dirty="0" err="1">
                <a:solidFill>
                  <a:srgbClr val="000000"/>
                </a:solidFill>
                <a:latin typeface="Consolas" panose="020B0609020204030204" pitchFamily="49" charset="0"/>
              </a:rPr>
              <a:t/>
            </a:r>
            <a:r>
              <a:rPr lang="en-US" dirty="0">
                <a:solidFill>
                  <a:srgbClr val="000000"/>
                </a:solidFill>
                <a:latin typeface="Consolas" panose="020B0609020204030204" pitchFamily="49" charset="0"/>
              </a:rPr>
              <a:t/>
            </a:r>
          </a:p>
          <a:p>
            <a:pPr marL="457200" indent="-457200">
              <a:buFont typeface="+mj-lt"/>
              <a:buAutoNum type="arabicPeriod" startAt="37"/>
            </a:pPr>
            <a:r>
              <a:rPr lang="vi-VN" dirty="0" err="1">
                <a:solidFill>
                  <a:srgbClr val="000000"/>
                </a:solidFill>
                <a:latin typeface="Consolas" panose="020B0609020204030204" pitchFamily="49" charset="0"/>
              </a:rPr>
              <a:t>VisualizingDataset(X_train, y_train)</a:t>
            </a:r>
            <a:r>
              <a:rPr lang="vi-VN" dirty="0">
                <a:solidFill>
                  <a:srgbClr val="000000"/>
                </a:solidFill>
                <a:latin typeface="Consolas" panose="020B0609020204030204" pitchFamily="49" charset="0"/>
              </a:rPr>
              <a:t/>
            </a:r>
            <a:r>
              <a:rPr lang="vi-VN" dirty="0" err="1">
                <a:solidFill>
                  <a:srgbClr val="000000"/>
                </a:solidFill>
                <a:latin typeface="Consolas" panose="020B0609020204030204" pitchFamily="49" charset="0"/>
              </a:rPr>
              <a:t/>
            </a:r>
            <a:r>
              <a:rPr lang="vi-VN" dirty="0">
                <a:solidFill>
                  <a:srgbClr val="000000"/>
                </a:solidFill>
                <a:latin typeface="Consolas" panose="020B0609020204030204" pitchFamily="49" charset="0"/>
              </a:rPr>
              <a:t/>
            </a:r>
            <a:r>
              <a:rPr lang="vi-VN" dirty="0" err="1">
                <a:solidFill>
                  <a:srgbClr val="000000"/>
                </a:solidFill>
                <a:latin typeface="Consolas" panose="020B0609020204030204" pitchFamily="49" charset="0"/>
              </a:rPr>
              <a:t/>
            </a:r>
            <a:r>
              <a:rPr lang="vi-VN" dirty="0">
                <a:solidFill>
                  <a:srgbClr val="000000"/>
                </a:solidFill>
                <a:latin typeface="Consolas" panose="020B0609020204030204" pitchFamily="49" charset="0"/>
              </a:rPr>
              <a:t/>
            </a:r>
          </a:p>
          <a:p>
            <a:pPr marL="457200" indent="-457200">
              <a:buFont typeface="+mj-lt"/>
              <a:buAutoNum type="arabicPeriod" startAt="37"/>
            </a:pPr>
            <a:r>
              <a:rPr lang="vi-VN" dirty="0" err="1">
                <a:solidFill>
                  <a:srgbClr val="000000"/>
                </a:solidFill>
                <a:latin typeface="Consolas" panose="020B0609020204030204" pitchFamily="49" charset="0"/>
              </a:rPr>
              <a:t>plt.show</a:t>
            </a:r>
            <a:r>
              <a:rPr lang="vi-VN" dirty="0">
                <a:solidFill>
                  <a:srgbClr val="000000"/>
                </a:solidFill>
                <a:latin typeface="Consolas" panose="020B0609020204030204" pitchFamily="49" charset="0"/>
              </a:rPr>
              <a:t>()</a:t>
            </a:r>
            <a:endParaRPr lang="vi-VN" sz="2800" dirty="0">
              <a:solidFill>
                <a:srgbClr val="0066FF"/>
              </a:solidFill>
            </a:endParaRPr>
          </a:p>
        </p:txBody>
      </p:sp>
    </p:spTree>
    <p:extLst>
      <p:ext uri="{BB962C8B-B14F-4D97-AF65-F5344CB8AC3E}">
        <p14:creationId xmlns:p14="http://schemas.microsoft.com/office/powerpoint/2010/main" val="1538510146"/>
      </p:ext>
    </p:extLst>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D303915-96E8-4D3F-AEBF-7529BD817D88}"/>
              </a:ext>
            </a:extLst>
          </p:cNvPr>
          <p:cNvSpPr>
            <a:spLocks noGrp="1"/>
          </p:cNvSpPr>
          <p:nvPr>
            <p:ph type="title"/>
          </p:nvPr>
        </p:nvSpPr>
        <p:spPr/>
        <p:txBody>
          <a:bodyPr/>
          <a:lstStyle/>
          <a:p>
            <a:r>
              <a:rPr lang="vi-VN" dirty="0" err="1"/>
              <a:t>Trực</a:t>
            </a:r>
            <a:r>
              <a:rPr lang="vi-VN" dirty="0"/>
              <a:t> quan </a:t>
            </a:r>
            <a:r>
              <a:rPr lang="vi-VN" dirty="0" err="1"/>
              <a:t>hóa</a:t>
            </a:r>
            <a:r>
              <a:rPr lang="vi-VN" dirty="0"/>
              <a:t> </a:t>
            </a:r>
            <a:r>
              <a:rPr lang="vi-VN" dirty="0" err="1"/>
              <a:t>kết</a:t>
            </a:r>
            <a:r>
              <a:rPr lang="vi-VN" dirty="0"/>
              <a:t> </a:t>
            </a:r>
            <a:r>
              <a:rPr lang="vi-VN" dirty="0" err="1"/>
              <a:t>quả</a:t>
            </a:r>
            <a:r>
              <a:rPr lang="vi-VN" dirty="0"/>
              <a:t> mô </a:t>
            </a:r>
            <a:r>
              <a:rPr lang="vi-VN" dirty="0" err="1"/>
              <a:t>hình</a:t>
            </a:r>
            <a:endParaRPr lang="vi-VN" dirty="0"/>
          </a:p>
        </p:txBody>
      </p:sp>
      <p:pic>
        <p:nvPicPr>
          <p:cNvPr id="5" name="Content Placeholder 5">
            <a:extLst>
              <a:ext uri="{FF2B5EF4-FFF2-40B4-BE49-F238E27FC236}">
                <a16:creationId xmlns:a16="http://schemas.microsoft.com/office/drawing/2014/main" id="{88095F16-240F-4EEC-BAD0-8F6702D7C0AE}"/>
              </a:ext>
            </a:extLst>
          </p:cNvPr>
          <p:cNvPicPr>
            <a:picLocks noGrp="1" noChangeAspect="1"/>
          </p:cNvPicPr>
          <p:nvPr>
            <p:ph idx="1"/>
          </p:nvPr>
        </p:nvPicPr>
        <p:blipFill>
          <a:blip r:embed="rId2"/>
          <a:stretch>
            <a:fillRect/>
          </a:stretch>
        </p:blipFill>
        <p:spPr>
          <a:xfrm>
            <a:off x="3186112" y="1772444"/>
            <a:ext cx="5819775" cy="4181475"/>
          </a:xfrm>
          <a:prstGeom prst="rect">
            <a:avLst/>
          </a:prstGeom>
        </p:spPr>
      </p:pic>
    </p:spTree>
    <p:extLst>
      <p:ext uri="{BB962C8B-B14F-4D97-AF65-F5344CB8AC3E}">
        <p14:creationId xmlns:p14="http://schemas.microsoft.com/office/powerpoint/2010/main" val="1085165392"/>
      </p:ext>
    </p:extLst>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6E22CF-F325-4B0D-BB9C-4A5BDD91CA0C}"/>
              </a:ext>
            </a:extLst>
          </p:cNvPr>
          <p:cNvSpPr>
            <a:spLocks noGrp="1"/>
          </p:cNvSpPr>
          <p:nvPr>
            <p:ph type="title"/>
          </p:nvPr>
        </p:nvSpPr>
        <p:spPr/>
        <p:txBody>
          <a:bodyPr/>
          <a:lstStyle/>
          <a:p>
            <a:r>
              <a:rPr lang="vi-VN"/>
              <a:t>Trực quan hóa kết quả mô hình</a:t>
            </a:r>
            <a:endParaRPr lang="vi-VN" dirty="0"/>
          </a:p>
        </p:txBody>
      </p:sp>
      <p:sp>
        <p:nvSpPr>
          <p:cNvPr id="4" name="Content Placeholder 3">
            <a:extLst>
              <a:ext uri="{FF2B5EF4-FFF2-40B4-BE49-F238E27FC236}">
                <a16:creationId xmlns:a16="http://schemas.microsoft.com/office/drawing/2014/main" id="{21920D58-5361-4A92-8004-3A836CDECB0B}"/>
              </a:ext>
            </a:extLst>
          </p:cNvPr>
          <p:cNvSpPr>
            <a:spLocks noGrp="1"/>
          </p:cNvSpPr>
          <p:nvPr>
            <p:ph sz="half" idx="2"/>
          </p:nvPr>
        </p:nvSpPr>
        <p:spPr/>
        <p:txBody>
          <a:bodyPr/>
          <a:lstStyle/>
          <a:p>
            <a:pPr algn="just"/>
            <a:r>
              <a:rPr lang="vi-VN" dirty="0" err="1">
                <a:solidFill>
                  <a:srgbClr val="0066FF"/>
                </a:solidFill>
              </a:rPr>
              <a:t>Nhận</a:t>
            </a:r>
            <a:r>
              <a:rPr lang="vi-VN" dirty="0">
                <a:solidFill>
                  <a:srgbClr val="0066FF"/>
                </a:solidFill>
              </a:rPr>
              <a:t> </a:t>
            </a:r>
            <a:r>
              <a:rPr lang="vi-VN" dirty="0" err="1">
                <a:solidFill>
                  <a:srgbClr val="0066FF"/>
                </a:solidFill>
              </a:rPr>
              <a:t>xét</a:t>
            </a:r>
            <a:r>
              <a:rPr lang="vi-VN" dirty="0">
                <a:solidFill>
                  <a:srgbClr val="0066FF"/>
                </a:solidFill>
              </a:rPr>
              <a:t>:</a:t>
            </a:r>
          </a:p>
          <a:p>
            <a:pPr lvl="1" algn="just"/>
            <a:r>
              <a:rPr lang="vi-VN" sz="2800" dirty="0">
                <a:solidFill>
                  <a:srgbClr val="FF0000"/>
                </a:solidFill>
              </a:rPr>
              <a:t>Mô </a:t>
            </a:r>
            <a:r>
              <a:rPr lang="vi-VN" sz="2800" dirty="0" err="1">
                <a:solidFill>
                  <a:srgbClr val="FF0000"/>
                </a:solidFill>
              </a:rPr>
              <a:t>hình</a:t>
            </a:r>
            <a:r>
              <a:rPr lang="vi-VN" sz="2800" dirty="0">
                <a:solidFill>
                  <a:srgbClr val="FF0000"/>
                </a:solidFill>
              </a:rPr>
              <a:t> </a:t>
            </a:r>
            <a:r>
              <a:rPr lang="vi-VN" sz="2800" dirty="0" err="1">
                <a:solidFill>
                  <a:srgbClr val="FF0000"/>
                </a:solidFill>
              </a:rPr>
              <a:t>có</a:t>
            </a:r>
            <a:r>
              <a:rPr lang="vi-VN" sz="2800" dirty="0">
                <a:solidFill>
                  <a:srgbClr val="FF0000"/>
                </a:solidFill>
              </a:rPr>
              <a:t> </a:t>
            </a:r>
            <a:r>
              <a:rPr lang="vi-VN" sz="2800" dirty="0" err="1">
                <a:solidFill>
                  <a:srgbClr val="FF0000"/>
                </a:solidFill>
              </a:rPr>
              <a:t>độ</a:t>
            </a:r>
            <a:r>
              <a:rPr lang="vi-VN" sz="2800" dirty="0">
                <a:solidFill>
                  <a:srgbClr val="FF0000"/>
                </a:solidFill>
              </a:rPr>
              <a:t> </a:t>
            </a:r>
            <a:r>
              <a:rPr lang="vi-VN" sz="2800" dirty="0" err="1">
                <a:solidFill>
                  <a:srgbClr val="FF0000"/>
                </a:solidFill>
              </a:rPr>
              <a:t>chính</a:t>
            </a:r>
            <a:r>
              <a:rPr lang="vi-VN" sz="2800" dirty="0">
                <a:solidFill>
                  <a:srgbClr val="FF0000"/>
                </a:solidFill>
              </a:rPr>
              <a:t> </a:t>
            </a:r>
            <a:r>
              <a:rPr lang="vi-VN" sz="2800" dirty="0" err="1">
                <a:solidFill>
                  <a:srgbClr val="FF0000"/>
                </a:solidFill>
              </a:rPr>
              <a:t>xác</a:t>
            </a:r>
            <a:r>
              <a:rPr lang="vi-VN" sz="2800" dirty="0">
                <a:solidFill>
                  <a:srgbClr val="FF0000"/>
                </a:solidFill>
              </a:rPr>
              <a:t> </a:t>
            </a:r>
            <a:r>
              <a:rPr lang="vi-VN" sz="2800" dirty="0" err="1">
                <a:solidFill>
                  <a:srgbClr val="FF0000"/>
                </a:solidFill>
              </a:rPr>
              <a:t>chấp</a:t>
            </a:r>
            <a:r>
              <a:rPr lang="vi-VN" sz="2800" dirty="0">
                <a:solidFill>
                  <a:srgbClr val="FF0000"/>
                </a:solidFill>
              </a:rPr>
              <a:t> </a:t>
            </a:r>
            <a:r>
              <a:rPr lang="vi-VN" sz="2800" dirty="0" err="1">
                <a:solidFill>
                  <a:srgbClr val="FF0000"/>
                </a:solidFill>
              </a:rPr>
              <a:t>nhận</a:t>
            </a:r>
            <a:r>
              <a:rPr lang="vi-VN" sz="2800" dirty="0">
                <a:solidFill>
                  <a:srgbClr val="FF0000"/>
                </a:solidFill>
              </a:rPr>
              <a:t> </a:t>
            </a:r>
            <a:r>
              <a:rPr lang="vi-VN" sz="2800" dirty="0" err="1">
                <a:solidFill>
                  <a:srgbClr val="FF0000"/>
                </a:solidFill>
              </a:rPr>
              <a:t>được</a:t>
            </a:r>
            <a:r>
              <a:rPr lang="vi-VN" sz="2800" dirty="0">
                <a:solidFill>
                  <a:srgbClr val="FF0000"/>
                </a:solidFill>
              </a:rPr>
              <a:t>, </a:t>
            </a:r>
            <a:r>
              <a:rPr lang="vi-VN" sz="2800" dirty="0" err="1">
                <a:solidFill>
                  <a:srgbClr val="FF0000"/>
                </a:solidFill>
              </a:rPr>
              <a:t>vẫn</a:t>
            </a:r>
            <a:r>
              <a:rPr lang="vi-VN" sz="2800" dirty="0">
                <a:solidFill>
                  <a:srgbClr val="FF0000"/>
                </a:solidFill>
              </a:rPr>
              <a:t> </a:t>
            </a:r>
            <a:r>
              <a:rPr lang="vi-VN" sz="2800" dirty="0" err="1">
                <a:solidFill>
                  <a:srgbClr val="FF0000"/>
                </a:solidFill>
              </a:rPr>
              <a:t>có</a:t>
            </a:r>
            <a:r>
              <a:rPr lang="vi-VN" sz="2800" dirty="0">
                <a:solidFill>
                  <a:srgbClr val="FF0000"/>
                </a:solidFill>
              </a:rPr>
              <a:t> </a:t>
            </a:r>
            <a:r>
              <a:rPr lang="vi-VN" sz="2800" dirty="0" err="1">
                <a:solidFill>
                  <a:srgbClr val="FF0000"/>
                </a:solidFill>
              </a:rPr>
              <a:t>nhiều</a:t>
            </a:r>
            <a:r>
              <a:rPr lang="vi-VN" sz="2800" dirty="0">
                <a:solidFill>
                  <a:srgbClr val="FF0000"/>
                </a:solidFill>
              </a:rPr>
              <a:t> </a:t>
            </a:r>
            <a:r>
              <a:rPr lang="vi-VN" sz="2800" dirty="0" err="1">
                <a:solidFill>
                  <a:srgbClr val="FF0000"/>
                </a:solidFill>
              </a:rPr>
              <a:t>điểm</a:t>
            </a:r>
            <a:r>
              <a:rPr lang="vi-VN" sz="2800" dirty="0">
                <a:solidFill>
                  <a:srgbClr val="FF0000"/>
                </a:solidFill>
              </a:rPr>
              <a:t> phân chia </a:t>
            </a:r>
            <a:r>
              <a:rPr lang="vi-VN" sz="2800" dirty="0" err="1">
                <a:solidFill>
                  <a:srgbClr val="FF0000"/>
                </a:solidFill>
              </a:rPr>
              <a:t>nhầm</a:t>
            </a:r>
            <a:r>
              <a:rPr lang="vi-VN" sz="2800" dirty="0">
                <a:solidFill>
                  <a:srgbClr val="FF0000"/>
                </a:solidFill>
              </a:rPr>
              <a:t>.</a:t>
            </a:r>
          </a:p>
          <a:p>
            <a:pPr lvl="1" algn="just"/>
            <a:r>
              <a:rPr lang="vi-VN" sz="2800" dirty="0">
                <a:solidFill>
                  <a:srgbClr val="0066FF"/>
                </a:solidFill>
              </a:rPr>
              <a:t>Mô </a:t>
            </a:r>
            <a:r>
              <a:rPr lang="vi-VN" sz="2800" dirty="0" err="1">
                <a:solidFill>
                  <a:srgbClr val="0066FF"/>
                </a:solidFill>
              </a:rPr>
              <a:t>hình</a:t>
            </a:r>
            <a:r>
              <a:rPr lang="vi-VN" sz="2800" dirty="0">
                <a:solidFill>
                  <a:srgbClr val="0066FF"/>
                </a:solidFill>
              </a:rPr>
              <a:t> phân chia theo </a:t>
            </a:r>
            <a:r>
              <a:rPr lang="vi-VN" sz="2800" dirty="0" err="1">
                <a:solidFill>
                  <a:srgbClr val="0066FF"/>
                </a:solidFill>
              </a:rPr>
              <a:t>một</a:t>
            </a:r>
            <a:r>
              <a:rPr lang="vi-VN" sz="2800" dirty="0">
                <a:solidFill>
                  <a:srgbClr val="0066FF"/>
                </a:solidFill>
              </a:rPr>
              <a:t> </a:t>
            </a:r>
            <a:r>
              <a:rPr lang="vi-VN" sz="2800" dirty="0" err="1">
                <a:solidFill>
                  <a:srgbClr val="0066FF"/>
                </a:solidFill>
              </a:rPr>
              <a:t>đường</a:t>
            </a:r>
            <a:r>
              <a:rPr lang="vi-VN" sz="2800" dirty="0">
                <a:solidFill>
                  <a:srgbClr val="0066FF"/>
                </a:solidFill>
              </a:rPr>
              <a:t> </a:t>
            </a:r>
            <a:r>
              <a:rPr lang="vi-VN" sz="2800" dirty="0" err="1">
                <a:solidFill>
                  <a:srgbClr val="0066FF"/>
                </a:solidFill>
              </a:rPr>
              <a:t>thẳng</a:t>
            </a:r>
            <a:r>
              <a:rPr lang="vi-VN" sz="2800" dirty="0">
                <a:solidFill>
                  <a:srgbClr val="0066FF"/>
                </a:solidFill>
              </a:rPr>
              <a:t>, </a:t>
            </a:r>
            <a:r>
              <a:rPr lang="vi-VN" sz="2800" dirty="0" err="1">
                <a:solidFill>
                  <a:srgbClr val="0066FF"/>
                </a:solidFill>
              </a:rPr>
              <a:t>vì</a:t>
            </a:r>
            <a:r>
              <a:rPr lang="vi-VN" sz="2800" dirty="0">
                <a:solidFill>
                  <a:srgbClr val="0066FF"/>
                </a:solidFill>
              </a:rPr>
              <a:t> đây </a:t>
            </a:r>
            <a:r>
              <a:rPr lang="vi-VN" sz="2800" dirty="0" err="1">
                <a:solidFill>
                  <a:srgbClr val="0066FF"/>
                </a:solidFill>
              </a:rPr>
              <a:t>cũng</a:t>
            </a:r>
            <a:r>
              <a:rPr lang="vi-VN" sz="2800" dirty="0">
                <a:solidFill>
                  <a:srgbClr val="0066FF"/>
                </a:solidFill>
              </a:rPr>
              <a:t> </a:t>
            </a:r>
            <a:r>
              <a:rPr lang="vi-VN" sz="2800" dirty="0" err="1">
                <a:solidFill>
                  <a:srgbClr val="0066FF"/>
                </a:solidFill>
              </a:rPr>
              <a:t>là</a:t>
            </a:r>
            <a:r>
              <a:rPr lang="vi-VN" sz="2800" dirty="0">
                <a:solidFill>
                  <a:srgbClr val="0066FF"/>
                </a:solidFill>
              </a:rPr>
              <a:t> </a:t>
            </a:r>
            <a:r>
              <a:rPr lang="vi-VN" sz="2800" dirty="0" err="1">
                <a:solidFill>
                  <a:srgbClr val="0066FF"/>
                </a:solidFill>
              </a:rPr>
              <a:t>một</a:t>
            </a:r>
            <a:r>
              <a:rPr lang="vi-VN" sz="2800" dirty="0">
                <a:solidFill>
                  <a:srgbClr val="0066FF"/>
                </a:solidFill>
              </a:rPr>
              <a:t> mô </a:t>
            </a:r>
            <a:r>
              <a:rPr lang="vi-VN" sz="2800" dirty="0" err="1">
                <a:solidFill>
                  <a:srgbClr val="0066FF"/>
                </a:solidFill>
              </a:rPr>
              <a:t>hình</a:t>
            </a:r>
            <a:r>
              <a:rPr lang="vi-VN" sz="2800" dirty="0">
                <a:solidFill>
                  <a:srgbClr val="0066FF"/>
                </a:solidFill>
              </a:rPr>
              <a:t> </a:t>
            </a:r>
            <a:r>
              <a:rPr lang="vi-VN" sz="2800" dirty="0" err="1">
                <a:solidFill>
                  <a:srgbClr val="0066FF"/>
                </a:solidFill>
              </a:rPr>
              <a:t>tuyến</a:t>
            </a:r>
            <a:r>
              <a:rPr lang="vi-VN" sz="2800" dirty="0">
                <a:solidFill>
                  <a:srgbClr val="0066FF"/>
                </a:solidFill>
              </a:rPr>
              <a:t> </a:t>
            </a:r>
            <a:r>
              <a:rPr lang="vi-VN" sz="2800" dirty="0" err="1">
                <a:solidFill>
                  <a:srgbClr val="0066FF"/>
                </a:solidFill>
              </a:rPr>
              <a:t>tính</a:t>
            </a:r>
            <a:r>
              <a:rPr lang="vi-VN" sz="2800" dirty="0">
                <a:solidFill>
                  <a:srgbClr val="0066FF"/>
                </a:solidFill>
              </a:rPr>
              <a:t>.</a:t>
            </a:r>
          </a:p>
        </p:txBody>
      </p:sp>
      <p:pic>
        <p:nvPicPr>
          <p:cNvPr id="7" name="Content Placeholder 5">
            <a:extLst>
              <a:ext uri="{FF2B5EF4-FFF2-40B4-BE49-F238E27FC236}">
                <a16:creationId xmlns:a16="http://schemas.microsoft.com/office/drawing/2014/main" id="{811CF690-405C-422B-8584-1D3A749A6865}"/>
              </a:ext>
            </a:extLst>
          </p:cNvPr>
          <p:cNvPicPr>
            <a:picLocks noGrp="1" noChangeAspect="1"/>
          </p:cNvPicPr>
          <p:nvPr>
            <p:ph sz="half" idx="1"/>
          </p:nvPr>
        </p:nvPicPr>
        <p:blipFill>
          <a:blip r:embed="rId2"/>
          <a:stretch>
            <a:fillRect/>
          </a:stretch>
        </p:blipFill>
        <p:spPr>
          <a:xfrm>
            <a:off x="76199" y="1536908"/>
            <a:ext cx="6133233" cy="4406692"/>
          </a:xfrm>
          <a:prstGeom prst="rect">
            <a:avLst/>
          </a:prstGeom>
        </p:spPr>
      </p:pic>
    </p:spTree>
    <p:extLst>
      <p:ext uri="{BB962C8B-B14F-4D97-AF65-F5344CB8AC3E}">
        <p14:creationId xmlns:p14="http://schemas.microsoft.com/office/powerpoint/2010/main" val="1575167718"/>
      </p:ext>
    </p:extLst>
  </p:cSld>
  <p:clrMapOvr>
    <a:masterClrMapping/>
  </p:clrMapOv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F87E84A-3B19-4FF8-969F-5C38D9EFB492}"/>
              </a:ext>
            </a:extLst>
          </p:cNvPr>
          <p:cNvSpPr>
            <a:spLocks noGrp="1"/>
          </p:cNvSpPr>
          <p:nvPr>
            <p:ph type="title"/>
          </p:nvPr>
        </p:nvSpPr>
        <p:spPr/>
        <p:txBody>
          <a:bodyPr/>
          <a:lstStyle/>
          <a:p>
            <a:r>
              <a:rPr lang="vi-VN" dirty="0" err="1"/>
              <a:t>Kiểm</a:t>
            </a:r>
            <a:r>
              <a:rPr lang="vi-VN" dirty="0"/>
              <a:t> tra </a:t>
            </a:r>
            <a:r>
              <a:rPr lang="vi-VN" dirty="0" err="1"/>
              <a:t>kết</a:t>
            </a:r>
            <a:r>
              <a:rPr lang="vi-VN" dirty="0"/>
              <a:t> </a:t>
            </a:r>
            <a:r>
              <a:rPr lang="vi-VN" dirty="0" err="1"/>
              <a:t>quả</a:t>
            </a:r>
            <a:r>
              <a:rPr lang="vi-VN" dirty="0"/>
              <a:t> trên </a:t>
            </a:r>
            <a:r>
              <a:rPr lang="vi-VN" dirty="0" err="1"/>
              <a:t>tập</a:t>
            </a:r>
            <a:r>
              <a:rPr lang="vi-VN" dirty="0"/>
              <a:t> </a:t>
            </a:r>
            <a:r>
              <a:rPr lang="vi-VN" dirty="0" err="1"/>
              <a:t>test</a:t>
            </a:r>
            <a:endParaRPr lang="vi-VN" dirty="0"/>
          </a:p>
        </p:txBody>
      </p:sp>
      <p:sp>
        <p:nvSpPr>
          <p:cNvPr id="5" name="Text Placeholder 4">
            <a:extLst>
              <a:ext uri="{FF2B5EF4-FFF2-40B4-BE49-F238E27FC236}">
                <a16:creationId xmlns:a16="http://schemas.microsoft.com/office/drawing/2014/main" id="{6CB81405-0B4B-4752-8010-5BC101FF1B13}"/>
              </a:ext>
            </a:extLst>
          </p:cNvPr>
          <p:cNvSpPr>
            <a:spLocks noGrp="1"/>
          </p:cNvSpPr>
          <p:nvPr>
            <p:ph type="body" idx="1"/>
          </p:nvPr>
        </p:nvSpPr>
        <p:spPr/>
        <p:txBody>
          <a:bodyPr/>
          <a:lstStyle/>
          <a:p>
            <a:endParaRPr lang="vi-VN"/>
          </a:p>
        </p:txBody>
      </p:sp>
    </p:spTree>
    <p:extLst>
      <p:ext uri="{BB962C8B-B14F-4D97-AF65-F5344CB8AC3E}">
        <p14:creationId xmlns:p14="http://schemas.microsoft.com/office/powerpoint/2010/main" val="43219996"/>
      </p:ext>
    </p:extLst>
  </p:cSld>
  <p:clrMapOvr>
    <a:masterClrMapping/>
  </p:clrMapOv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D303915-96E8-4D3F-AEBF-7529BD817D88}"/>
              </a:ext>
            </a:extLst>
          </p:cNvPr>
          <p:cNvSpPr>
            <a:spLocks noGrp="1"/>
          </p:cNvSpPr>
          <p:nvPr>
            <p:ph type="title"/>
          </p:nvPr>
        </p:nvSpPr>
        <p:spPr/>
        <p:txBody>
          <a:bodyPr/>
          <a:lstStyle/>
          <a:p>
            <a:r>
              <a:rPr lang="vi-VN" dirty="0" err="1"/>
              <a:t>Kiểm</a:t>
            </a:r>
            <a:r>
              <a:rPr lang="vi-VN" dirty="0"/>
              <a:t> tra </a:t>
            </a:r>
            <a:r>
              <a:rPr lang="vi-VN" dirty="0" err="1"/>
              <a:t>kết</a:t>
            </a:r>
            <a:r>
              <a:rPr lang="vi-VN" dirty="0"/>
              <a:t> </a:t>
            </a:r>
            <a:r>
              <a:rPr lang="vi-VN" dirty="0" err="1"/>
              <a:t>quả</a:t>
            </a:r>
            <a:r>
              <a:rPr lang="vi-VN" dirty="0"/>
              <a:t> trên </a:t>
            </a:r>
            <a:r>
              <a:rPr lang="vi-VN" dirty="0" err="1"/>
              <a:t>tập</a:t>
            </a:r>
            <a:r>
              <a:rPr lang="vi-VN" dirty="0"/>
              <a:t> </a:t>
            </a:r>
            <a:r>
              <a:rPr lang="vi-VN" dirty="0" err="1"/>
              <a:t>test</a:t>
            </a:r>
            <a:endParaRPr lang="vi-VN" dirty="0"/>
          </a:p>
        </p:txBody>
      </p:sp>
      <p:sp>
        <p:nvSpPr>
          <p:cNvPr id="2" name="Content Placeholder 1">
            <a:extLst>
              <a:ext uri="{FF2B5EF4-FFF2-40B4-BE49-F238E27FC236}">
                <a16:creationId xmlns:a16="http://schemas.microsoft.com/office/drawing/2014/main" id="{4E7C6AE8-60A2-49FB-A20C-4375C46A913F}"/>
              </a:ext>
            </a:extLst>
          </p:cNvPr>
          <p:cNvSpPr>
            <a:spLocks noGrp="1"/>
          </p:cNvSpPr>
          <p:nvPr>
            <p:ph idx="1"/>
          </p:nvPr>
        </p:nvSpPr>
        <p:spPr/>
        <p:txBody>
          <a:bodyPr/>
          <a:lstStyle/>
          <a:p>
            <a:pPr algn="just"/>
            <a:r>
              <a:rPr lang="vi-VN" sz="2800" dirty="0" err="1">
                <a:solidFill>
                  <a:srgbClr val="0066FF"/>
                </a:solidFill>
              </a:rPr>
              <a:t>Tạo</a:t>
            </a:r>
            <a:r>
              <a:rPr lang="vi-VN" sz="2800" dirty="0">
                <a:solidFill>
                  <a:srgbClr val="0066FF"/>
                </a:solidFill>
              </a:rPr>
              <a:t> </a:t>
            </a:r>
            <a:r>
              <a:rPr lang="vi-VN" sz="2800" i="1" dirty="0" err="1">
                <a:solidFill>
                  <a:srgbClr val="0066FF"/>
                </a:solidFill>
              </a:rPr>
              <a:t>confusion</a:t>
            </a:r>
            <a:r>
              <a:rPr lang="vi-VN" sz="2800" i="1" dirty="0">
                <a:solidFill>
                  <a:srgbClr val="0066FF"/>
                </a:solidFill>
              </a:rPr>
              <a:t> </a:t>
            </a:r>
            <a:r>
              <a:rPr lang="vi-VN" sz="2800" i="1" dirty="0" err="1">
                <a:solidFill>
                  <a:srgbClr val="0066FF"/>
                </a:solidFill>
              </a:rPr>
              <a:t>matrix</a:t>
            </a:r>
            <a:r>
              <a:rPr lang="vi-VN" sz="2800" i="1" dirty="0">
                <a:solidFill>
                  <a:srgbClr val="0066FF"/>
                </a:solidFill>
              </a:rPr>
              <a:t> </a:t>
            </a:r>
            <a:r>
              <a:rPr lang="vi-VN" sz="2800" dirty="0">
                <a:solidFill>
                  <a:srgbClr val="0066FF"/>
                </a:solidFill>
              </a:rPr>
              <a:t>trên </a:t>
            </a:r>
            <a:r>
              <a:rPr lang="vi-VN" sz="2800" dirty="0" err="1">
                <a:solidFill>
                  <a:srgbClr val="0066FF"/>
                </a:solidFill>
              </a:rPr>
              <a:t>tập</a:t>
            </a:r>
            <a:r>
              <a:rPr lang="vi-VN" sz="2800" dirty="0">
                <a:solidFill>
                  <a:srgbClr val="0066FF"/>
                </a:solidFill>
              </a:rPr>
              <a:t> </a:t>
            </a:r>
            <a:r>
              <a:rPr lang="vi-VN" sz="2800" dirty="0" err="1">
                <a:solidFill>
                  <a:srgbClr val="0066FF"/>
                </a:solidFill>
              </a:rPr>
              <a:t>test</a:t>
            </a:r>
            <a:r>
              <a:rPr lang="vi-VN" sz="2800" dirty="0">
                <a:solidFill>
                  <a:srgbClr val="0066FF"/>
                </a:solidFill>
              </a:rPr>
              <a:t>.</a:t>
            </a:r>
          </a:p>
          <a:p>
            <a:pPr algn="just"/>
            <a:endParaRPr lang="vi-VN" sz="2800" dirty="0"/>
          </a:p>
          <a:p>
            <a:pPr marL="457200" indent="-457200">
              <a:buFont typeface="+mj-lt"/>
              <a:buAutoNum type="arabicPeriod" startAt="40"/>
            </a:pPr>
            <a:r>
              <a:rPr lang="fr-FR" dirty="0" sz="2000">
                <a:solidFill>
                  <a:srgbClr val="AF00DB"/>
                </a:solidFill>
                <a:latin typeface="Consolas" panose="020B0609020204030204" pitchFamily="49" charset="0"/>
              </a:rPr>
              <a:t>from sklearn.metrics import confusion_matrix</a:t>
            </a:r>
            <a:r>
              <a:rPr lang="fr-FR" dirty="0" err="1">
                <a:solidFill>
                  <a:srgbClr val="000000"/>
                </a:solidFill>
                <a:latin typeface="Consolas" panose="020B0609020204030204" pitchFamily="49" charset="0"/>
              </a:rPr>
              <a:t/>
            </a:r>
            <a:r>
              <a:rPr lang="fr-FR" dirty="0">
                <a:solidFill>
                  <a:srgbClr val="000000"/>
                </a:solidFill>
                <a:latin typeface="Consolas" panose="020B0609020204030204" pitchFamily="49" charset="0"/>
              </a:rPr>
              <a:t/>
            </a:r>
            <a:r>
              <a:rPr lang="vi-VN" dirty="0" err="1">
                <a:solidFill>
                  <a:srgbClr val="000000"/>
                </a:solidFill>
                <a:latin typeface="Consolas" panose="020B0609020204030204" pitchFamily="49" charset="0"/>
              </a:rPr>
              <a:t/>
            </a:r>
            <a:r>
              <a:rPr lang="fr-FR" dirty="0">
                <a:solidFill>
                  <a:srgbClr val="000000"/>
                </a:solidFill>
                <a:latin typeface="Consolas" panose="020B0609020204030204" pitchFamily="49" charset="0"/>
              </a:rPr>
              <a:t/>
            </a:r>
            <a:r>
              <a:rPr lang="fr-FR" dirty="0" err="1">
                <a:solidFill>
                  <a:srgbClr val="000000"/>
                </a:solidFill>
                <a:latin typeface="Consolas" panose="020B0609020204030204" pitchFamily="49" charset="0"/>
              </a:rPr>
              <a:t/>
            </a:r>
            <a:r>
              <a:rPr lang="fr-FR" dirty="0">
                <a:solidFill>
                  <a:srgbClr val="000000"/>
                </a:solidFill>
                <a:latin typeface="Consolas" panose="020B0609020204030204" pitchFamily="49" charset="0"/>
              </a:rPr>
              <a:t/>
            </a:r>
            <a:r>
              <a:rPr lang="vi-VN" dirty="0" err="1">
                <a:solidFill>
                  <a:srgbClr val="000000"/>
                </a:solidFill>
                <a:latin typeface="Consolas" panose="020B0609020204030204" pitchFamily="49" charset="0"/>
              </a:rPr>
              <a:t/>
            </a:r>
            <a:r>
              <a:rPr lang="fr-FR" dirty="0">
                <a:solidFill>
                  <a:srgbClr val="000000"/>
                </a:solidFill>
                <a:latin typeface="Consolas" panose="020B0609020204030204" pitchFamily="49" charset="0"/>
              </a:rPr>
              <a:t/>
            </a:r>
          </a:p>
          <a:p>
            <a:pPr marL="457200" indent="-457200">
              <a:buFont typeface="+mj-lt"/>
              <a:buAutoNum type="arabicPeriod" startAt="40"/>
            </a:pPr>
            <a:r>
              <a:rPr lang="vi-VN" dirty="0" err="1" sz="2000">
                <a:solidFill>
                  <a:srgbClr val="000000"/>
                </a:solidFill>
                <a:latin typeface="Consolas" panose="020B0609020204030204" pitchFamily="49" charset="0"/>
              </a:rPr>
              <a:t>cm = confusion_matrix(y_test, classifier.predict(X_test))</a:t>
            </a:r>
            <a:r>
              <a:rPr lang="vi-VN" dirty="0">
                <a:solidFill>
                  <a:srgbClr val="000000"/>
                </a:solidFill>
                <a:latin typeface="Consolas" panose="020B0609020204030204" pitchFamily="49" charset="0"/>
              </a:rPr>
              <a:t/>
            </a:r>
            <a:r>
              <a:rPr lang="vi-VN" dirty="0" err="1">
                <a:solidFill>
                  <a:srgbClr val="000000"/>
                </a:solidFill>
                <a:latin typeface="Consolas" panose="020B0609020204030204" pitchFamily="49" charset="0"/>
              </a:rPr>
              <a:t/>
            </a:r>
            <a:r>
              <a:rPr lang="vi-VN" dirty="0">
                <a:solidFill>
                  <a:srgbClr val="000000"/>
                </a:solidFill>
                <a:latin typeface="Consolas" panose="020B0609020204030204" pitchFamily="49" charset="0"/>
              </a:rPr>
              <a:t/>
            </a:r>
          </a:p>
          <a:p>
            <a:r>
              <a:rPr sz="2000">
                <a:solidFill>
                  <a:srgbClr val="000000"/>
                </a:solidFill>
                <a:latin typeface="Consolas"/>
              </a:rPr>
              <a:t>print(cm)</a:t>
            </a:r>
          </a:p>
        </p:txBody>
      </p:sp>
    </p:spTree>
    <p:extLst>
      <p:ext uri="{BB962C8B-B14F-4D97-AF65-F5344CB8AC3E}">
        <p14:creationId xmlns:p14="http://schemas.microsoft.com/office/powerpoint/2010/main" val="518765293"/>
      </p:ext>
    </p:extLst>
  </p:cSld>
  <p:clrMapOvr>
    <a:masterClrMapping/>
  </p:clrMapOv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401FE9-BB2E-49B4-B0F1-3693843C0196}"/>
              </a:ext>
            </a:extLst>
          </p:cNvPr>
          <p:cNvSpPr>
            <a:spLocks noGrp="1"/>
          </p:cNvSpPr>
          <p:nvPr>
            <p:ph type="title"/>
          </p:nvPr>
        </p:nvSpPr>
        <p:spPr/>
        <p:txBody>
          <a:bodyPr/>
          <a:lstStyle/>
          <a:p>
            <a:r>
              <a:rPr lang="vi-VN" dirty="0" err="1"/>
              <a:t>Kiểm</a:t>
            </a:r>
            <a:r>
              <a:rPr lang="vi-VN" dirty="0"/>
              <a:t> tra </a:t>
            </a:r>
            <a:r>
              <a:rPr lang="vi-VN" dirty="0" err="1"/>
              <a:t>kết</a:t>
            </a:r>
            <a:r>
              <a:rPr lang="vi-VN" dirty="0"/>
              <a:t> </a:t>
            </a:r>
            <a:r>
              <a:rPr lang="vi-VN" dirty="0" err="1"/>
              <a:t>quả</a:t>
            </a:r>
            <a:r>
              <a:rPr lang="vi-VN" dirty="0"/>
              <a:t> trên </a:t>
            </a:r>
            <a:r>
              <a:rPr lang="vi-VN" dirty="0" err="1"/>
              <a:t>tập</a:t>
            </a:r>
            <a:r>
              <a:rPr lang="vi-VN" dirty="0"/>
              <a:t> </a:t>
            </a:r>
            <a:r>
              <a:rPr lang="vi-VN" dirty="0" err="1"/>
              <a:t>test</a:t>
            </a:r>
            <a:endParaRPr lang="vi-VN"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9A95AD93-52A0-4D38-8C7C-5813D54C2C62}"/>
                  </a:ext>
                </a:extLst>
              </p:cNvPr>
              <p:cNvSpPr>
                <a:spLocks noGrp="1"/>
              </p:cNvSpPr>
              <p:nvPr>
                <p:ph idx="1"/>
              </p:nvPr>
            </p:nvSpPr>
            <p:spPr/>
            <p:txBody>
              <a:bodyPr/>
              <a:lstStyle/>
              <a:p>
                <a:pPr algn="just"/>
                <a:r>
                  <a:rPr lang="vi-VN" sz="2800" dirty="0">
                    <a:solidFill>
                      <a:srgbClr val="0066FF"/>
                    </a:solidFill>
                  </a:rPr>
                  <a:t>Confusion </a:t>
                </a:r>
                <a:r>
                  <a:rPr lang="vi-VN" sz="2800" dirty="0" err="1">
                    <a:solidFill>
                      <a:srgbClr val="0066FF"/>
                    </a:solidFill>
                  </a:rPr>
                  <a:t>Matrix</a:t>
                </a:r>
                <a:r>
                  <a:rPr lang="vi-VN" sz="2800" dirty="0">
                    <a:solidFill>
                      <a:srgbClr val="0066FF"/>
                    </a:solidFill>
                  </a:rPr>
                  <a:t> </a:t>
                </a:r>
                <a:r>
                  <a:rPr lang="vi-VN" sz="2800" dirty="0" err="1">
                    <a:solidFill>
                      <a:srgbClr val="0066FF"/>
                    </a:solidFill>
                  </a:rPr>
                  <a:t>được</a:t>
                </a:r>
                <a:r>
                  <a:rPr lang="vi-VN" sz="2800" dirty="0">
                    <a:solidFill>
                      <a:srgbClr val="0066FF"/>
                    </a:solidFill>
                  </a:rPr>
                  <a:t> in ra </a:t>
                </a:r>
                <a:r>
                  <a:rPr lang="vi-VN" sz="2800" dirty="0" err="1">
                    <a:solidFill>
                      <a:srgbClr val="0066FF"/>
                    </a:solidFill>
                  </a:rPr>
                  <a:t>là</a:t>
                </a:r>
                <a:r>
                  <a:rPr lang="vi-VN" sz="2800" dirty="0">
                    <a:solidFill>
                      <a:srgbClr val="0066FF"/>
                    </a:solidFill>
                  </a:rPr>
                  <a:t>:</a:t>
                </a:r>
              </a:p>
              <a:p>
                <a:pPr algn="just"/>
                <a:endParaRPr lang="vi-VN" sz="2800" dirty="0">
                  <a:solidFill>
                    <a:srgbClr val="0066FF"/>
                  </a:solidFill>
                </a:endParaRPr>
              </a:p>
              <a:p>
                <a:pPr algn="just"/>
                <a:endParaRPr lang="vi-VN" sz="2800" dirty="0">
                  <a:solidFill>
                    <a:srgbClr val="0066FF"/>
                  </a:solidFill>
                </a:endParaRPr>
              </a:p>
              <a:p>
                <a:pPr algn="just"/>
                <a:endParaRPr lang="vi-VN" sz="2800" dirty="0">
                  <a:solidFill>
                    <a:srgbClr val="0066FF"/>
                  </a:solidFill>
                </a:endParaRPr>
              </a:p>
              <a:p>
                <a:pPr algn="just"/>
                <a:endParaRPr lang="vi-VN" sz="2800" dirty="0">
                  <a:solidFill>
                    <a:srgbClr val="0066FF"/>
                  </a:solidFill>
                </a:endParaRPr>
              </a:p>
              <a:p>
                <a:pPr algn="just"/>
                <a:r>
                  <a:rPr lang="vi-VN" sz="2800" dirty="0">
                    <a:solidFill>
                      <a:srgbClr val="FF0000"/>
                    </a:solidFill>
                  </a:rPr>
                  <a:t>Theo ma </a:t>
                </a:r>
                <a:r>
                  <a:rPr lang="vi-VN" sz="2800" dirty="0" err="1">
                    <a:solidFill>
                      <a:srgbClr val="FF0000"/>
                    </a:solidFill>
                  </a:rPr>
                  <a:t>trận</a:t>
                </a:r>
                <a:r>
                  <a:rPr lang="vi-VN" sz="2800" dirty="0">
                    <a:solidFill>
                      <a:srgbClr val="FF0000"/>
                    </a:solidFill>
                  </a:rPr>
                  <a:t> trên, </a:t>
                </a:r>
                <a:r>
                  <a:rPr lang="vi-VN" sz="2800" dirty="0" err="1">
                    <a:solidFill>
                      <a:srgbClr val="FF0000"/>
                    </a:solidFill>
                  </a:rPr>
                  <a:t>số</a:t>
                </a:r>
                <a:r>
                  <a:rPr lang="vi-VN" sz="2800" dirty="0">
                    <a:solidFill>
                      <a:srgbClr val="FF0000"/>
                    </a:solidFill>
                  </a:rPr>
                  <a:t> </a:t>
                </a:r>
                <a:r>
                  <a:rPr lang="vi-VN" sz="2800" dirty="0" err="1">
                    <a:solidFill>
                      <a:srgbClr val="FF0000"/>
                    </a:solidFill>
                  </a:rPr>
                  <a:t>lượng</a:t>
                </a:r>
                <a:r>
                  <a:rPr lang="vi-VN" sz="2800" dirty="0">
                    <a:solidFill>
                      <a:srgbClr val="FF0000"/>
                    </a:solidFill>
                  </a:rPr>
                  <a:t> </a:t>
                </a:r>
                <a:r>
                  <a:rPr lang="vi-VN" sz="2800" dirty="0" err="1">
                    <a:solidFill>
                      <a:srgbClr val="FF0000"/>
                    </a:solidFill>
                  </a:rPr>
                  <a:t>dữ</a:t>
                </a:r>
                <a:r>
                  <a:rPr lang="vi-VN" sz="2800" dirty="0">
                    <a:solidFill>
                      <a:srgbClr val="FF0000"/>
                    </a:solidFill>
                  </a:rPr>
                  <a:t> </a:t>
                </a:r>
                <a:r>
                  <a:rPr lang="vi-VN" sz="2800" dirty="0" err="1">
                    <a:solidFill>
                      <a:srgbClr val="FF0000"/>
                    </a:solidFill>
                  </a:rPr>
                  <a:t>liệu</a:t>
                </a:r>
                <a:r>
                  <a:rPr lang="vi-VN" sz="2800" dirty="0">
                    <a:solidFill>
                      <a:srgbClr val="FF0000"/>
                    </a:solidFill>
                  </a:rPr>
                  <a:t> </a:t>
                </a:r>
                <a:r>
                  <a:rPr lang="vi-VN" sz="2800" dirty="0" err="1">
                    <a:solidFill>
                      <a:srgbClr val="FF0000"/>
                    </a:solidFill>
                  </a:rPr>
                  <a:t>được</a:t>
                </a:r>
                <a:r>
                  <a:rPr lang="vi-VN" sz="2800" dirty="0">
                    <a:solidFill>
                      <a:srgbClr val="FF0000"/>
                    </a:solidFill>
                  </a:rPr>
                  <a:t> phân </a:t>
                </a:r>
                <a:r>
                  <a:rPr lang="vi-VN" sz="2800" dirty="0" err="1">
                    <a:solidFill>
                      <a:srgbClr val="FF0000"/>
                    </a:solidFill>
                  </a:rPr>
                  <a:t>loại</a:t>
                </a:r>
                <a:r>
                  <a:rPr lang="vi-VN" sz="2800" dirty="0">
                    <a:solidFill>
                      <a:srgbClr val="FF0000"/>
                    </a:solidFill>
                  </a:rPr>
                  <a:t> </a:t>
                </a:r>
                <a:r>
                  <a:rPr lang="vi-VN" sz="2800" dirty="0" err="1">
                    <a:solidFill>
                      <a:srgbClr val="FF0000"/>
                    </a:solidFill>
                  </a:rPr>
                  <a:t>đúng</a:t>
                </a:r>
                <a:r>
                  <a:rPr lang="vi-VN" sz="2800" dirty="0">
                    <a:solidFill>
                      <a:srgbClr val="FF0000"/>
                    </a:solidFill>
                  </a:rPr>
                  <a:t> </a:t>
                </a:r>
                <a:r>
                  <a:rPr lang="vi-VN" sz="2800" dirty="0" err="1">
                    <a:solidFill>
                      <a:srgbClr val="FF0000"/>
                    </a:solidFill>
                  </a:rPr>
                  <a:t>là</a:t>
                </a:r>
                <a:r>
                  <a:rPr lang="vi-VN" sz="2800" dirty="0">
                    <a:solidFill>
                      <a:srgbClr val="FF0000"/>
                    </a:solidFill>
                  </a:rPr>
                  <a:t> </a:t>
                </a:r>
                <a14:m>
                  <m:oMath xmlns:m="http://schemas.openxmlformats.org/officeDocument/2006/math">
                    <m:r>
                      <a:rPr lang="vi-VN" sz="2800" i="1" dirty="0" smtClean="0">
                        <a:solidFill>
                          <a:srgbClr val="FF0000"/>
                        </a:solidFill>
                        <a:latin typeface="Cambria Math" panose="02040503050406030204" pitchFamily="18" charset="0"/>
                      </a:rPr>
                      <m:t>5</m:t>
                    </m:r>
                    <m:r>
                      <a:rPr lang="vi-VN" sz="2800" b="0" i="1" dirty="0" smtClean="0">
                        <a:solidFill>
                          <a:srgbClr val="FF0000"/>
                        </a:solidFill>
                        <a:latin typeface="Cambria Math" panose="02040503050406030204" pitchFamily="18" charset="0"/>
                      </a:rPr>
                      <m:t>6+17=73</m:t>
                    </m:r>
                  </m:oMath>
                </a14:m>
                <a:r>
                  <a:rPr lang="vi-VN" sz="2800" dirty="0">
                    <a:solidFill>
                      <a:srgbClr val="FF0000"/>
                    </a:solidFill>
                  </a:rPr>
                  <a:t> </a:t>
                </a:r>
                <a:r>
                  <a:rPr lang="vi-VN" sz="2800" dirty="0" err="1">
                    <a:solidFill>
                      <a:srgbClr val="FF0000"/>
                    </a:solidFill>
                  </a:rPr>
                  <a:t>điểm</a:t>
                </a:r>
                <a:r>
                  <a:rPr lang="vi-VN" sz="2800" dirty="0">
                    <a:solidFill>
                      <a:srgbClr val="FF0000"/>
                    </a:solidFill>
                  </a:rPr>
                  <a:t> </a:t>
                </a:r>
                <a:r>
                  <a:rPr lang="vi-VN" sz="2800" dirty="0" err="1">
                    <a:solidFill>
                      <a:srgbClr val="FF0000"/>
                    </a:solidFill>
                  </a:rPr>
                  <a:t>dữ</a:t>
                </a:r>
                <a:r>
                  <a:rPr lang="vi-VN" sz="2800" dirty="0">
                    <a:solidFill>
                      <a:srgbClr val="FF0000"/>
                    </a:solidFill>
                  </a:rPr>
                  <a:t> </a:t>
                </a:r>
                <a:r>
                  <a:rPr lang="vi-VN" sz="2800" dirty="0" err="1">
                    <a:solidFill>
                      <a:srgbClr val="FF0000"/>
                    </a:solidFill>
                  </a:rPr>
                  <a:t>liệu</a:t>
                </a:r>
                <a:r>
                  <a:rPr lang="vi-VN" sz="2800" dirty="0">
                    <a:solidFill>
                      <a:srgbClr val="FF0000"/>
                    </a:solidFill>
                  </a:rPr>
                  <a:t>. </a:t>
                </a:r>
              </a:p>
              <a:p>
                <a:pPr algn="just"/>
                <a:r>
                  <a:rPr lang="vi-VN" sz="2800" dirty="0" err="1">
                    <a:solidFill>
                      <a:srgbClr val="0066FF"/>
                    </a:solidFill>
                  </a:rPr>
                  <a:t>Số</a:t>
                </a:r>
                <a:r>
                  <a:rPr lang="vi-VN" sz="2800" dirty="0">
                    <a:solidFill>
                      <a:srgbClr val="0066FF"/>
                    </a:solidFill>
                  </a:rPr>
                  <a:t> </a:t>
                </a:r>
                <a:r>
                  <a:rPr lang="vi-VN" sz="2800" dirty="0" err="1">
                    <a:solidFill>
                      <a:srgbClr val="0066FF"/>
                    </a:solidFill>
                  </a:rPr>
                  <a:t>lượng</a:t>
                </a:r>
                <a:r>
                  <a:rPr lang="vi-VN" sz="2800" dirty="0">
                    <a:solidFill>
                      <a:srgbClr val="0066FF"/>
                    </a:solidFill>
                  </a:rPr>
                  <a:t> </a:t>
                </a:r>
                <a:r>
                  <a:rPr lang="vi-VN" sz="2800" dirty="0" err="1">
                    <a:solidFill>
                      <a:srgbClr val="0066FF"/>
                    </a:solidFill>
                  </a:rPr>
                  <a:t>dữ</a:t>
                </a:r>
                <a:r>
                  <a:rPr lang="vi-VN" sz="2800" dirty="0">
                    <a:solidFill>
                      <a:srgbClr val="0066FF"/>
                    </a:solidFill>
                  </a:rPr>
                  <a:t> </a:t>
                </a:r>
                <a:r>
                  <a:rPr lang="vi-VN" sz="2800" dirty="0" err="1">
                    <a:solidFill>
                      <a:srgbClr val="0066FF"/>
                    </a:solidFill>
                  </a:rPr>
                  <a:t>liệu</a:t>
                </a:r>
                <a:r>
                  <a:rPr lang="vi-VN" sz="2800" dirty="0">
                    <a:solidFill>
                      <a:srgbClr val="0066FF"/>
                    </a:solidFill>
                  </a:rPr>
                  <a:t> phân </a:t>
                </a:r>
                <a:r>
                  <a:rPr lang="vi-VN" sz="2800" dirty="0" err="1">
                    <a:solidFill>
                      <a:srgbClr val="0066FF"/>
                    </a:solidFill>
                  </a:rPr>
                  <a:t>loại</a:t>
                </a:r>
                <a:r>
                  <a:rPr lang="vi-VN" sz="2800" dirty="0">
                    <a:solidFill>
                      <a:srgbClr val="0066FF"/>
                    </a:solidFill>
                  </a:rPr>
                  <a:t> sai </a:t>
                </a:r>
                <a:r>
                  <a:rPr lang="vi-VN" sz="2800" dirty="0" err="1">
                    <a:solidFill>
                      <a:srgbClr val="0066FF"/>
                    </a:solidFill>
                  </a:rPr>
                  <a:t>là</a:t>
                </a:r>
                <a:r>
                  <a:rPr lang="vi-VN" sz="2800" dirty="0">
                    <a:solidFill>
                      <a:srgbClr val="0066FF"/>
                    </a:solidFill>
                  </a:rPr>
                  <a:t> </a:t>
                </a:r>
                <a14:m>
                  <m:oMath xmlns:m="http://schemas.openxmlformats.org/officeDocument/2006/math">
                    <m:r>
                      <a:rPr lang="vi-VN" sz="2800" b="0" i="1" dirty="0" smtClean="0">
                        <a:solidFill>
                          <a:srgbClr val="0066FF"/>
                        </a:solidFill>
                        <a:latin typeface="Cambria Math" panose="02040503050406030204" pitchFamily="18" charset="0"/>
                      </a:rPr>
                      <m:t>5+2=7</m:t>
                    </m:r>
                  </m:oMath>
                </a14:m>
                <a:r>
                  <a:rPr lang="vi-VN" sz="2800" dirty="0">
                    <a:solidFill>
                      <a:srgbClr val="0066FF"/>
                    </a:solidFill>
                  </a:rPr>
                  <a:t> </a:t>
                </a:r>
                <a:r>
                  <a:rPr lang="vi-VN" sz="2800" dirty="0" err="1">
                    <a:solidFill>
                      <a:srgbClr val="0066FF"/>
                    </a:solidFill>
                  </a:rPr>
                  <a:t>điểm</a:t>
                </a:r>
                <a:r>
                  <a:rPr lang="vi-VN" sz="2800" dirty="0">
                    <a:solidFill>
                      <a:srgbClr val="0066FF"/>
                    </a:solidFill>
                  </a:rPr>
                  <a:t> </a:t>
                </a:r>
                <a:r>
                  <a:rPr lang="vi-VN" sz="2800" dirty="0" err="1">
                    <a:solidFill>
                      <a:srgbClr val="0066FF"/>
                    </a:solidFill>
                  </a:rPr>
                  <a:t>dữ</a:t>
                </a:r>
                <a:r>
                  <a:rPr lang="vi-VN" sz="2800" dirty="0">
                    <a:solidFill>
                      <a:srgbClr val="0066FF"/>
                    </a:solidFill>
                  </a:rPr>
                  <a:t> </a:t>
                </a:r>
                <a:r>
                  <a:rPr lang="vi-VN" sz="2800" dirty="0" err="1">
                    <a:solidFill>
                      <a:srgbClr val="0066FF"/>
                    </a:solidFill>
                  </a:rPr>
                  <a:t>liệu</a:t>
                </a:r>
                <a:r>
                  <a:rPr lang="vi-VN" sz="2800" dirty="0">
                    <a:solidFill>
                      <a:srgbClr val="0066FF"/>
                    </a:solidFill>
                  </a:rPr>
                  <a:t>.</a:t>
                </a:r>
              </a:p>
              <a:p>
                <a:pPr algn="just"/>
                <a:r>
                  <a:rPr lang="vi-VN" sz="2800" dirty="0">
                    <a:solidFill>
                      <a:srgbClr val="FF0000"/>
                    </a:solidFill>
                  </a:rPr>
                  <a:t>Tỉ </a:t>
                </a:r>
                <a:r>
                  <a:rPr lang="vi-VN" sz="2800" dirty="0" err="1">
                    <a:solidFill>
                      <a:srgbClr val="FF0000"/>
                    </a:solidFill>
                  </a:rPr>
                  <a:t>lệ</a:t>
                </a:r>
                <a:r>
                  <a:rPr lang="vi-VN" sz="2800" dirty="0">
                    <a:solidFill>
                      <a:srgbClr val="FF0000"/>
                    </a:solidFill>
                  </a:rPr>
                  <a:t> </a:t>
                </a:r>
                <a:r>
                  <a:rPr lang="vi-VN" sz="2800" dirty="0" err="1">
                    <a:solidFill>
                      <a:srgbClr val="FF0000"/>
                    </a:solidFill>
                  </a:rPr>
                  <a:t>điểm</a:t>
                </a:r>
                <a:r>
                  <a:rPr lang="vi-VN" sz="2800" dirty="0">
                    <a:solidFill>
                      <a:srgbClr val="FF0000"/>
                    </a:solidFill>
                  </a:rPr>
                  <a:t> </a:t>
                </a:r>
                <a:r>
                  <a:rPr lang="vi-VN" sz="2800" dirty="0" err="1">
                    <a:solidFill>
                      <a:srgbClr val="FF0000"/>
                    </a:solidFill>
                  </a:rPr>
                  <a:t>dữ</a:t>
                </a:r>
                <a:r>
                  <a:rPr lang="vi-VN" sz="2800" dirty="0">
                    <a:solidFill>
                      <a:srgbClr val="FF0000"/>
                    </a:solidFill>
                  </a:rPr>
                  <a:t> </a:t>
                </a:r>
                <a:r>
                  <a:rPr lang="vi-VN" sz="2800" dirty="0" err="1">
                    <a:solidFill>
                      <a:srgbClr val="FF0000"/>
                    </a:solidFill>
                  </a:rPr>
                  <a:t>liệu</a:t>
                </a:r>
                <a:r>
                  <a:rPr lang="vi-VN" sz="2800" dirty="0">
                    <a:solidFill>
                      <a:srgbClr val="FF0000"/>
                    </a:solidFill>
                  </a:rPr>
                  <a:t> phân </a:t>
                </a:r>
                <a:r>
                  <a:rPr lang="vi-VN" sz="2800" dirty="0" err="1">
                    <a:solidFill>
                      <a:srgbClr val="FF0000"/>
                    </a:solidFill>
                  </a:rPr>
                  <a:t>loại</a:t>
                </a:r>
                <a:r>
                  <a:rPr lang="vi-VN" sz="2800" dirty="0">
                    <a:solidFill>
                      <a:srgbClr val="FF0000"/>
                    </a:solidFill>
                  </a:rPr>
                  <a:t> sai </a:t>
                </a:r>
                <a:r>
                  <a:rPr lang="vi-VN" sz="2800" dirty="0" err="1">
                    <a:solidFill>
                      <a:srgbClr val="FF0000"/>
                    </a:solidFill>
                  </a:rPr>
                  <a:t>là</a:t>
                </a:r>
                <a:r>
                  <a:rPr lang="vi-VN" sz="2800" dirty="0">
                    <a:solidFill>
                      <a:srgbClr val="FF0000"/>
                    </a:solidFill>
                  </a:rPr>
                  <a:t> </a:t>
                </a:r>
                <a14:m>
                  <m:oMath xmlns:m="http://schemas.openxmlformats.org/officeDocument/2006/math">
                    <m:f>
                      <m:fPr>
                        <m:ctrlPr>
                          <a:rPr lang="vi-VN" sz="2800" b="0" i="1" dirty="0" smtClean="0">
                            <a:solidFill>
                              <a:srgbClr val="FF0000"/>
                            </a:solidFill>
                            <a:latin typeface="Cambria Math" panose="02040503050406030204" pitchFamily="18" charset="0"/>
                          </a:rPr>
                        </m:ctrlPr>
                      </m:fPr>
                      <m:num>
                        <m:r>
                          <a:rPr lang="vi-VN" sz="2800" i="1" dirty="0" smtClean="0">
                            <a:solidFill>
                              <a:srgbClr val="FF0000"/>
                            </a:solidFill>
                            <a:latin typeface="Cambria Math" panose="02040503050406030204" pitchFamily="18" charset="0"/>
                          </a:rPr>
                          <m:t>7</m:t>
                        </m:r>
                      </m:num>
                      <m:den>
                        <m:r>
                          <a:rPr lang="vi-VN" sz="2800" b="0" i="1" dirty="0" smtClean="0">
                            <a:solidFill>
                              <a:srgbClr val="FF0000"/>
                            </a:solidFill>
                            <a:latin typeface="Cambria Math" panose="02040503050406030204" pitchFamily="18" charset="0"/>
                          </a:rPr>
                          <m:t>80</m:t>
                        </m:r>
                      </m:den>
                    </m:f>
                    <m:r>
                      <a:rPr lang="vi-VN" sz="2800" i="1" dirty="0">
                        <a:solidFill>
                          <a:srgbClr val="FF0000"/>
                        </a:solidFill>
                        <a:latin typeface="Cambria Math" panose="02040503050406030204" pitchFamily="18" charset="0"/>
                        <a:ea typeface="Cambria Math" panose="02040503050406030204" pitchFamily="18" charset="0"/>
                      </a:rPr>
                      <m:t>≈</m:t>
                    </m:r>
                    <m:r>
                      <a:rPr lang="vi-VN" sz="2800" i="1" dirty="0">
                        <a:solidFill>
                          <a:srgbClr val="FF0000"/>
                        </a:solidFill>
                        <a:latin typeface="Cambria Math" panose="02040503050406030204" pitchFamily="18" charset="0"/>
                      </a:rPr>
                      <m:t>0.0875</m:t>
                    </m:r>
                    <m:r>
                      <a:rPr lang="vi-VN" sz="2800" i="1" dirty="0" smtClean="0">
                        <a:solidFill>
                          <a:srgbClr val="FF0000"/>
                        </a:solidFill>
                        <a:latin typeface="Cambria Math" panose="02040503050406030204" pitchFamily="18" charset="0"/>
                        <a:ea typeface="Cambria Math" panose="02040503050406030204" pitchFamily="18" charset="0"/>
                      </a:rPr>
                      <m:t>≈</m:t>
                    </m:r>
                    <m:r>
                      <a:rPr lang="vi-VN" sz="2800" b="0" i="1" dirty="0" smtClean="0">
                        <a:solidFill>
                          <a:srgbClr val="FF0000"/>
                        </a:solidFill>
                        <a:latin typeface="Cambria Math" panose="02040503050406030204" pitchFamily="18" charset="0"/>
                      </a:rPr>
                      <m:t>8</m:t>
                    </m:r>
                    <m:r>
                      <a:rPr lang="en-US" sz="2800" b="0" i="1" dirty="0" smtClean="0">
                        <a:solidFill>
                          <a:srgbClr val="FF0000"/>
                        </a:solidFill>
                        <a:latin typeface="Cambria Math" panose="02040503050406030204" pitchFamily="18" charset="0"/>
                      </a:rPr>
                      <m:t>.</m:t>
                    </m:r>
                    <m:r>
                      <a:rPr lang="vi-VN" sz="2800" b="0" i="1" dirty="0" smtClean="0">
                        <a:solidFill>
                          <a:srgbClr val="FF0000"/>
                        </a:solidFill>
                        <a:latin typeface="Cambria Math" panose="02040503050406030204" pitchFamily="18" charset="0"/>
                      </a:rPr>
                      <m:t>75</m:t>
                    </m:r>
                    <m:r>
                      <a:rPr lang="en-US" sz="2800" b="0" i="1" dirty="0" smtClean="0">
                        <a:solidFill>
                          <a:srgbClr val="FF0000"/>
                        </a:solidFill>
                        <a:latin typeface="Cambria Math" panose="02040503050406030204" pitchFamily="18" charset="0"/>
                      </a:rPr>
                      <m:t>%</m:t>
                    </m:r>
                  </m:oMath>
                </a14:m>
                <a:r>
                  <a:rPr lang="vi-VN" sz="2800" dirty="0">
                    <a:solidFill>
                      <a:srgbClr val="FF0000"/>
                    </a:solidFill>
                  </a:rPr>
                  <a:t>.</a:t>
                </a:r>
              </a:p>
            </p:txBody>
          </p:sp>
        </mc:Choice>
        <mc:Fallback xmlns="">
          <p:sp>
            <p:nvSpPr>
              <p:cNvPr id="3" name="Content Placeholder 2">
                <a:extLst>
                  <a:ext uri="{FF2B5EF4-FFF2-40B4-BE49-F238E27FC236}">
                    <a16:creationId xmlns:a16="http://schemas.microsoft.com/office/drawing/2014/main" id="{9A95AD93-52A0-4D38-8C7C-5813D54C2C62}"/>
                  </a:ext>
                </a:extLst>
              </p:cNvPr>
              <p:cNvSpPr>
                <a:spLocks noGrp="1" noRot="1" noChangeAspect="1" noMove="1" noResize="1" noEditPoints="1" noAdjustHandles="1" noChangeArrowheads="1" noChangeShapeType="1" noTextEdit="1"/>
              </p:cNvSpPr>
              <p:nvPr>
                <p:ph idx="1"/>
              </p:nvPr>
            </p:nvSpPr>
            <p:spPr>
              <a:blipFill>
                <a:blip r:embed="rId2"/>
                <a:stretch>
                  <a:fillRect l="-1000" t="-1482" b="-619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4" name="Table 3">
                <a:extLst>
                  <a:ext uri="{FF2B5EF4-FFF2-40B4-BE49-F238E27FC236}">
                    <a16:creationId xmlns:a16="http://schemas.microsoft.com/office/drawing/2014/main" id="{E04C35AC-FD6B-4911-AB9C-280EA13B059B}"/>
                  </a:ext>
                </a:extLst>
              </p:cNvPr>
              <p:cNvGraphicFramePr>
                <a:graphicFrameLocks noGrp="1"/>
              </p:cNvGraphicFramePr>
              <p:nvPr>
                <p:extLst>
                  <p:ext uri="{D42A27DB-BD31-4B8C-83A1-F6EECF244321}">
                    <p14:modId xmlns:p14="http://schemas.microsoft.com/office/powerpoint/2010/main" val="3356806417"/>
                  </p:ext>
                </p:extLst>
              </p:nvPr>
            </p:nvGraphicFramePr>
            <p:xfrm>
              <a:off x="4267200" y="2308702"/>
              <a:ext cx="3276600" cy="1554480"/>
            </p:xfrm>
            <a:graphic>
              <a:graphicData uri="http://schemas.openxmlformats.org/drawingml/2006/table">
                <a:tbl>
                  <a:tblPr firstRow="1" bandRow="1">
                    <a:tableStyleId>{21E4AEA4-8DFA-4A89-87EB-49C32662AFE0}</a:tableStyleId>
                  </a:tblPr>
                  <a:tblGrid>
                    <a:gridCol w="1092200">
                      <a:extLst>
                        <a:ext uri="{9D8B030D-6E8A-4147-A177-3AD203B41FA5}">
                          <a16:colId xmlns:a16="http://schemas.microsoft.com/office/drawing/2014/main" val="4171667629"/>
                        </a:ext>
                      </a:extLst>
                    </a:gridCol>
                    <a:gridCol w="1092200">
                      <a:extLst>
                        <a:ext uri="{9D8B030D-6E8A-4147-A177-3AD203B41FA5}">
                          <a16:colId xmlns:a16="http://schemas.microsoft.com/office/drawing/2014/main" val="523946260"/>
                        </a:ext>
                      </a:extLst>
                    </a:gridCol>
                    <a:gridCol w="1092200">
                      <a:extLst>
                        <a:ext uri="{9D8B030D-6E8A-4147-A177-3AD203B41FA5}">
                          <a16:colId xmlns:a16="http://schemas.microsoft.com/office/drawing/2014/main" val="1766665144"/>
                        </a:ext>
                      </a:extLst>
                    </a:gridCol>
                  </a:tblGrid>
                  <a:tr h="431800">
                    <a:tc>
                      <a:txBody>
                        <a:bodyPr/>
                        <a:lstStyle/>
                        <a:p>
                          <a:pPr algn="ctr"/>
                          <a:endParaRPr lang="vi-VN" sz="2800" dirty="0">
                            <a:solidFill>
                              <a:schemeClr val="bg1"/>
                            </a:solidFill>
                          </a:endParaRP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1"/>
                        </a:solidFill>
                      </a:tcPr>
                    </a:tc>
                    <a:tc>
                      <a:txBody>
                        <a:bodyPr/>
                        <a:lstStyle/>
                        <a:p>
                          <a:pPr algn="ctr"/>
                          <a:r>
                            <a:rPr lang="vi-VN" sz="2800" dirty="0"/>
                            <a:t>0</a:t>
                          </a:r>
                        </a:p>
                      </a:txBody>
                      <a:tcPr anchor="ctr">
                        <a:lnL w="12700" cmpd="sng">
                          <a:noFill/>
                        </a:lnL>
                      </a:tcPr>
                    </a:tc>
                    <a:tc>
                      <a:txBody>
                        <a:bodyPr/>
                        <a:lstStyle/>
                        <a:p>
                          <a:pPr algn="ctr"/>
                          <a:r>
                            <a:rPr lang="vi-VN" sz="2800" dirty="0"/>
                            <a:t>1</a:t>
                          </a:r>
                        </a:p>
                      </a:txBody>
                      <a:tcPr anchor="ctr"/>
                    </a:tc>
                    <a:extLst>
                      <a:ext uri="{0D108BD9-81ED-4DB2-BD59-A6C34878D82A}">
                        <a16:rowId xmlns:a16="http://schemas.microsoft.com/office/drawing/2014/main" val="3216580"/>
                      </a:ext>
                    </a:extLst>
                  </a:tr>
                  <a:tr h="431800">
                    <a:tc>
                      <a:txBody>
                        <a:bodyPr/>
                        <a:lstStyle/>
                        <a:p>
                          <a:pPr algn="ctr"/>
                          <a:r>
                            <a:rPr lang="vi-VN" sz="2800" b="1" dirty="0">
                              <a:solidFill>
                                <a:schemeClr val="bg1"/>
                              </a:solidFill>
                            </a:rPr>
                            <a:t>0</a:t>
                          </a:r>
                        </a:p>
                      </a:txBody>
                      <a:tcPr anchor="ctr">
                        <a:lnT w="38100" cmpd="sng">
                          <a:noFill/>
                        </a:lnT>
                        <a:solidFill>
                          <a:schemeClr val="accent2"/>
                        </a:solidFill>
                      </a:tcPr>
                    </a:tc>
                    <a:tc>
                      <a:txBody>
                        <a:bodyPr/>
                        <a:lstStyle/>
                        <a:p>
                          <a:pPr algn="ctr"/>
                          <a14:m>
                            <m:oMathPara xmlns:m="http://schemas.openxmlformats.org/officeDocument/2006/math">
                              <m:oMathParaPr>
                                <m:jc m:val="centerGroup"/>
                              </m:oMathParaPr>
                              <m:oMath xmlns:m="http://schemas.openxmlformats.org/officeDocument/2006/math">
                                <m:r>
                                  <a:rPr lang="vi-VN" sz="2800" i="1" dirty="0" smtClean="0">
                                    <a:latin typeface="Cambria Math" panose="02040503050406030204" pitchFamily="18" charset="0"/>
                                  </a:rPr>
                                  <m:t>56</m:t>
                                </m:r>
                              </m:oMath>
                            </m:oMathPara>
                          </a14:m>
                          <a:endParaRPr lang="vi-VN" sz="2800" dirty="0"/>
                        </a:p>
                      </a:txBody>
                      <a:tcPr anchor="ctr"/>
                    </a:tc>
                    <a:tc>
                      <a:txBody>
                        <a:bodyPr/>
                        <a:lstStyle/>
                        <a:p>
                          <a:pPr algn="ctr"/>
                          <a14:m>
                            <m:oMathPara xmlns:m="http://schemas.openxmlformats.org/officeDocument/2006/math">
                              <m:oMathParaPr>
                                <m:jc m:val="centerGroup"/>
                              </m:oMathParaPr>
                              <m:oMath xmlns:m="http://schemas.openxmlformats.org/officeDocument/2006/math">
                                <m:r>
                                  <a:rPr lang="vi-VN" sz="2800" i="1" dirty="0" smtClean="0">
                                    <a:latin typeface="Cambria Math" panose="02040503050406030204" pitchFamily="18" charset="0"/>
                                  </a:rPr>
                                  <m:t>2</m:t>
                                </m:r>
                              </m:oMath>
                            </m:oMathPara>
                          </a14:m>
                          <a:endParaRPr lang="vi-VN" sz="2800" dirty="0"/>
                        </a:p>
                      </a:txBody>
                      <a:tcPr anchor="ctr"/>
                    </a:tc>
                    <a:extLst>
                      <a:ext uri="{0D108BD9-81ED-4DB2-BD59-A6C34878D82A}">
                        <a16:rowId xmlns:a16="http://schemas.microsoft.com/office/drawing/2014/main" val="3641710761"/>
                      </a:ext>
                    </a:extLst>
                  </a:tr>
                  <a:tr h="431800">
                    <a:tc>
                      <a:txBody>
                        <a:bodyPr/>
                        <a:lstStyle/>
                        <a:p>
                          <a:pPr algn="ctr"/>
                          <a:r>
                            <a:rPr lang="vi-VN" sz="2800" b="1" dirty="0">
                              <a:solidFill>
                                <a:schemeClr val="bg1"/>
                              </a:solidFill>
                            </a:rPr>
                            <a:t>1</a:t>
                          </a:r>
                        </a:p>
                      </a:txBody>
                      <a:tcPr anchor="ctr">
                        <a:solidFill>
                          <a:schemeClr val="accent2"/>
                        </a:solidFill>
                      </a:tcPr>
                    </a:tc>
                    <a:tc>
                      <a:txBody>
                        <a:bodyPr/>
                        <a:lstStyle/>
                        <a:p>
                          <a:pPr algn="ctr"/>
                          <a14:m>
                            <m:oMathPara xmlns:m="http://schemas.openxmlformats.org/officeDocument/2006/math">
                              <m:oMathParaPr>
                                <m:jc m:val="centerGroup"/>
                              </m:oMathParaPr>
                              <m:oMath xmlns:m="http://schemas.openxmlformats.org/officeDocument/2006/math">
                                <m:r>
                                  <a:rPr lang="vi-VN" sz="2800" i="1" dirty="0" smtClean="0">
                                    <a:latin typeface="Cambria Math" panose="02040503050406030204" pitchFamily="18" charset="0"/>
                                  </a:rPr>
                                  <m:t>5</m:t>
                                </m:r>
                              </m:oMath>
                            </m:oMathPara>
                          </a14:m>
                          <a:endParaRPr lang="vi-VN" sz="2800" dirty="0"/>
                        </a:p>
                      </a:txBody>
                      <a:tcPr anchor="ctr"/>
                    </a:tc>
                    <a:tc>
                      <a:txBody>
                        <a:bodyPr/>
                        <a:lstStyle/>
                        <a:p>
                          <a:pPr algn="ctr"/>
                          <a14:m>
                            <m:oMathPara xmlns:m="http://schemas.openxmlformats.org/officeDocument/2006/math">
                              <m:oMathParaPr>
                                <m:jc m:val="centerGroup"/>
                              </m:oMathParaPr>
                              <m:oMath xmlns:m="http://schemas.openxmlformats.org/officeDocument/2006/math">
                                <m:r>
                                  <a:rPr lang="vi-VN" sz="2800" i="1" dirty="0" smtClean="0">
                                    <a:latin typeface="Cambria Math" panose="02040503050406030204" pitchFamily="18" charset="0"/>
                                  </a:rPr>
                                  <m:t>17</m:t>
                                </m:r>
                              </m:oMath>
                            </m:oMathPara>
                          </a14:m>
                          <a:endParaRPr lang="vi-VN" sz="2800" dirty="0"/>
                        </a:p>
                      </a:txBody>
                      <a:tcPr anchor="ctr"/>
                    </a:tc>
                    <a:extLst>
                      <a:ext uri="{0D108BD9-81ED-4DB2-BD59-A6C34878D82A}">
                        <a16:rowId xmlns:a16="http://schemas.microsoft.com/office/drawing/2014/main" val="2250376396"/>
                      </a:ext>
                    </a:extLst>
                  </a:tr>
                </a:tbl>
              </a:graphicData>
            </a:graphic>
          </p:graphicFrame>
        </mc:Choice>
        <mc:Fallback xmlns="">
          <p:graphicFrame>
            <p:nvGraphicFramePr>
              <p:cNvPr id="4" name="Table 3">
                <a:extLst>
                  <a:ext uri="{FF2B5EF4-FFF2-40B4-BE49-F238E27FC236}">
                    <a16:creationId xmlns:a16="http://schemas.microsoft.com/office/drawing/2014/main" id="{E04C35AC-FD6B-4911-AB9C-280EA13B059B}"/>
                  </a:ext>
                </a:extLst>
              </p:cNvPr>
              <p:cNvGraphicFramePr>
                <a:graphicFrameLocks noGrp="1"/>
              </p:cNvGraphicFramePr>
              <p:nvPr>
                <p:extLst>
                  <p:ext uri="{D42A27DB-BD31-4B8C-83A1-F6EECF244321}">
                    <p14:modId xmlns:p14="http://schemas.microsoft.com/office/powerpoint/2010/main" val="3356806417"/>
                  </p:ext>
                </p:extLst>
              </p:nvPr>
            </p:nvGraphicFramePr>
            <p:xfrm>
              <a:off x="4267200" y="2308702"/>
              <a:ext cx="3276600" cy="1554480"/>
            </p:xfrm>
            <a:graphic>
              <a:graphicData uri="http://schemas.openxmlformats.org/drawingml/2006/table">
                <a:tbl>
                  <a:tblPr firstRow="1" bandRow="1">
                    <a:tableStyleId>{21E4AEA4-8DFA-4A89-87EB-49C32662AFE0}</a:tableStyleId>
                  </a:tblPr>
                  <a:tblGrid>
                    <a:gridCol w="1092200">
                      <a:extLst>
                        <a:ext uri="{9D8B030D-6E8A-4147-A177-3AD203B41FA5}">
                          <a16:colId xmlns:a16="http://schemas.microsoft.com/office/drawing/2014/main" val="4171667629"/>
                        </a:ext>
                      </a:extLst>
                    </a:gridCol>
                    <a:gridCol w="1092200">
                      <a:extLst>
                        <a:ext uri="{9D8B030D-6E8A-4147-A177-3AD203B41FA5}">
                          <a16:colId xmlns:a16="http://schemas.microsoft.com/office/drawing/2014/main" val="523946260"/>
                        </a:ext>
                      </a:extLst>
                    </a:gridCol>
                    <a:gridCol w="1092200">
                      <a:extLst>
                        <a:ext uri="{9D8B030D-6E8A-4147-A177-3AD203B41FA5}">
                          <a16:colId xmlns:a16="http://schemas.microsoft.com/office/drawing/2014/main" val="1766665144"/>
                        </a:ext>
                      </a:extLst>
                    </a:gridCol>
                  </a:tblGrid>
                  <a:tr h="518160">
                    <a:tc>
                      <a:txBody>
                        <a:bodyPr/>
                        <a:lstStyle/>
                        <a:p>
                          <a:pPr algn="ctr"/>
                          <a:endParaRPr lang="vi-VN" sz="2800" dirty="0">
                            <a:solidFill>
                              <a:schemeClr val="bg1"/>
                            </a:solidFill>
                          </a:endParaRP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1"/>
                        </a:solidFill>
                      </a:tcPr>
                    </a:tc>
                    <a:tc>
                      <a:txBody>
                        <a:bodyPr/>
                        <a:lstStyle/>
                        <a:p>
                          <a:pPr algn="ctr"/>
                          <a:r>
                            <a:rPr lang="vi-VN" sz="2800" dirty="0"/>
                            <a:t>0</a:t>
                          </a:r>
                        </a:p>
                      </a:txBody>
                      <a:tcPr anchor="ctr">
                        <a:lnL w="12700" cmpd="sng">
                          <a:noFill/>
                        </a:lnL>
                      </a:tcPr>
                    </a:tc>
                    <a:tc>
                      <a:txBody>
                        <a:bodyPr/>
                        <a:lstStyle/>
                        <a:p>
                          <a:pPr algn="ctr"/>
                          <a:r>
                            <a:rPr lang="vi-VN" sz="2800" dirty="0"/>
                            <a:t>1</a:t>
                          </a:r>
                        </a:p>
                      </a:txBody>
                      <a:tcPr anchor="ctr"/>
                    </a:tc>
                    <a:extLst>
                      <a:ext uri="{0D108BD9-81ED-4DB2-BD59-A6C34878D82A}">
                        <a16:rowId xmlns:a16="http://schemas.microsoft.com/office/drawing/2014/main" val="3216580"/>
                      </a:ext>
                    </a:extLst>
                  </a:tr>
                  <a:tr h="518160">
                    <a:tc>
                      <a:txBody>
                        <a:bodyPr/>
                        <a:lstStyle/>
                        <a:p>
                          <a:pPr algn="ctr"/>
                          <a:r>
                            <a:rPr lang="vi-VN" sz="2800" b="1" dirty="0">
                              <a:solidFill>
                                <a:schemeClr val="bg1"/>
                              </a:solidFill>
                            </a:rPr>
                            <a:t>0</a:t>
                          </a:r>
                        </a:p>
                      </a:txBody>
                      <a:tcPr anchor="ctr">
                        <a:lnT w="38100" cmpd="sng">
                          <a:noFill/>
                        </a:lnT>
                        <a:solidFill>
                          <a:schemeClr val="accent2"/>
                        </a:solidFill>
                      </a:tcPr>
                    </a:tc>
                    <a:tc>
                      <a:txBody>
                        <a:bodyPr/>
                        <a:lstStyle/>
                        <a:p>
                          <a:endParaRPr lang="vi-VN"/>
                        </a:p>
                      </a:txBody>
                      <a:tcPr anchor="ctr">
                        <a:blipFill>
                          <a:blip r:embed="rId3"/>
                          <a:stretch>
                            <a:fillRect l="-100556" t="-110465" r="-101667" b="-131395"/>
                          </a:stretch>
                        </a:blipFill>
                      </a:tcPr>
                    </a:tc>
                    <a:tc>
                      <a:txBody>
                        <a:bodyPr/>
                        <a:lstStyle/>
                        <a:p>
                          <a:endParaRPr lang="vi-VN"/>
                        </a:p>
                      </a:txBody>
                      <a:tcPr anchor="ctr">
                        <a:blipFill>
                          <a:blip r:embed="rId3"/>
                          <a:stretch>
                            <a:fillRect l="-201676" t="-110465" r="-2235" b="-131395"/>
                          </a:stretch>
                        </a:blipFill>
                      </a:tcPr>
                    </a:tc>
                    <a:extLst>
                      <a:ext uri="{0D108BD9-81ED-4DB2-BD59-A6C34878D82A}">
                        <a16:rowId xmlns:a16="http://schemas.microsoft.com/office/drawing/2014/main" val="3641710761"/>
                      </a:ext>
                    </a:extLst>
                  </a:tr>
                  <a:tr h="518160">
                    <a:tc>
                      <a:txBody>
                        <a:bodyPr/>
                        <a:lstStyle/>
                        <a:p>
                          <a:pPr algn="ctr"/>
                          <a:r>
                            <a:rPr lang="vi-VN" sz="2800" b="1" dirty="0">
                              <a:solidFill>
                                <a:schemeClr val="bg1"/>
                              </a:solidFill>
                            </a:rPr>
                            <a:t>1</a:t>
                          </a:r>
                        </a:p>
                      </a:txBody>
                      <a:tcPr anchor="ctr">
                        <a:solidFill>
                          <a:schemeClr val="accent2"/>
                        </a:solidFill>
                      </a:tcPr>
                    </a:tc>
                    <a:tc>
                      <a:txBody>
                        <a:bodyPr/>
                        <a:lstStyle/>
                        <a:p>
                          <a:endParaRPr lang="vi-VN"/>
                        </a:p>
                      </a:txBody>
                      <a:tcPr anchor="ctr">
                        <a:blipFill>
                          <a:blip r:embed="rId3"/>
                          <a:stretch>
                            <a:fillRect l="-100556" t="-212941" r="-101667" b="-32941"/>
                          </a:stretch>
                        </a:blipFill>
                      </a:tcPr>
                    </a:tc>
                    <a:tc>
                      <a:txBody>
                        <a:bodyPr/>
                        <a:lstStyle/>
                        <a:p>
                          <a:endParaRPr lang="vi-VN"/>
                        </a:p>
                      </a:txBody>
                      <a:tcPr anchor="ctr">
                        <a:blipFill>
                          <a:blip r:embed="rId3"/>
                          <a:stretch>
                            <a:fillRect l="-201676" t="-212941" r="-2235" b="-32941"/>
                          </a:stretch>
                        </a:blipFill>
                      </a:tcPr>
                    </a:tc>
                    <a:extLst>
                      <a:ext uri="{0D108BD9-81ED-4DB2-BD59-A6C34878D82A}">
                        <a16:rowId xmlns:a16="http://schemas.microsoft.com/office/drawing/2014/main" val="2250376396"/>
                      </a:ext>
                    </a:extLst>
                  </a:tr>
                </a:tbl>
              </a:graphicData>
            </a:graphic>
          </p:graphicFrame>
        </mc:Fallback>
      </mc:AlternateContent>
    </p:spTree>
    <p:extLst>
      <p:ext uri="{BB962C8B-B14F-4D97-AF65-F5344CB8AC3E}">
        <p14:creationId xmlns:p14="http://schemas.microsoft.com/office/powerpoint/2010/main" val="2605861788"/>
      </p:ext>
    </p:extLst>
  </p:cSld>
  <p:clrMapOvr>
    <a:masterClrMapping/>
  </p:clrMapOv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F87E84A-3B19-4FF8-969F-5C38D9EFB492}"/>
              </a:ext>
            </a:extLst>
          </p:cNvPr>
          <p:cNvSpPr>
            <a:spLocks noGrp="1"/>
          </p:cNvSpPr>
          <p:nvPr>
            <p:ph type="title"/>
          </p:nvPr>
        </p:nvSpPr>
        <p:spPr/>
        <p:txBody>
          <a:bodyPr/>
          <a:lstStyle/>
          <a:p>
            <a:r>
              <a:rPr lang="vi-VN" dirty="0" err="1"/>
              <a:t>Kiểm</a:t>
            </a:r>
            <a:r>
              <a:rPr lang="vi-VN" dirty="0"/>
              <a:t> tra </a:t>
            </a:r>
            <a:r>
              <a:rPr lang="vi-VN" dirty="0" err="1"/>
              <a:t>kết</a:t>
            </a:r>
            <a:r>
              <a:rPr lang="vi-VN" dirty="0"/>
              <a:t> </a:t>
            </a:r>
            <a:r>
              <a:rPr lang="vi-VN" dirty="0" err="1"/>
              <a:t>quả</a:t>
            </a:r>
            <a:r>
              <a:rPr lang="vi-VN" dirty="0"/>
              <a:t> trên </a:t>
            </a:r>
            <a:r>
              <a:rPr lang="vi-VN" dirty="0" err="1"/>
              <a:t>tập</a:t>
            </a:r>
            <a:r>
              <a:rPr lang="vi-VN" dirty="0"/>
              <a:t> </a:t>
            </a:r>
            <a:r>
              <a:rPr lang="vi-VN" dirty="0" err="1"/>
              <a:t>test</a:t>
            </a:r>
            <a:endParaRPr lang="vi-VN" dirty="0"/>
          </a:p>
        </p:txBody>
      </p:sp>
      <p:sp>
        <p:nvSpPr>
          <p:cNvPr id="2" name="Content Placeholder 1">
            <a:extLst>
              <a:ext uri="{FF2B5EF4-FFF2-40B4-BE49-F238E27FC236}">
                <a16:creationId xmlns:a16="http://schemas.microsoft.com/office/drawing/2014/main" id="{89B145C5-2FC6-4997-B32D-879CA6F44042}"/>
              </a:ext>
            </a:extLst>
          </p:cNvPr>
          <p:cNvSpPr>
            <a:spLocks noGrp="1"/>
          </p:cNvSpPr>
          <p:nvPr>
            <p:ph idx="1"/>
          </p:nvPr>
        </p:nvSpPr>
        <p:spPr/>
        <p:txBody>
          <a:bodyPr/>
          <a:lstStyle/>
          <a:p>
            <a:pPr algn="just"/>
            <a:r>
              <a:rPr lang="en-US" sz="2800" dirty="0" err="1">
                <a:solidFill>
                  <a:srgbClr val="0066FF"/>
                </a:solidFill>
              </a:rPr>
              <a:t>Thực</a:t>
            </a:r>
            <a:r>
              <a:rPr lang="en-US" sz="2800" dirty="0">
                <a:solidFill>
                  <a:srgbClr val="0066FF"/>
                </a:solidFill>
              </a:rPr>
              <a:t> </a:t>
            </a:r>
            <a:r>
              <a:rPr lang="en-US" sz="2800" dirty="0" err="1">
                <a:solidFill>
                  <a:srgbClr val="0066FF"/>
                </a:solidFill>
              </a:rPr>
              <a:t>hiện</a:t>
            </a:r>
            <a:r>
              <a:rPr lang="en-US" sz="2800" dirty="0">
                <a:solidFill>
                  <a:srgbClr val="0066FF"/>
                </a:solidFill>
              </a:rPr>
              <a:t> t</a:t>
            </a:r>
            <a:r>
              <a:rPr lang="vi-VN" sz="2800" dirty="0">
                <a:solidFill>
                  <a:srgbClr val="0066FF"/>
                </a:solidFill>
              </a:rPr>
              <a:t>ư</a:t>
            </a:r>
            <a:r>
              <a:rPr lang="en-US" sz="2800" dirty="0" err="1">
                <a:solidFill>
                  <a:srgbClr val="0066FF"/>
                </a:solidFill>
              </a:rPr>
              <a:t>ơng</a:t>
            </a:r>
            <a:r>
              <a:rPr lang="en-US" sz="2800" dirty="0">
                <a:solidFill>
                  <a:srgbClr val="0066FF"/>
                </a:solidFill>
              </a:rPr>
              <a:t> </a:t>
            </a:r>
            <a:r>
              <a:rPr lang="en-US" sz="2800" dirty="0" err="1">
                <a:solidFill>
                  <a:srgbClr val="0066FF"/>
                </a:solidFill>
              </a:rPr>
              <a:t>tự</a:t>
            </a:r>
            <a:r>
              <a:rPr lang="en-US" sz="2800" dirty="0">
                <a:solidFill>
                  <a:srgbClr val="0066FF"/>
                </a:solidFill>
              </a:rPr>
              <a:t> </a:t>
            </a:r>
            <a:r>
              <a:rPr lang="en-US" sz="2800" dirty="0" err="1">
                <a:solidFill>
                  <a:srgbClr val="0066FF"/>
                </a:solidFill>
              </a:rPr>
              <a:t>trực</a:t>
            </a:r>
            <a:r>
              <a:rPr lang="en-US" sz="2800" dirty="0">
                <a:solidFill>
                  <a:srgbClr val="0066FF"/>
                </a:solidFill>
              </a:rPr>
              <a:t> </a:t>
            </a:r>
            <a:r>
              <a:rPr lang="en-US" sz="2800" dirty="0" err="1">
                <a:solidFill>
                  <a:srgbClr val="0066FF"/>
                </a:solidFill>
              </a:rPr>
              <a:t>quan</a:t>
            </a:r>
            <a:r>
              <a:rPr lang="en-US" sz="2800" dirty="0">
                <a:solidFill>
                  <a:srgbClr val="0066FF"/>
                </a:solidFill>
              </a:rPr>
              <a:t> </a:t>
            </a:r>
            <a:r>
              <a:rPr lang="en-US" sz="2800" dirty="0" err="1">
                <a:solidFill>
                  <a:srgbClr val="0066FF"/>
                </a:solidFill>
              </a:rPr>
              <a:t>hóa</a:t>
            </a:r>
            <a:r>
              <a:rPr lang="en-US" sz="2800" dirty="0">
                <a:solidFill>
                  <a:srgbClr val="0066FF"/>
                </a:solidFill>
              </a:rPr>
              <a:t> </a:t>
            </a:r>
            <a:r>
              <a:rPr lang="en-US" sz="2800" dirty="0" err="1">
                <a:solidFill>
                  <a:srgbClr val="0066FF"/>
                </a:solidFill>
              </a:rPr>
              <a:t>kết</a:t>
            </a:r>
            <a:r>
              <a:rPr lang="en-US" sz="2800" dirty="0">
                <a:solidFill>
                  <a:srgbClr val="0066FF"/>
                </a:solidFill>
              </a:rPr>
              <a:t> </a:t>
            </a:r>
            <a:r>
              <a:rPr lang="en-US" sz="2800" dirty="0" err="1">
                <a:solidFill>
                  <a:srgbClr val="0066FF"/>
                </a:solidFill>
              </a:rPr>
              <a:t>quả</a:t>
            </a:r>
            <a:r>
              <a:rPr lang="en-US" sz="2800" dirty="0">
                <a:solidFill>
                  <a:srgbClr val="0066FF"/>
                </a:solidFill>
              </a:rPr>
              <a:t> </a:t>
            </a:r>
            <a:r>
              <a:rPr lang="en-US" sz="2800" dirty="0" err="1">
                <a:solidFill>
                  <a:srgbClr val="0066FF"/>
                </a:solidFill>
              </a:rPr>
              <a:t>mô</a:t>
            </a:r>
            <a:r>
              <a:rPr lang="en-US" sz="2800" dirty="0">
                <a:solidFill>
                  <a:srgbClr val="0066FF"/>
                </a:solidFill>
              </a:rPr>
              <a:t> </a:t>
            </a:r>
            <a:r>
              <a:rPr lang="en-US" sz="2800" dirty="0" err="1">
                <a:solidFill>
                  <a:srgbClr val="0066FF"/>
                </a:solidFill>
              </a:rPr>
              <a:t>hình</a:t>
            </a:r>
            <a:r>
              <a:rPr lang="en-US" sz="2800" dirty="0">
                <a:solidFill>
                  <a:srgbClr val="0066FF"/>
                </a:solidFill>
              </a:rPr>
              <a:t> </a:t>
            </a:r>
            <a:r>
              <a:rPr lang="en-US" sz="2800" dirty="0" err="1">
                <a:solidFill>
                  <a:srgbClr val="0066FF"/>
                </a:solidFill>
              </a:rPr>
              <a:t>trên</a:t>
            </a:r>
            <a:r>
              <a:rPr lang="en-US" sz="2800" dirty="0">
                <a:solidFill>
                  <a:srgbClr val="0066FF"/>
                </a:solidFill>
              </a:rPr>
              <a:t> </a:t>
            </a:r>
            <a:r>
              <a:rPr lang="en-US" sz="2800" dirty="0" err="1">
                <a:solidFill>
                  <a:srgbClr val="0066FF"/>
                </a:solidFill>
              </a:rPr>
              <a:t>tập</a:t>
            </a:r>
            <a:r>
              <a:rPr lang="en-US" sz="2800" dirty="0">
                <a:solidFill>
                  <a:srgbClr val="0066FF"/>
                </a:solidFill>
              </a:rPr>
              <a:t> </a:t>
            </a:r>
            <a:r>
              <a:rPr lang="en-US" sz="2800" dirty="0" err="1">
                <a:solidFill>
                  <a:srgbClr val="0066FF"/>
                </a:solidFill>
              </a:rPr>
              <a:t>traning</a:t>
            </a:r>
            <a:r>
              <a:rPr lang="en-US" sz="2800" dirty="0">
                <a:solidFill>
                  <a:srgbClr val="0066FF"/>
                </a:solidFill>
              </a:rPr>
              <a:t>.</a:t>
            </a:r>
          </a:p>
          <a:p>
            <a:pPr algn="just"/>
            <a:endParaRPr lang="en-US" sz="2800" dirty="0">
              <a:solidFill>
                <a:srgbClr val="000000"/>
              </a:solidFill>
              <a:latin typeface="Consolas" panose="020B0609020204030204" pitchFamily="49" charset="0"/>
            </a:endParaRPr>
          </a:p>
          <a:p>
            <a:pPr marL="457200" indent="-457200">
              <a:buFont typeface="+mj-lt"/>
              <a:buAutoNum type="arabicPeriod" startAt="42"/>
            </a:pPr>
            <a:r>
              <a:rPr lang="vi-VN" dirty="0" err="1">
                <a:solidFill>
                  <a:srgbClr val="000000"/>
                </a:solidFill>
                <a:latin typeface="Consolas" panose="020B0609020204030204" pitchFamily="49" charset="0"/>
              </a:rPr>
              <a:t>VisualizingResult(classifier, X_test)</a:t>
            </a:r>
            <a:r>
              <a:rPr lang="vi-VN" dirty="0">
                <a:solidFill>
                  <a:srgbClr val="000000"/>
                </a:solidFill>
                <a:latin typeface="Consolas" panose="020B0609020204030204" pitchFamily="49" charset="0"/>
              </a:rPr>
              <a:t/>
            </a:r>
            <a:r>
              <a:rPr lang="vi-VN" dirty="0" err="1">
                <a:solidFill>
                  <a:srgbClr val="000000"/>
                </a:solidFill>
                <a:latin typeface="Consolas" panose="020B0609020204030204" pitchFamily="49" charset="0"/>
              </a:rPr>
              <a:t/>
            </a:r>
            <a:r>
              <a:rPr lang="vi-VN" dirty="0">
                <a:solidFill>
                  <a:srgbClr val="000000"/>
                </a:solidFill>
                <a:latin typeface="Consolas" panose="020B0609020204030204" pitchFamily="49" charset="0"/>
              </a:rPr>
              <a:t/>
            </a:r>
            <a:r>
              <a:rPr lang="vi-VN" dirty="0" err="1">
                <a:solidFill>
                  <a:srgbClr val="000000"/>
                </a:solidFill>
                <a:latin typeface="Consolas" panose="020B0609020204030204" pitchFamily="49" charset="0"/>
              </a:rPr>
              <a:t/>
            </a:r>
            <a:r>
              <a:rPr lang="vi-VN" dirty="0">
                <a:solidFill>
                  <a:srgbClr val="000000"/>
                </a:solidFill>
                <a:latin typeface="Consolas" panose="020B0609020204030204" pitchFamily="49" charset="0"/>
              </a:rPr>
              <a:t/>
            </a:r>
          </a:p>
          <a:p>
            <a:pPr marL="457200" indent="-457200">
              <a:buFont typeface="+mj-lt"/>
              <a:buAutoNum type="arabicPeriod" startAt="42"/>
            </a:pPr>
            <a:r>
              <a:rPr lang="en-US" dirty="0" err="1">
                <a:solidFill>
                  <a:srgbClr val="000000"/>
                </a:solidFill>
                <a:latin typeface="Consolas" panose="020B0609020204030204" pitchFamily="49" charset="0"/>
              </a:rPr>
              <a:t>VisualizingDataset(X_test, y_test)</a:t>
            </a:r>
            <a:r>
              <a:rPr lang="en-US" dirty="0">
                <a:solidFill>
                  <a:srgbClr val="000000"/>
                </a:solidFill>
                <a:latin typeface="Consolas" panose="020B0609020204030204" pitchFamily="49" charset="0"/>
              </a:rPr>
              <a:t/>
            </a:r>
            <a:r>
              <a:rPr lang="en-US" dirty="0" err="1">
                <a:solidFill>
                  <a:srgbClr val="000000"/>
                </a:solidFill>
                <a:latin typeface="Consolas" panose="020B0609020204030204" pitchFamily="49" charset="0"/>
              </a:rPr>
              <a:t/>
            </a:r>
            <a:r>
              <a:rPr lang="en-US" dirty="0">
                <a:solidFill>
                  <a:srgbClr val="000000"/>
                </a:solidFill>
                <a:latin typeface="Consolas" panose="020B0609020204030204" pitchFamily="49" charset="0"/>
              </a:rPr>
              <a:t/>
            </a:r>
            <a:r>
              <a:rPr lang="en-US" dirty="0" err="1">
                <a:solidFill>
                  <a:srgbClr val="000000"/>
                </a:solidFill>
                <a:latin typeface="Consolas" panose="020B0609020204030204" pitchFamily="49" charset="0"/>
              </a:rPr>
              <a:t/>
            </a:r>
            <a:r>
              <a:rPr lang="en-US" dirty="0">
                <a:solidFill>
                  <a:srgbClr val="000000"/>
                </a:solidFill>
                <a:latin typeface="Consolas" panose="020B0609020204030204" pitchFamily="49" charset="0"/>
              </a:rPr>
              <a:t/>
            </a:r>
          </a:p>
          <a:p>
            <a:pPr marL="457200" indent="-457200">
              <a:buFont typeface="+mj-lt"/>
              <a:buAutoNum type="arabicPeriod" startAt="42"/>
            </a:pPr>
            <a:r>
              <a:rPr lang="vi-VN" dirty="0" err="1">
                <a:solidFill>
                  <a:srgbClr val="000000"/>
                </a:solidFill>
                <a:latin typeface="Consolas" panose="020B0609020204030204" pitchFamily="49" charset="0"/>
              </a:rPr>
              <a:t>plt.show</a:t>
            </a:r>
            <a:r>
              <a:rPr lang="vi-VN" dirty="0">
                <a:solidFill>
                  <a:srgbClr val="000000"/>
                </a:solidFill>
                <a:latin typeface="Consolas" panose="020B0609020204030204" pitchFamily="49" charset="0"/>
              </a:rPr>
              <a:t>()</a:t>
            </a:r>
            <a:endParaRPr lang="vi-VN" sz="3200" dirty="0">
              <a:latin typeface="Arial" panose="020B0604020202020204" pitchFamily="34" charset="0"/>
            </a:endParaRPr>
          </a:p>
        </p:txBody>
      </p:sp>
    </p:spTree>
    <p:extLst>
      <p:ext uri="{BB962C8B-B14F-4D97-AF65-F5344CB8AC3E}">
        <p14:creationId xmlns:p14="http://schemas.microsoft.com/office/powerpoint/2010/main" val="325546220"/>
      </p:ext>
    </p:extLst>
  </p:cSld>
  <p:clrMapOvr>
    <a:masterClrMapping/>
  </p:clrMapOvr>
  <p:transition/>
</p:sld>
</file>

<file path=ppt/slides/slide4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F87E84A-3B19-4FF8-969F-5C38D9EFB492}"/>
              </a:ext>
            </a:extLst>
          </p:cNvPr>
          <p:cNvSpPr>
            <a:spLocks noGrp="1"/>
          </p:cNvSpPr>
          <p:nvPr>
            <p:ph type="title"/>
          </p:nvPr>
        </p:nvSpPr>
        <p:spPr/>
        <p:txBody>
          <a:bodyPr vert="horz" lIns="91440" tIns="45720" rIns="91440" bIns="45720" rtlCol="0" anchor="b">
            <a:normAutofit/>
          </a:bodyPr>
          <a:lstStyle/>
          <a:p>
            <a:pPr eaLnBrk="1" hangingPunct="1">
              <a:lnSpc>
                <a:spcPct val="90000"/>
              </a:lnSpc>
            </a:pPr>
            <a:r>
              <a:rPr lang="en-US" sz="4800" kern="1200" dirty="0" err="1">
                <a:latin typeface="+mj-lt"/>
                <a:ea typeface="+mj-ea"/>
                <a:cs typeface="+mj-cs"/>
              </a:rPr>
              <a:t>Kiểm</a:t>
            </a:r>
            <a:r>
              <a:rPr lang="en-US" sz="4800" kern="1200" dirty="0">
                <a:latin typeface="+mj-lt"/>
                <a:ea typeface="+mj-ea"/>
                <a:cs typeface="+mj-cs"/>
              </a:rPr>
              <a:t> </a:t>
            </a:r>
            <a:r>
              <a:rPr lang="en-US" sz="4800" kern="1200" dirty="0" err="1">
                <a:latin typeface="+mj-lt"/>
                <a:ea typeface="+mj-ea"/>
                <a:cs typeface="+mj-cs"/>
              </a:rPr>
              <a:t>tra</a:t>
            </a:r>
            <a:r>
              <a:rPr lang="en-US" sz="4800" kern="1200" dirty="0">
                <a:latin typeface="+mj-lt"/>
                <a:ea typeface="+mj-ea"/>
                <a:cs typeface="+mj-cs"/>
              </a:rPr>
              <a:t> </a:t>
            </a:r>
            <a:r>
              <a:rPr lang="en-US" sz="4800" kern="1200" dirty="0" err="1">
                <a:latin typeface="+mj-lt"/>
                <a:ea typeface="+mj-ea"/>
                <a:cs typeface="+mj-cs"/>
              </a:rPr>
              <a:t>kết</a:t>
            </a:r>
            <a:r>
              <a:rPr lang="en-US" sz="4800" kern="1200" dirty="0">
                <a:latin typeface="+mj-lt"/>
                <a:ea typeface="+mj-ea"/>
                <a:cs typeface="+mj-cs"/>
              </a:rPr>
              <a:t> </a:t>
            </a:r>
            <a:r>
              <a:rPr lang="en-US" sz="4800" kern="1200" dirty="0" err="1">
                <a:latin typeface="+mj-lt"/>
                <a:ea typeface="+mj-ea"/>
                <a:cs typeface="+mj-cs"/>
              </a:rPr>
              <a:t>quả</a:t>
            </a:r>
            <a:r>
              <a:rPr lang="en-US" sz="4800" kern="1200" dirty="0">
                <a:latin typeface="+mj-lt"/>
                <a:ea typeface="+mj-ea"/>
                <a:cs typeface="+mj-cs"/>
              </a:rPr>
              <a:t> </a:t>
            </a:r>
            <a:r>
              <a:rPr lang="en-US" sz="4800" kern="1200" dirty="0" err="1">
                <a:latin typeface="+mj-lt"/>
                <a:ea typeface="+mj-ea"/>
                <a:cs typeface="+mj-cs"/>
              </a:rPr>
              <a:t>trên</a:t>
            </a:r>
            <a:r>
              <a:rPr lang="en-US" sz="4800" kern="1200" dirty="0">
                <a:latin typeface="+mj-lt"/>
                <a:ea typeface="+mj-ea"/>
                <a:cs typeface="+mj-cs"/>
              </a:rPr>
              <a:t> </a:t>
            </a:r>
            <a:r>
              <a:rPr lang="en-US" sz="4800" kern="1200" dirty="0" err="1">
                <a:latin typeface="+mj-lt"/>
                <a:ea typeface="+mj-ea"/>
                <a:cs typeface="+mj-cs"/>
              </a:rPr>
              <a:t>tập</a:t>
            </a:r>
            <a:r>
              <a:rPr lang="en-US" sz="4800" kern="1200" dirty="0">
                <a:latin typeface="+mj-lt"/>
                <a:ea typeface="+mj-ea"/>
                <a:cs typeface="+mj-cs"/>
              </a:rPr>
              <a:t> test</a:t>
            </a:r>
          </a:p>
        </p:txBody>
      </p:sp>
      <p:pic>
        <p:nvPicPr>
          <p:cNvPr id="5" name="Content Placeholder 4">
            <a:extLst>
              <a:ext uri="{FF2B5EF4-FFF2-40B4-BE49-F238E27FC236}">
                <a16:creationId xmlns:a16="http://schemas.microsoft.com/office/drawing/2014/main" id="{2265623C-7D1E-491B-84F8-DF7EAFE05B22}"/>
              </a:ext>
            </a:extLst>
          </p:cNvPr>
          <p:cNvPicPr>
            <a:picLocks noGrp="1" noChangeAspect="1"/>
          </p:cNvPicPr>
          <p:nvPr>
            <p:ph sz="half" idx="1"/>
          </p:nvPr>
        </p:nvPicPr>
        <p:blipFill>
          <a:blip r:embed="rId2"/>
          <a:stretch>
            <a:fillRect/>
          </a:stretch>
        </p:blipFill>
        <p:spPr>
          <a:xfrm>
            <a:off x="609600" y="1895489"/>
            <a:ext cx="5384800" cy="3935384"/>
          </a:xfrm>
          <a:prstGeom prst="rect">
            <a:avLst/>
          </a:prstGeom>
        </p:spPr>
      </p:pic>
      <mc:AlternateContent xmlns:mc="http://schemas.openxmlformats.org/markup-compatibility/2006" xmlns:a14="http://schemas.microsoft.com/office/drawing/2010/main">
        <mc:Choice Requires="a14">
          <p:graphicFrame>
            <p:nvGraphicFramePr>
              <p:cNvPr id="8" name="Content Placeholder 7">
                <a:extLst>
                  <a:ext uri="{FF2B5EF4-FFF2-40B4-BE49-F238E27FC236}">
                    <a16:creationId xmlns:a16="http://schemas.microsoft.com/office/drawing/2014/main" id="{4853132D-B5B2-4621-9A14-A3CB30537249}"/>
                  </a:ext>
                </a:extLst>
              </p:cNvPr>
              <p:cNvGraphicFramePr>
                <a:graphicFrameLocks noGrp="1"/>
              </p:cNvGraphicFramePr>
              <p:nvPr>
                <p:ph sz="half" idx="2"/>
                <p:extLst>
                  <p:ext uri="{D42A27DB-BD31-4B8C-83A1-F6EECF244321}">
                    <p14:modId xmlns:p14="http://schemas.microsoft.com/office/powerpoint/2010/main" val="3414207616"/>
                  </p:ext>
                </p:extLst>
              </p:nvPr>
            </p:nvGraphicFramePr>
            <p:xfrm>
              <a:off x="7391400" y="2819400"/>
              <a:ext cx="3276600" cy="1554480"/>
            </p:xfrm>
            <a:graphic>
              <a:graphicData uri="http://schemas.openxmlformats.org/drawingml/2006/table">
                <a:tbl>
                  <a:tblPr firstRow="1" bandRow="1">
                    <a:tableStyleId>{21E4AEA4-8DFA-4A89-87EB-49C32662AFE0}</a:tableStyleId>
                  </a:tblPr>
                  <a:tblGrid>
                    <a:gridCol w="1092200">
                      <a:extLst>
                        <a:ext uri="{9D8B030D-6E8A-4147-A177-3AD203B41FA5}">
                          <a16:colId xmlns:a16="http://schemas.microsoft.com/office/drawing/2014/main" val="4171667629"/>
                        </a:ext>
                      </a:extLst>
                    </a:gridCol>
                    <a:gridCol w="1092200">
                      <a:extLst>
                        <a:ext uri="{9D8B030D-6E8A-4147-A177-3AD203B41FA5}">
                          <a16:colId xmlns:a16="http://schemas.microsoft.com/office/drawing/2014/main" val="523946260"/>
                        </a:ext>
                      </a:extLst>
                    </a:gridCol>
                    <a:gridCol w="1092200">
                      <a:extLst>
                        <a:ext uri="{9D8B030D-6E8A-4147-A177-3AD203B41FA5}">
                          <a16:colId xmlns:a16="http://schemas.microsoft.com/office/drawing/2014/main" val="1766665144"/>
                        </a:ext>
                      </a:extLst>
                    </a:gridCol>
                  </a:tblGrid>
                  <a:tr h="431800">
                    <a:tc>
                      <a:txBody>
                        <a:bodyPr/>
                        <a:lstStyle/>
                        <a:p>
                          <a:pPr algn="ctr"/>
                          <a:endParaRPr lang="vi-VN" sz="2800" dirty="0">
                            <a:solidFill>
                              <a:schemeClr val="bg1"/>
                            </a:solidFill>
                          </a:endParaRP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1"/>
                        </a:solidFill>
                      </a:tcPr>
                    </a:tc>
                    <a:tc>
                      <a:txBody>
                        <a:bodyPr/>
                        <a:lstStyle/>
                        <a:p>
                          <a:pPr algn="ctr"/>
                          <a:r>
                            <a:rPr lang="vi-VN" sz="2800" dirty="0"/>
                            <a:t>0</a:t>
                          </a:r>
                        </a:p>
                      </a:txBody>
                      <a:tcPr anchor="ctr">
                        <a:lnL w="12700" cmpd="sng">
                          <a:noFill/>
                        </a:lnL>
                      </a:tcPr>
                    </a:tc>
                    <a:tc>
                      <a:txBody>
                        <a:bodyPr/>
                        <a:lstStyle/>
                        <a:p>
                          <a:pPr algn="ctr"/>
                          <a:r>
                            <a:rPr lang="vi-VN" sz="2800" dirty="0"/>
                            <a:t>1</a:t>
                          </a:r>
                        </a:p>
                      </a:txBody>
                      <a:tcPr anchor="ctr"/>
                    </a:tc>
                    <a:extLst>
                      <a:ext uri="{0D108BD9-81ED-4DB2-BD59-A6C34878D82A}">
                        <a16:rowId xmlns:a16="http://schemas.microsoft.com/office/drawing/2014/main" val="3216580"/>
                      </a:ext>
                    </a:extLst>
                  </a:tr>
                  <a:tr h="431800">
                    <a:tc>
                      <a:txBody>
                        <a:bodyPr/>
                        <a:lstStyle/>
                        <a:p>
                          <a:pPr algn="ctr"/>
                          <a:r>
                            <a:rPr lang="vi-VN" sz="2800" b="1" dirty="0">
                              <a:solidFill>
                                <a:schemeClr val="bg1"/>
                              </a:solidFill>
                            </a:rPr>
                            <a:t>0</a:t>
                          </a:r>
                        </a:p>
                      </a:txBody>
                      <a:tcPr anchor="ctr">
                        <a:lnT w="38100" cmpd="sng">
                          <a:noFill/>
                        </a:lnT>
                        <a:solidFill>
                          <a:schemeClr val="accent2"/>
                        </a:solidFill>
                      </a:tcPr>
                    </a:tc>
                    <a:tc>
                      <a:txBody>
                        <a:bodyPr/>
                        <a:lstStyle/>
                        <a:p>
                          <a:pPr algn="ctr"/>
                          <a14:m>
                            <m:oMathPara xmlns:m="http://schemas.openxmlformats.org/officeDocument/2006/math">
                              <m:oMathParaPr>
                                <m:jc m:val="centerGroup"/>
                              </m:oMathParaPr>
                              <m:oMath xmlns:m="http://schemas.openxmlformats.org/officeDocument/2006/math">
                                <m:r>
                                  <a:rPr lang="vi-VN" sz="2800" i="1" dirty="0" smtClean="0">
                                    <a:latin typeface="Cambria Math" panose="02040503050406030204" pitchFamily="18" charset="0"/>
                                  </a:rPr>
                                  <m:t>56</m:t>
                                </m:r>
                              </m:oMath>
                            </m:oMathPara>
                          </a14:m>
                          <a:endParaRPr lang="vi-VN" sz="2800" dirty="0"/>
                        </a:p>
                      </a:txBody>
                      <a:tcPr anchor="ctr"/>
                    </a:tc>
                    <a:tc>
                      <a:txBody>
                        <a:bodyPr/>
                        <a:lstStyle/>
                        <a:p>
                          <a:pPr algn="ctr"/>
                          <a14:m>
                            <m:oMathPara xmlns:m="http://schemas.openxmlformats.org/officeDocument/2006/math">
                              <m:oMathParaPr>
                                <m:jc m:val="centerGroup"/>
                              </m:oMathParaPr>
                              <m:oMath xmlns:m="http://schemas.openxmlformats.org/officeDocument/2006/math">
                                <m:r>
                                  <a:rPr lang="vi-VN" sz="2800" i="1" dirty="0" smtClean="0">
                                    <a:latin typeface="Cambria Math" panose="02040503050406030204" pitchFamily="18" charset="0"/>
                                  </a:rPr>
                                  <m:t>2</m:t>
                                </m:r>
                              </m:oMath>
                            </m:oMathPara>
                          </a14:m>
                          <a:endParaRPr lang="vi-VN" sz="2800" dirty="0"/>
                        </a:p>
                      </a:txBody>
                      <a:tcPr anchor="ctr"/>
                    </a:tc>
                    <a:extLst>
                      <a:ext uri="{0D108BD9-81ED-4DB2-BD59-A6C34878D82A}">
                        <a16:rowId xmlns:a16="http://schemas.microsoft.com/office/drawing/2014/main" val="3641710761"/>
                      </a:ext>
                    </a:extLst>
                  </a:tr>
                  <a:tr h="431800">
                    <a:tc>
                      <a:txBody>
                        <a:bodyPr/>
                        <a:lstStyle/>
                        <a:p>
                          <a:pPr algn="ctr"/>
                          <a:r>
                            <a:rPr lang="vi-VN" sz="2800" b="1" dirty="0">
                              <a:solidFill>
                                <a:schemeClr val="bg1"/>
                              </a:solidFill>
                            </a:rPr>
                            <a:t>1</a:t>
                          </a:r>
                        </a:p>
                      </a:txBody>
                      <a:tcPr anchor="ctr">
                        <a:solidFill>
                          <a:schemeClr val="accent2"/>
                        </a:solidFill>
                      </a:tcPr>
                    </a:tc>
                    <a:tc>
                      <a:txBody>
                        <a:bodyPr/>
                        <a:lstStyle/>
                        <a:p>
                          <a:pPr algn="ctr"/>
                          <a14:m>
                            <m:oMathPara xmlns:m="http://schemas.openxmlformats.org/officeDocument/2006/math">
                              <m:oMathParaPr>
                                <m:jc m:val="centerGroup"/>
                              </m:oMathParaPr>
                              <m:oMath xmlns:m="http://schemas.openxmlformats.org/officeDocument/2006/math">
                                <m:r>
                                  <a:rPr lang="vi-VN" sz="2800" i="1" dirty="0" smtClean="0">
                                    <a:latin typeface="Cambria Math" panose="02040503050406030204" pitchFamily="18" charset="0"/>
                                  </a:rPr>
                                  <m:t>5</m:t>
                                </m:r>
                              </m:oMath>
                            </m:oMathPara>
                          </a14:m>
                          <a:endParaRPr lang="vi-VN" sz="2800" dirty="0"/>
                        </a:p>
                      </a:txBody>
                      <a:tcPr anchor="ctr"/>
                    </a:tc>
                    <a:tc>
                      <a:txBody>
                        <a:bodyPr/>
                        <a:lstStyle/>
                        <a:p>
                          <a:pPr algn="ctr"/>
                          <a14:m>
                            <m:oMathPara xmlns:m="http://schemas.openxmlformats.org/officeDocument/2006/math">
                              <m:oMathParaPr>
                                <m:jc m:val="centerGroup"/>
                              </m:oMathParaPr>
                              <m:oMath xmlns:m="http://schemas.openxmlformats.org/officeDocument/2006/math">
                                <m:r>
                                  <a:rPr lang="vi-VN" sz="2800" i="1" dirty="0" smtClean="0">
                                    <a:latin typeface="Cambria Math" panose="02040503050406030204" pitchFamily="18" charset="0"/>
                                  </a:rPr>
                                  <m:t>17</m:t>
                                </m:r>
                              </m:oMath>
                            </m:oMathPara>
                          </a14:m>
                          <a:endParaRPr lang="vi-VN" sz="2800" dirty="0"/>
                        </a:p>
                      </a:txBody>
                      <a:tcPr anchor="ctr"/>
                    </a:tc>
                    <a:extLst>
                      <a:ext uri="{0D108BD9-81ED-4DB2-BD59-A6C34878D82A}">
                        <a16:rowId xmlns:a16="http://schemas.microsoft.com/office/drawing/2014/main" val="2250376396"/>
                      </a:ext>
                    </a:extLst>
                  </a:tr>
                </a:tbl>
              </a:graphicData>
            </a:graphic>
          </p:graphicFrame>
        </mc:Choice>
        <mc:Fallback xmlns="">
          <p:graphicFrame>
            <p:nvGraphicFramePr>
              <p:cNvPr id="8" name="Content Placeholder 7">
                <a:extLst>
                  <a:ext uri="{FF2B5EF4-FFF2-40B4-BE49-F238E27FC236}">
                    <a16:creationId xmlns:a16="http://schemas.microsoft.com/office/drawing/2014/main" id="{4853132D-B5B2-4621-9A14-A3CB30537249}"/>
                  </a:ext>
                </a:extLst>
              </p:cNvPr>
              <p:cNvGraphicFramePr>
                <a:graphicFrameLocks noGrp="1"/>
              </p:cNvGraphicFramePr>
              <p:nvPr>
                <p:ph sz="half" idx="2"/>
                <p:extLst>
                  <p:ext uri="{D42A27DB-BD31-4B8C-83A1-F6EECF244321}">
                    <p14:modId xmlns:p14="http://schemas.microsoft.com/office/powerpoint/2010/main" val="3414207616"/>
                  </p:ext>
                </p:extLst>
              </p:nvPr>
            </p:nvGraphicFramePr>
            <p:xfrm>
              <a:off x="7391400" y="2819400"/>
              <a:ext cx="3276600" cy="1554480"/>
            </p:xfrm>
            <a:graphic>
              <a:graphicData uri="http://schemas.openxmlformats.org/drawingml/2006/table">
                <a:tbl>
                  <a:tblPr firstRow="1" bandRow="1">
                    <a:tableStyleId>{21E4AEA4-8DFA-4A89-87EB-49C32662AFE0}</a:tableStyleId>
                  </a:tblPr>
                  <a:tblGrid>
                    <a:gridCol w="1092200">
                      <a:extLst>
                        <a:ext uri="{9D8B030D-6E8A-4147-A177-3AD203B41FA5}">
                          <a16:colId xmlns:a16="http://schemas.microsoft.com/office/drawing/2014/main" val="4171667629"/>
                        </a:ext>
                      </a:extLst>
                    </a:gridCol>
                    <a:gridCol w="1092200">
                      <a:extLst>
                        <a:ext uri="{9D8B030D-6E8A-4147-A177-3AD203B41FA5}">
                          <a16:colId xmlns:a16="http://schemas.microsoft.com/office/drawing/2014/main" val="523946260"/>
                        </a:ext>
                      </a:extLst>
                    </a:gridCol>
                    <a:gridCol w="1092200">
                      <a:extLst>
                        <a:ext uri="{9D8B030D-6E8A-4147-A177-3AD203B41FA5}">
                          <a16:colId xmlns:a16="http://schemas.microsoft.com/office/drawing/2014/main" val="1766665144"/>
                        </a:ext>
                      </a:extLst>
                    </a:gridCol>
                  </a:tblGrid>
                  <a:tr h="518160">
                    <a:tc>
                      <a:txBody>
                        <a:bodyPr/>
                        <a:lstStyle/>
                        <a:p>
                          <a:pPr algn="ctr"/>
                          <a:endParaRPr lang="vi-VN" sz="2800" dirty="0">
                            <a:solidFill>
                              <a:schemeClr val="bg1"/>
                            </a:solidFill>
                          </a:endParaRP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1"/>
                        </a:solidFill>
                      </a:tcPr>
                    </a:tc>
                    <a:tc>
                      <a:txBody>
                        <a:bodyPr/>
                        <a:lstStyle/>
                        <a:p>
                          <a:pPr algn="ctr"/>
                          <a:r>
                            <a:rPr lang="vi-VN" sz="2800" dirty="0"/>
                            <a:t>0</a:t>
                          </a:r>
                        </a:p>
                      </a:txBody>
                      <a:tcPr anchor="ctr">
                        <a:lnL w="12700" cmpd="sng">
                          <a:noFill/>
                        </a:lnL>
                      </a:tcPr>
                    </a:tc>
                    <a:tc>
                      <a:txBody>
                        <a:bodyPr/>
                        <a:lstStyle/>
                        <a:p>
                          <a:pPr algn="ctr"/>
                          <a:r>
                            <a:rPr lang="vi-VN" sz="2800" dirty="0"/>
                            <a:t>1</a:t>
                          </a:r>
                        </a:p>
                      </a:txBody>
                      <a:tcPr anchor="ctr"/>
                    </a:tc>
                    <a:extLst>
                      <a:ext uri="{0D108BD9-81ED-4DB2-BD59-A6C34878D82A}">
                        <a16:rowId xmlns:a16="http://schemas.microsoft.com/office/drawing/2014/main" val="3216580"/>
                      </a:ext>
                    </a:extLst>
                  </a:tr>
                  <a:tr h="518160">
                    <a:tc>
                      <a:txBody>
                        <a:bodyPr/>
                        <a:lstStyle/>
                        <a:p>
                          <a:pPr algn="ctr"/>
                          <a:r>
                            <a:rPr lang="vi-VN" sz="2800" b="1" dirty="0">
                              <a:solidFill>
                                <a:schemeClr val="bg1"/>
                              </a:solidFill>
                            </a:rPr>
                            <a:t>0</a:t>
                          </a:r>
                        </a:p>
                      </a:txBody>
                      <a:tcPr anchor="ctr">
                        <a:lnT w="38100" cmpd="sng">
                          <a:noFill/>
                        </a:lnT>
                        <a:solidFill>
                          <a:schemeClr val="accent2"/>
                        </a:solidFill>
                      </a:tcPr>
                    </a:tc>
                    <a:tc>
                      <a:txBody>
                        <a:bodyPr/>
                        <a:lstStyle/>
                        <a:p>
                          <a:endParaRPr lang="en-US"/>
                        </a:p>
                      </a:txBody>
                      <a:tcPr anchor="ctr">
                        <a:blipFill>
                          <a:blip r:embed="rId3"/>
                          <a:stretch>
                            <a:fillRect l="-100000" t="-110465" r="-102222" b="-130233"/>
                          </a:stretch>
                        </a:blipFill>
                      </a:tcPr>
                    </a:tc>
                    <a:tc>
                      <a:txBody>
                        <a:bodyPr/>
                        <a:lstStyle/>
                        <a:p>
                          <a:endParaRPr lang="en-US"/>
                        </a:p>
                      </a:txBody>
                      <a:tcPr anchor="ctr">
                        <a:blipFill>
                          <a:blip r:embed="rId3"/>
                          <a:stretch>
                            <a:fillRect l="-201117" t="-110465" r="-2793" b="-130233"/>
                          </a:stretch>
                        </a:blipFill>
                      </a:tcPr>
                    </a:tc>
                    <a:extLst>
                      <a:ext uri="{0D108BD9-81ED-4DB2-BD59-A6C34878D82A}">
                        <a16:rowId xmlns:a16="http://schemas.microsoft.com/office/drawing/2014/main" val="3641710761"/>
                      </a:ext>
                    </a:extLst>
                  </a:tr>
                  <a:tr h="518160">
                    <a:tc>
                      <a:txBody>
                        <a:bodyPr/>
                        <a:lstStyle/>
                        <a:p>
                          <a:pPr algn="ctr"/>
                          <a:r>
                            <a:rPr lang="vi-VN" sz="2800" b="1" dirty="0">
                              <a:solidFill>
                                <a:schemeClr val="bg1"/>
                              </a:solidFill>
                            </a:rPr>
                            <a:t>1</a:t>
                          </a:r>
                        </a:p>
                      </a:txBody>
                      <a:tcPr anchor="ctr">
                        <a:solidFill>
                          <a:schemeClr val="accent2"/>
                        </a:solidFill>
                      </a:tcPr>
                    </a:tc>
                    <a:tc>
                      <a:txBody>
                        <a:bodyPr/>
                        <a:lstStyle/>
                        <a:p>
                          <a:endParaRPr lang="en-US"/>
                        </a:p>
                      </a:txBody>
                      <a:tcPr anchor="ctr">
                        <a:blipFill>
                          <a:blip r:embed="rId3"/>
                          <a:stretch>
                            <a:fillRect l="-100000" t="-212941" r="-102222" b="-31765"/>
                          </a:stretch>
                        </a:blipFill>
                      </a:tcPr>
                    </a:tc>
                    <a:tc>
                      <a:txBody>
                        <a:bodyPr/>
                        <a:lstStyle/>
                        <a:p>
                          <a:endParaRPr lang="en-US"/>
                        </a:p>
                      </a:txBody>
                      <a:tcPr anchor="ctr">
                        <a:blipFill>
                          <a:blip r:embed="rId3"/>
                          <a:stretch>
                            <a:fillRect l="-201117" t="-212941" r="-2793" b="-31765"/>
                          </a:stretch>
                        </a:blipFill>
                      </a:tcPr>
                    </a:tc>
                    <a:extLst>
                      <a:ext uri="{0D108BD9-81ED-4DB2-BD59-A6C34878D82A}">
                        <a16:rowId xmlns:a16="http://schemas.microsoft.com/office/drawing/2014/main" val="2250376396"/>
                      </a:ext>
                    </a:extLst>
                  </a:tr>
                </a:tbl>
              </a:graphicData>
            </a:graphic>
          </p:graphicFrame>
        </mc:Fallback>
      </mc:AlternateContent>
    </p:spTree>
    <p:extLst>
      <p:ext uri="{BB962C8B-B14F-4D97-AF65-F5344CB8AC3E}">
        <p14:creationId xmlns:p14="http://schemas.microsoft.com/office/powerpoint/2010/main" val="4292819245"/>
      </p:ext>
    </p:extLst>
  </p:cSld>
  <p:clrMapOvr>
    <a:masterClrMapping/>
  </p:clrMapOvr>
  <p:transition/>
</p:sld>
</file>

<file path=ppt/slides/slide4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F87E84A-3B19-4FF8-969F-5C38D9EFB492}"/>
              </a:ext>
            </a:extLst>
          </p:cNvPr>
          <p:cNvSpPr>
            <a:spLocks noGrp="1"/>
          </p:cNvSpPr>
          <p:nvPr>
            <p:ph type="title"/>
          </p:nvPr>
        </p:nvSpPr>
        <p:spPr>
          <a:xfrm>
            <a:off x="838199" y="291090"/>
            <a:ext cx="10515599" cy="932688"/>
          </a:xfrm>
        </p:spPr>
        <p:txBody>
          <a:bodyPr vert="horz" lIns="91440" tIns="45720" rIns="91440" bIns="45720" rtlCol="0" anchor="b" wrap="square">
            <a:normAutofit/>
          </a:bodyPr>
          <a:lstStyle/>
          <a:p>
            <a:pPr eaLnBrk="1" hangingPunct="1">
              <a:lnSpc>
                <a:spcPct val="90000"/>
              </a:lnSpc>
              <a:defRPr sz="2800" b="1">
                <a:solidFill>
                  <a:srgbClr val="002060"/>
                </a:solidFill>
                <a:latin typeface="Calibri"/>
              </a:defRPr>
            </a:pPr>
            <a:r>
              <a:t>Kiểm tra kết quả: Hàm Mất Mát Log-Loss &amp; Câu Hỏi Thảo Luận</a:t>
            </a:r>
          </a:p>
        </p:txBody>
      </p:sp>
      <p:sp>
        <p:nvSpPr>
          <p:cNvPr id="2" name="Content Placeholder 1">
            <a:extLst>
              <a:ext uri="{FF2B5EF4-FFF2-40B4-BE49-F238E27FC236}">
                <a16:creationId xmlns:a16="http://schemas.microsoft.com/office/drawing/2014/main" id="{AD4540C1-FAA8-42E9-B0B2-2EFA782BCA41}"/>
              </a:ext>
            </a:extLst>
          </p:cNvPr>
          <p:cNvSpPr>
            <a:spLocks noGrp="1"/>
          </p:cNvSpPr>
          <p:nvPr>
            <p:ph idx="1"/>
          </p:nvPr>
        </p:nvSpPr>
        <p:spPr>
          <a:xfrm>
            <a:off x="612648" y="1371600"/>
            <a:ext cx="10972800" cy="4937760"/>
          </a:xfrm>
        </p:spPr>
        <p:txBody>
          <a:bodyPr wrap="square"/>
          <a:lstStyle/>
          <a:p>
            <a:pPr algn="just">
              <a:spcBef>
                <a:spcPts val="600"/>
              </a:spcBef>
              <a:spcAft>
                <a:spcPts val="400"/>
              </a:spcAft>
              <a:defRPr sz="1700" b="1">
                <a:solidFill>
                  <a:srgbClr val="003366"/>
                </a:solidFill>
                <a:latin typeface="Calibri"/>
              </a:defRPr>
            </a:pPr>
            <a:r>
              <a:t>1. Hàm mất mát Log-Loss (Binary Cross-Entropy):</a:t>
            </a:r>
          </a:p>
          <a:p>
            <a:pPr>
              <a:spcAft>
                <a:spcPts val="200"/>
              </a:spcAft>
              <a:defRPr sz="1300" b="0">
                <a:solidFill>
                  <a:srgbClr val="004696"/>
                </a:solidFill>
                <a:latin typeface="Consolas"/>
              </a:defRPr>
            </a:pPr>
            <a:r>
              <a:t>• L(y, p) = - [y * log(p) + (1 - y) * log(1 - p)]</a:t>
            </a:r>
          </a:p>
          <a:p>
            <a:pPr>
              <a:spcAft>
                <a:spcPts val="300"/>
              </a:spcAft>
              <a:defRPr sz="1500" b="1">
                <a:solidFill>
                  <a:srgbClr val="282828"/>
                </a:solidFill>
                <a:latin typeface="Calibri"/>
              </a:defRPr>
            </a:pPr>
            <a:r>
              <a:t>• Không sử dụng MSE vì làm hàm mất mát trở thành phi lồi (Non-convex), bị kẹt tại các cực tiểu địa phương.</a:t>
            </a:r>
          </a:p>
          <a:p>
            <a:pPr>
              <a:spcBef>
                <a:spcPts val="600"/>
              </a:spcBef>
              <a:spcAft>
                <a:spcPts val="400"/>
              </a:spcAft>
              <a:defRPr sz="1700" b="1">
                <a:solidFill>
                  <a:srgbClr val="003366"/>
                </a:solidFill>
                <a:latin typeface="Calibri"/>
              </a:defRPr>
            </a:pPr>
            <a:r>
              <a:t>2. Câu hỏi tư duy dành cho học viên:</a:t>
            </a:r>
          </a:p>
          <a:p>
            <a:pPr>
              <a:spcAft>
                <a:spcPts val="300"/>
              </a:spcAft>
              <a:defRPr sz="1500" b="0">
                <a:solidFill>
                  <a:srgbClr val="282828"/>
                </a:solidFill>
                <a:latin typeface="Calibri"/>
              </a:defRPr>
            </a:pPr>
            <a:r>
              <a:t>• Trong bài toán tiếp thị bán xe SUV, chi phí cho một ca False Negative (khách có tiền mua nhưng ta không quảng cáo) và False Positive (quảng cáo tốn chi phí cho người không mua) cái nào thiệt hại hơn? Ta nên chỉnh ngưỡng Threshold như thế nào?</a:t>
            </a:r>
          </a:p>
        </p:txBody>
      </p:sp>
    </p:spTree>
    <p:extLst>
      <p:ext uri="{BB962C8B-B14F-4D97-AF65-F5344CB8AC3E}">
        <p14:creationId xmlns:p14="http://schemas.microsoft.com/office/powerpoint/2010/main" val="2303035216"/>
      </p:ext>
    </p:extLst>
  </p:cSld>
  <p:clrMapOvr>
    <a:masterClrMapping/>
  </p:clrMapOvr>
  <p:transition/>
</p:sld>
</file>

<file path=ppt/slides/slide4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F87E84A-3B19-4FF8-969F-5C38D9EFB492}"/>
              </a:ext>
            </a:extLst>
          </p:cNvPr>
          <p:cNvSpPr>
            <a:spLocks noGrp="1"/>
          </p:cNvSpPr>
          <p:nvPr>
            <p:ph type="title"/>
          </p:nvPr>
        </p:nvSpPr>
        <p:spPr>
          <a:xfrm>
            <a:off x="838199" y="291090"/>
            <a:ext cx="10515599" cy="932688"/>
          </a:xfrm>
        </p:spPr>
        <p:txBody>
          <a:bodyPr vert="horz" lIns="91440" tIns="45720" rIns="91440" bIns="45720" rtlCol="0" anchor="b">
            <a:normAutofit/>
          </a:bodyPr>
          <a:lstStyle/>
          <a:p>
            <a:pPr eaLnBrk="1" hangingPunct="1">
              <a:lnSpc>
                <a:spcPct val="90000"/>
              </a:lnSpc>
            </a:pPr>
            <a:r>
              <a:rPr lang="en-US" sz="4800" kern="1200" dirty="0" err="1">
                <a:latin typeface="+mj-lt"/>
                <a:ea typeface="+mj-ea"/>
                <a:cs typeface="+mj-cs"/>
              </a:rPr>
              <a:t>Kiểm</a:t>
            </a:r>
            <a:r>
              <a:rPr lang="en-US" sz="4800" kern="1200" dirty="0">
                <a:latin typeface="+mj-lt"/>
                <a:ea typeface="+mj-ea"/>
                <a:cs typeface="+mj-cs"/>
              </a:rPr>
              <a:t> </a:t>
            </a:r>
            <a:r>
              <a:rPr lang="en-US" sz="4800" kern="1200" dirty="0" err="1">
                <a:latin typeface="+mj-lt"/>
                <a:ea typeface="+mj-ea"/>
                <a:cs typeface="+mj-cs"/>
              </a:rPr>
              <a:t>tra</a:t>
            </a:r>
            <a:r>
              <a:rPr lang="en-US" sz="4800" kern="1200" dirty="0">
                <a:latin typeface="+mj-lt"/>
                <a:ea typeface="+mj-ea"/>
                <a:cs typeface="+mj-cs"/>
              </a:rPr>
              <a:t> </a:t>
            </a:r>
            <a:r>
              <a:rPr lang="en-US" sz="4800" kern="1200" dirty="0" err="1">
                <a:latin typeface="+mj-lt"/>
                <a:ea typeface="+mj-ea"/>
                <a:cs typeface="+mj-cs"/>
              </a:rPr>
              <a:t>kết</a:t>
            </a:r>
            <a:r>
              <a:rPr lang="en-US" sz="4800" kern="1200" dirty="0">
                <a:latin typeface="+mj-lt"/>
                <a:ea typeface="+mj-ea"/>
                <a:cs typeface="+mj-cs"/>
              </a:rPr>
              <a:t> </a:t>
            </a:r>
            <a:r>
              <a:rPr lang="en-US" sz="4800" kern="1200" dirty="0" err="1">
                <a:latin typeface="+mj-lt"/>
                <a:ea typeface="+mj-ea"/>
                <a:cs typeface="+mj-cs"/>
              </a:rPr>
              <a:t>quả</a:t>
            </a:r>
            <a:r>
              <a:rPr lang="en-US" sz="4800" kern="1200" dirty="0">
                <a:latin typeface="+mj-lt"/>
                <a:ea typeface="+mj-ea"/>
                <a:cs typeface="+mj-cs"/>
              </a:rPr>
              <a:t> </a:t>
            </a:r>
            <a:r>
              <a:rPr lang="en-US" sz="4800" kern="1200" dirty="0" err="1">
                <a:latin typeface="+mj-lt"/>
                <a:ea typeface="+mj-ea"/>
                <a:cs typeface="+mj-cs"/>
              </a:rPr>
              <a:t>trên</a:t>
            </a:r>
            <a:r>
              <a:rPr lang="en-US" sz="4800" kern="1200" dirty="0">
                <a:latin typeface="+mj-lt"/>
                <a:ea typeface="+mj-ea"/>
                <a:cs typeface="+mj-cs"/>
              </a:rPr>
              <a:t> </a:t>
            </a:r>
            <a:r>
              <a:rPr lang="en-US" sz="4800" kern="1200" dirty="0" err="1">
                <a:latin typeface="+mj-lt"/>
                <a:ea typeface="+mj-ea"/>
                <a:cs typeface="+mj-cs"/>
              </a:rPr>
              <a:t>tập</a:t>
            </a:r>
            <a:r>
              <a:rPr lang="en-US" sz="4800" kern="1200" dirty="0">
                <a:latin typeface="+mj-lt"/>
                <a:ea typeface="+mj-ea"/>
                <a:cs typeface="+mj-cs"/>
              </a:rPr>
              <a:t> test</a:t>
            </a:r>
          </a:p>
        </p:txBody>
      </p:sp>
      <mc:AlternateContent xmlns:mc="http://schemas.openxmlformats.org/markup-compatibility/2006" xmlns:a14="http://schemas.microsoft.com/office/drawing/2010/main">
        <mc:Choice Requires="a14">
          <p:sp>
            <p:nvSpPr>
              <p:cNvPr id="2" name="Content Placeholder 1">
                <a:extLst>
                  <a:ext uri="{FF2B5EF4-FFF2-40B4-BE49-F238E27FC236}">
                    <a16:creationId xmlns:a16="http://schemas.microsoft.com/office/drawing/2014/main" id="{AD4540C1-FAA8-42E9-B0B2-2EFA782BCA41}"/>
                  </a:ext>
                </a:extLst>
              </p:cNvPr>
              <p:cNvSpPr>
                <a:spLocks noGrp="1"/>
              </p:cNvSpPr>
              <p:nvPr>
                <p:ph idx="1"/>
              </p:nvPr>
            </p:nvSpPr>
            <p:spPr/>
            <p:txBody>
              <a:bodyPr/>
              <a:lstStyle/>
              <a:p>
                <a:pPr algn="just"/>
                <a:r>
                  <a:rPr lang="vi-VN" sz="2800" dirty="0" err="1">
                    <a:solidFill>
                      <a:srgbClr val="0066FF"/>
                    </a:solidFill>
                  </a:rPr>
                  <a:t>Gọi</a:t>
                </a:r>
                <a:r>
                  <a:rPr lang="vi-VN" sz="2800" dirty="0">
                    <a:solidFill>
                      <a:srgbClr val="0066FF"/>
                    </a:solidFill>
                  </a:rPr>
                  <a:t> </a:t>
                </a:r>
                <a:r>
                  <a:rPr lang="vi-VN" sz="2800" dirty="0" err="1">
                    <a:solidFill>
                      <a:srgbClr val="0066FF"/>
                    </a:solidFill>
                  </a:rPr>
                  <a:t>thực</a:t>
                </a:r>
                <a:r>
                  <a:rPr lang="vi-VN" sz="2800" dirty="0">
                    <a:solidFill>
                      <a:srgbClr val="0066FF"/>
                    </a:solidFill>
                  </a:rPr>
                  <a:t> </a:t>
                </a:r>
                <a:r>
                  <a:rPr lang="vi-VN" sz="2800" dirty="0" err="1">
                    <a:solidFill>
                      <a:srgbClr val="0066FF"/>
                    </a:solidFill>
                  </a:rPr>
                  <a:t>hiện</a:t>
                </a:r>
                <a:r>
                  <a:rPr lang="vi-VN" sz="2800" dirty="0">
                    <a:solidFill>
                      <a:srgbClr val="0066FF"/>
                    </a:solidFill>
                  </a:rPr>
                  <a:t> </a:t>
                </a:r>
                <a:r>
                  <a:rPr lang="vi-VN" sz="2800" dirty="0" err="1">
                    <a:solidFill>
                      <a:srgbClr val="0066FF"/>
                    </a:solidFill>
                  </a:rPr>
                  <a:t>hàm</a:t>
                </a:r>
                <a:r>
                  <a:rPr lang="vi-VN" sz="2800" dirty="0">
                    <a:solidFill>
                      <a:srgbClr val="0066FF"/>
                    </a:solidFill>
                  </a:rPr>
                  <a:t> so </a:t>
                </a:r>
                <a:r>
                  <a:rPr lang="vi-VN" sz="2800" dirty="0" err="1">
                    <a:solidFill>
                      <a:srgbClr val="0066FF"/>
                    </a:solidFill>
                  </a:rPr>
                  <a:t>sánh</a:t>
                </a:r>
                <a:r>
                  <a:rPr lang="vi-VN" sz="2800" dirty="0">
                    <a:solidFill>
                      <a:srgbClr val="0066FF"/>
                    </a:solidFill>
                  </a:rPr>
                  <a:t> trên </a:t>
                </a:r>
                <a14:m>
                  <m:oMath xmlns:m="http://schemas.openxmlformats.org/officeDocument/2006/math">
                    <m:r>
                      <a:rPr lang="vi-VN" sz="2800" i="1" dirty="0" smtClean="0">
                        <a:solidFill>
                          <a:srgbClr val="0066FF"/>
                        </a:solidFill>
                        <a:latin typeface="Cambria Math" panose="02040503050406030204" pitchFamily="18" charset="0"/>
                      </a:rPr>
                      <m:t>5</m:t>
                    </m:r>
                  </m:oMath>
                </a14:m>
                <a:r>
                  <a:rPr lang="vi-VN" sz="2800" dirty="0">
                    <a:solidFill>
                      <a:srgbClr val="0066FF"/>
                    </a:solidFill>
                  </a:rPr>
                  <a:t> </a:t>
                </a:r>
                <a:r>
                  <a:rPr lang="vi-VN" sz="2800" dirty="0" err="1">
                    <a:solidFill>
                      <a:srgbClr val="0066FF"/>
                    </a:solidFill>
                  </a:rPr>
                  <a:t>điểm</a:t>
                </a:r>
                <a:r>
                  <a:rPr lang="vi-VN" sz="2800" dirty="0">
                    <a:solidFill>
                      <a:srgbClr val="0066FF"/>
                    </a:solidFill>
                  </a:rPr>
                  <a:t> </a:t>
                </a:r>
                <a:r>
                  <a:rPr lang="vi-VN" sz="2800" dirty="0" err="1">
                    <a:solidFill>
                      <a:srgbClr val="0066FF"/>
                    </a:solidFill>
                  </a:rPr>
                  <a:t>dữ</a:t>
                </a:r>
                <a:r>
                  <a:rPr lang="vi-VN" sz="2800" dirty="0">
                    <a:solidFill>
                      <a:srgbClr val="0066FF"/>
                    </a:solidFill>
                  </a:rPr>
                  <a:t> </a:t>
                </a:r>
                <a:r>
                  <a:rPr lang="vi-VN" sz="2800" dirty="0" err="1">
                    <a:solidFill>
                      <a:srgbClr val="0066FF"/>
                    </a:solidFill>
                  </a:rPr>
                  <a:t>liệu</a:t>
                </a:r>
                <a:r>
                  <a:rPr lang="vi-VN" sz="2800" dirty="0">
                    <a:solidFill>
                      <a:srgbClr val="0066FF"/>
                    </a:solidFill>
                  </a:rPr>
                  <a:t>, </a:t>
                </a:r>
                <a:r>
                  <a:rPr lang="vi-VN" sz="2800" dirty="0" err="1">
                    <a:solidFill>
                      <a:srgbClr val="0066FF"/>
                    </a:solidFill>
                  </a:rPr>
                  <a:t>có</a:t>
                </a:r>
                <a:r>
                  <a:rPr lang="vi-VN" sz="2800" dirty="0">
                    <a:solidFill>
                      <a:srgbClr val="0066FF"/>
                    </a:solidFill>
                  </a:rPr>
                  <a:t> </a:t>
                </a:r>
                <a:r>
                  <a:rPr lang="vi-VN" sz="2800" dirty="0" err="1">
                    <a:solidFill>
                      <a:srgbClr val="0066FF"/>
                    </a:solidFill>
                  </a:rPr>
                  <a:t>chỉ</a:t>
                </a:r>
                <a:r>
                  <a:rPr lang="vi-VN" sz="2800" dirty="0">
                    <a:solidFill>
                      <a:srgbClr val="0066FF"/>
                    </a:solidFill>
                  </a:rPr>
                  <a:t> </a:t>
                </a:r>
                <a:r>
                  <a:rPr lang="vi-VN" sz="2800" dirty="0" err="1">
                    <a:solidFill>
                      <a:srgbClr val="0066FF"/>
                    </a:solidFill>
                  </a:rPr>
                  <a:t>mục</a:t>
                </a:r>
                <a:r>
                  <a:rPr lang="vi-VN" sz="2800" dirty="0">
                    <a:solidFill>
                      <a:srgbClr val="0066FF"/>
                    </a:solidFill>
                  </a:rPr>
                  <a:t> </a:t>
                </a:r>
                <a:r>
                  <a:rPr lang="vi-VN" sz="2800" dirty="0" err="1">
                    <a:solidFill>
                      <a:srgbClr val="0066FF"/>
                    </a:solidFill>
                  </a:rPr>
                  <a:t>từ</a:t>
                </a:r>
                <a:r>
                  <a:rPr lang="vi-VN" sz="2800" dirty="0">
                    <a:solidFill>
                      <a:srgbClr val="0066FF"/>
                    </a:solidFill>
                  </a:rPr>
                  <a:t> </a:t>
                </a:r>
                <a:r>
                  <a:rPr lang="vi-VN" sz="2800" dirty="0" err="1">
                    <a:solidFill>
                      <a:srgbClr val="0066FF"/>
                    </a:solidFill>
                  </a:rPr>
                  <a:t>thứ</a:t>
                </a:r>
                <a:r>
                  <a:rPr lang="vi-VN" sz="2800" dirty="0">
                    <a:solidFill>
                      <a:srgbClr val="0066FF"/>
                    </a:solidFill>
                  </a:rPr>
                  <a:t> </a:t>
                </a:r>
                <a14:m>
                  <m:oMath xmlns:m="http://schemas.openxmlformats.org/officeDocument/2006/math">
                    <m:r>
                      <a:rPr lang="vi-VN" sz="2800" i="1" dirty="0" smtClean="0">
                        <a:solidFill>
                          <a:srgbClr val="0066FF"/>
                        </a:solidFill>
                        <a:latin typeface="Cambria Math" panose="02040503050406030204" pitchFamily="18" charset="0"/>
                      </a:rPr>
                      <m:t>7</m:t>
                    </m:r>
                  </m:oMath>
                </a14:m>
                <a:r>
                  <a:rPr lang="vi-VN" sz="2800" dirty="0">
                    <a:solidFill>
                      <a:srgbClr val="0066FF"/>
                    </a:solidFill>
                  </a:rPr>
                  <a:t> </a:t>
                </a:r>
                <a:r>
                  <a:rPr lang="vi-VN" sz="2800" dirty="0" err="1">
                    <a:solidFill>
                      <a:srgbClr val="0066FF"/>
                    </a:solidFill>
                  </a:rPr>
                  <a:t>đến</a:t>
                </a:r>
                <a:r>
                  <a:rPr lang="vi-VN" sz="2800" dirty="0">
                    <a:solidFill>
                      <a:srgbClr val="0066FF"/>
                    </a:solidFill>
                  </a:rPr>
                  <a:t> </a:t>
                </a:r>
                <a14:m>
                  <m:oMath xmlns:m="http://schemas.openxmlformats.org/officeDocument/2006/math">
                    <m:r>
                      <a:rPr lang="vi-VN" sz="2800" i="1" dirty="0" smtClean="0">
                        <a:solidFill>
                          <a:srgbClr val="0066FF"/>
                        </a:solidFill>
                        <a:latin typeface="Cambria Math" panose="02040503050406030204" pitchFamily="18" charset="0"/>
                      </a:rPr>
                      <m:t>11</m:t>
                    </m:r>
                  </m:oMath>
                </a14:m>
                <a:r>
                  <a:rPr lang="vi-VN" sz="2800" dirty="0">
                    <a:solidFill>
                      <a:srgbClr val="0066FF"/>
                    </a:solidFill>
                  </a:rPr>
                  <a:t> trong </a:t>
                </a:r>
                <a:r>
                  <a:rPr lang="vi-VN" sz="2800" dirty="0" err="1">
                    <a:solidFill>
                      <a:srgbClr val="0066FF"/>
                    </a:solidFill>
                  </a:rPr>
                  <a:t>tập</a:t>
                </a:r>
                <a:r>
                  <a:rPr lang="vi-VN" sz="2800" dirty="0">
                    <a:solidFill>
                      <a:srgbClr val="0066FF"/>
                    </a:solidFill>
                  </a:rPr>
                  <a:t> </a:t>
                </a:r>
                <a:r>
                  <a:rPr lang="vi-VN" sz="2800" dirty="0" err="1">
                    <a:solidFill>
                      <a:srgbClr val="0066FF"/>
                    </a:solidFill>
                  </a:rPr>
                  <a:t>kiểm</a:t>
                </a:r>
                <a:r>
                  <a:rPr lang="vi-VN" sz="2800" dirty="0">
                    <a:solidFill>
                      <a:srgbClr val="0066FF"/>
                    </a:solidFill>
                  </a:rPr>
                  <a:t> </a:t>
                </a:r>
                <a:r>
                  <a:rPr lang="vi-VN" sz="2800" dirty="0" err="1">
                    <a:solidFill>
                      <a:srgbClr val="0066FF"/>
                    </a:solidFill>
                  </a:rPr>
                  <a:t>thử</a:t>
                </a:r>
                <a:r>
                  <a:rPr lang="vi-VN" sz="2800" dirty="0">
                    <a:solidFill>
                      <a:srgbClr val="0066FF"/>
                    </a:solidFill>
                  </a:rPr>
                  <a:t>.</a:t>
                </a:r>
              </a:p>
              <a:p>
                <a:pPr algn="just"/>
                <a:endParaRPr lang="vi-VN" sz="2800" dirty="0">
                  <a:solidFill>
                    <a:srgbClr val="0066FF"/>
                  </a:solidFill>
                </a:endParaRPr>
              </a:p>
              <a:p>
                <a:endParaRPr lang="vi-VN" sz="2800" dirty="0">
                  <a:solidFill>
                    <a:srgbClr val="000000"/>
                  </a:solidFill>
                  <a:latin typeface="Consolas" panose="020B0609020204030204" pitchFamily="49" charset="0"/>
                </a:endParaRPr>
              </a:p>
              <a:p>
                <a:pPr marL="514350" indent="-514350">
                  <a:buFont typeface="+mj-lt"/>
                  <a:buAutoNum type="arabicPeriod" startAt="51"/>
                </a:pPr>
                <a:r>
                  <a:rPr lang="en-US" dirty="0">
                    <a:solidFill>
                      <a:srgbClr val="AF00DB"/>
                    </a:solidFill>
                    <a:latin typeface="Consolas" panose="020B0609020204030204" pitchFamily="49" charset="0"/>
                  </a:rPr>
                  <a:t>for</a:t>
                </a:r>
                <a:r>
                  <a:rPr lang="en-US" dirty="0">
                    <a:solidFill>
                      <a:srgbClr val="000000"/>
                    </a:solidFill>
                    <a:latin typeface="Consolas" panose="020B0609020204030204" pitchFamily="49" charset="0"/>
                  </a:rPr>
                  <a:t> </a:t>
                </a:r>
                <a:r>
                  <a:rPr lang="en-US" dirty="0" err="1">
                    <a:solidFill>
                      <a:srgbClr val="000000"/>
                    </a:solidFill>
                    <a:latin typeface="Consolas" panose="020B0609020204030204" pitchFamily="49" charset="0"/>
                  </a:rPr>
                  <a:t>i</a:t>
                </a:r>
                <a:r>
                  <a:rPr lang="en-US" dirty="0">
                    <a:solidFill>
                      <a:srgbClr val="000000"/>
                    </a:solidFill>
                    <a:latin typeface="Consolas" panose="020B0609020204030204" pitchFamily="49" charset="0"/>
                  </a:rPr>
                  <a:t> </a:t>
                </a:r>
                <a:r>
                  <a:rPr lang="en-US" dirty="0">
                    <a:solidFill>
                      <a:srgbClr val="0000FF"/>
                    </a:solidFill>
                    <a:latin typeface="Consolas" panose="020B0609020204030204" pitchFamily="49" charset="0"/>
                  </a:rPr>
                  <a:t>in</a:t>
                </a:r>
                <a:r>
                  <a:rPr lang="en-US" dirty="0">
                    <a:solidFill>
                      <a:srgbClr val="000000"/>
                    </a:solidFill>
                    <a:latin typeface="Consolas" panose="020B0609020204030204" pitchFamily="49" charset="0"/>
                  </a:rPr>
                  <a:t> </a:t>
                </a:r>
                <a:r>
                  <a:rPr lang="en-US" dirty="0">
                    <a:solidFill>
                      <a:srgbClr val="795E26"/>
                    </a:solidFill>
                    <a:latin typeface="Consolas" panose="020B0609020204030204" pitchFamily="49" charset="0"/>
                  </a:rPr>
                  <a:t>range</a:t>
                </a:r>
                <a:r>
                  <a:rPr lang="en-US" dirty="0">
                    <a:solidFill>
                      <a:srgbClr val="000000"/>
                    </a:solidFill>
                    <a:latin typeface="Consolas" panose="020B0609020204030204" pitchFamily="49" charset="0"/>
                  </a:rPr>
                  <a:t>(</a:t>
                </a:r>
                <a:r>
                  <a:rPr lang="en-US" dirty="0">
                    <a:solidFill>
                      <a:srgbClr val="09885A"/>
                    </a:solidFill>
                    <a:latin typeface="Consolas" panose="020B0609020204030204" pitchFamily="49" charset="0"/>
                  </a:rPr>
                  <a:t>7</a:t>
                </a:r>
                <a:r>
                  <a:rPr lang="en-US" dirty="0">
                    <a:solidFill>
                      <a:srgbClr val="000000"/>
                    </a:solidFill>
                    <a:latin typeface="Consolas" panose="020B0609020204030204" pitchFamily="49" charset="0"/>
                  </a:rPr>
                  <a:t>, </a:t>
                </a:r>
                <a:r>
                  <a:rPr lang="en-US" dirty="0">
                    <a:solidFill>
                      <a:srgbClr val="09885A"/>
                    </a:solidFill>
                    <a:latin typeface="Consolas" panose="020B0609020204030204" pitchFamily="49" charset="0"/>
                  </a:rPr>
                  <a:t>12</a:t>
                </a:r>
                <a:r>
                  <a:rPr lang="en-US" dirty="0">
                    <a:solidFill>
                      <a:srgbClr val="000000"/>
                    </a:solidFill>
                    <a:latin typeface="Consolas" panose="020B0609020204030204" pitchFamily="49" charset="0"/>
                  </a:rPr>
                  <a:t>):</a:t>
                </a:r>
              </a:p>
              <a:p>
                <a:pPr marL="514350" indent="-514350">
                  <a:buFont typeface="+mj-lt"/>
                  <a:buAutoNum type="arabicPeriod" startAt="51"/>
                </a:pPr>
                <a:r>
                  <a:rPr lang="vi-VN" dirty="0">
                    <a:solidFill>
                      <a:srgbClr val="000000"/>
                    </a:solidFill>
                    <a:latin typeface="Consolas" panose="020B0609020204030204" pitchFamily="49" charset="0"/>
                  </a:rPr>
                  <a:t>    </a:t>
                </a:r>
                <a:r>
                  <a:rPr lang="vi-VN" dirty="0" err="1">
                    <a:solidFill>
                      <a:srgbClr val="000000"/>
                    </a:solidFill>
                    <a:latin typeface="Consolas" panose="020B0609020204030204" pitchFamily="49" charset="0"/>
                  </a:rPr>
                  <a:t>compare</a:t>
                </a:r>
                <a:r>
                  <a:rPr lang="vi-VN" dirty="0">
                    <a:solidFill>
                      <a:srgbClr val="000000"/>
                    </a:solidFill>
                    <a:latin typeface="Consolas" panose="020B0609020204030204" pitchFamily="49" charset="0"/>
                  </a:rPr>
                  <a:t>(i)</a:t>
                </a:r>
              </a:p>
            </p:txBody>
          </p:sp>
        </mc:Choice>
        <mc:Fallback xmlns="">
          <p:sp>
            <p:nvSpPr>
              <p:cNvPr id="2" name="Content Placeholder 1">
                <a:extLst>
                  <a:ext uri="{FF2B5EF4-FFF2-40B4-BE49-F238E27FC236}">
                    <a16:creationId xmlns:a16="http://schemas.microsoft.com/office/drawing/2014/main" id="{AD4540C1-FAA8-42E9-B0B2-2EFA782BCA41}"/>
                  </a:ext>
                </a:extLst>
              </p:cNvPr>
              <p:cNvSpPr>
                <a:spLocks noGrp="1" noRot="1" noChangeAspect="1" noMove="1" noResize="1" noEditPoints="1" noAdjustHandles="1" noChangeArrowheads="1" noChangeShapeType="1" noTextEdit="1"/>
              </p:cNvSpPr>
              <p:nvPr>
                <p:ph idx="1"/>
              </p:nvPr>
            </p:nvSpPr>
            <p:spPr>
              <a:blipFill>
                <a:blip r:embed="rId2"/>
                <a:stretch>
                  <a:fillRect l="-1000" t="-1482" r="-1111"/>
                </a:stretch>
              </a:blipFill>
            </p:spPr>
            <p:txBody>
              <a:bodyPr/>
              <a:lstStyle/>
              <a:p>
                <a:r>
                  <a:rPr lang="vi-VN">
                    <a:noFill/>
                  </a:rPr>
                  <a:t> </a:t>
                </a:r>
              </a:p>
            </p:txBody>
          </p:sp>
        </mc:Fallback>
      </mc:AlternateContent>
    </p:spTree>
    <p:extLst>
      <p:ext uri="{BB962C8B-B14F-4D97-AF65-F5344CB8AC3E}">
        <p14:creationId xmlns:p14="http://schemas.microsoft.com/office/powerpoint/2010/main" val="2980591225"/>
      </p:ext>
    </p:extLst>
  </p:cSld>
  <p:clrMapOvr>
    <a:masterClrMapping/>
  </p:clrMapOvr>
  <p:transition/>
</p:sld>
</file>

<file path=ppt/slides/slide4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F87E84A-3B19-4FF8-969F-5C38D9EFB492}"/>
              </a:ext>
            </a:extLst>
          </p:cNvPr>
          <p:cNvSpPr>
            <a:spLocks noGrp="1"/>
          </p:cNvSpPr>
          <p:nvPr>
            <p:ph type="title"/>
          </p:nvPr>
        </p:nvSpPr>
        <p:spPr>
          <a:xfrm>
            <a:off x="838199" y="291090"/>
            <a:ext cx="10515599" cy="932688"/>
          </a:xfrm>
        </p:spPr>
        <p:txBody>
          <a:bodyPr vert="horz" lIns="91440" tIns="45720" rIns="91440" bIns="45720" rtlCol="0" anchor="b">
            <a:normAutofit/>
          </a:bodyPr>
          <a:lstStyle/>
          <a:p>
            <a:pPr eaLnBrk="1" hangingPunct="1">
              <a:lnSpc>
                <a:spcPct val="90000"/>
              </a:lnSpc>
            </a:pPr>
            <a:r>
              <a:rPr lang="en-US" sz="4800" kern="1200" dirty="0" err="1">
                <a:latin typeface="+mj-lt"/>
                <a:ea typeface="+mj-ea"/>
                <a:cs typeface="+mj-cs"/>
              </a:rPr>
              <a:t>Kiểm</a:t>
            </a:r>
            <a:r>
              <a:rPr lang="en-US" sz="4800" kern="1200" dirty="0">
                <a:latin typeface="+mj-lt"/>
                <a:ea typeface="+mj-ea"/>
                <a:cs typeface="+mj-cs"/>
              </a:rPr>
              <a:t> </a:t>
            </a:r>
            <a:r>
              <a:rPr lang="en-US" sz="4800" kern="1200" dirty="0" err="1">
                <a:latin typeface="+mj-lt"/>
                <a:ea typeface="+mj-ea"/>
                <a:cs typeface="+mj-cs"/>
              </a:rPr>
              <a:t>tra</a:t>
            </a:r>
            <a:r>
              <a:rPr lang="en-US" sz="4800" kern="1200" dirty="0">
                <a:latin typeface="+mj-lt"/>
                <a:ea typeface="+mj-ea"/>
                <a:cs typeface="+mj-cs"/>
              </a:rPr>
              <a:t> </a:t>
            </a:r>
            <a:r>
              <a:rPr lang="en-US" sz="4800" kern="1200" dirty="0" err="1">
                <a:latin typeface="+mj-lt"/>
                <a:ea typeface="+mj-ea"/>
                <a:cs typeface="+mj-cs"/>
              </a:rPr>
              <a:t>kết</a:t>
            </a:r>
            <a:r>
              <a:rPr lang="en-US" sz="4800" kern="1200" dirty="0">
                <a:latin typeface="+mj-lt"/>
                <a:ea typeface="+mj-ea"/>
                <a:cs typeface="+mj-cs"/>
              </a:rPr>
              <a:t> </a:t>
            </a:r>
            <a:r>
              <a:rPr lang="en-US" sz="4800" kern="1200" dirty="0" err="1">
                <a:latin typeface="+mj-lt"/>
                <a:ea typeface="+mj-ea"/>
                <a:cs typeface="+mj-cs"/>
              </a:rPr>
              <a:t>quả</a:t>
            </a:r>
            <a:r>
              <a:rPr lang="en-US" sz="4800" kern="1200" dirty="0">
                <a:latin typeface="+mj-lt"/>
                <a:ea typeface="+mj-ea"/>
                <a:cs typeface="+mj-cs"/>
              </a:rPr>
              <a:t> </a:t>
            </a:r>
            <a:r>
              <a:rPr lang="en-US" sz="4800" kern="1200" dirty="0" err="1">
                <a:latin typeface="+mj-lt"/>
                <a:ea typeface="+mj-ea"/>
                <a:cs typeface="+mj-cs"/>
              </a:rPr>
              <a:t>trên</a:t>
            </a:r>
            <a:r>
              <a:rPr lang="en-US" sz="4800" kern="1200" dirty="0">
                <a:latin typeface="+mj-lt"/>
                <a:ea typeface="+mj-ea"/>
                <a:cs typeface="+mj-cs"/>
              </a:rPr>
              <a:t> </a:t>
            </a:r>
            <a:r>
              <a:rPr lang="en-US" sz="4800" kern="1200" dirty="0" err="1">
                <a:latin typeface="+mj-lt"/>
                <a:ea typeface="+mj-ea"/>
                <a:cs typeface="+mj-cs"/>
              </a:rPr>
              <a:t>tập</a:t>
            </a:r>
            <a:r>
              <a:rPr lang="en-US" sz="4800" kern="1200" dirty="0">
                <a:latin typeface="+mj-lt"/>
                <a:ea typeface="+mj-ea"/>
                <a:cs typeface="+mj-cs"/>
              </a:rPr>
              <a:t> test</a:t>
            </a:r>
          </a:p>
        </p:txBody>
      </p:sp>
      <mc:AlternateContent xmlns:mc="http://schemas.openxmlformats.org/markup-compatibility/2006" xmlns:a14="http://schemas.microsoft.com/office/drawing/2010/main">
        <mc:Choice Requires="a14">
          <p:graphicFrame>
            <p:nvGraphicFramePr>
              <p:cNvPr id="5" name="Content Placeholder 3">
                <a:extLst>
                  <a:ext uri="{FF2B5EF4-FFF2-40B4-BE49-F238E27FC236}">
                    <a16:creationId xmlns:a16="http://schemas.microsoft.com/office/drawing/2014/main" id="{ECC9B8FD-DF83-49A2-98AF-3CB75CF1DBE8}"/>
                  </a:ext>
                </a:extLst>
              </p:cNvPr>
              <p:cNvGraphicFramePr>
                <a:graphicFrameLocks noGrp="1"/>
              </p:cNvGraphicFramePr>
              <p:nvPr>
                <p:ph idx="1"/>
                <p:extLst>
                  <p:ext uri="{D42A27DB-BD31-4B8C-83A1-F6EECF244321}">
                    <p14:modId xmlns:p14="http://schemas.microsoft.com/office/powerpoint/2010/main" val="3239477727"/>
                  </p:ext>
                </p:extLst>
              </p:nvPr>
            </p:nvGraphicFramePr>
            <p:xfrm>
              <a:off x="1676398" y="1661160"/>
              <a:ext cx="8839200" cy="3535680"/>
            </p:xfrm>
            <a:graphic>
              <a:graphicData uri="http://schemas.openxmlformats.org/drawingml/2006/table">
                <a:tbl>
                  <a:tblPr firstRow="1" bandRow="1">
                    <a:tableStyleId>{21E4AEA4-8DFA-4A89-87EB-49C32662AFE0}</a:tableStyleId>
                  </a:tblPr>
                  <a:tblGrid>
                    <a:gridCol w="1645920">
                      <a:extLst>
                        <a:ext uri="{9D8B030D-6E8A-4147-A177-3AD203B41FA5}">
                          <a16:colId xmlns:a16="http://schemas.microsoft.com/office/drawing/2014/main" val="3600337692"/>
                        </a:ext>
                      </a:extLst>
                    </a:gridCol>
                    <a:gridCol w="2164080">
                      <a:extLst>
                        <a:ext uri="{9D8B030D-6E8A-4147-A177-3AD203B41FA5}">
                          <a16:colId xmlns:a16="http://schemas.microsoft.com/office/drawing/2014/main" val="3658340494"/>
                        </a:ext>
                      </a:extLst>
                    </a:gridCol>
                    <a:gridCol w="2133600">
                      <a:extLst>
                        <a:ext uri="{9D8B030D-6E8A-4147-A177-3AD203B41FA5}">
                          <a16:colId xmlns:a16="http://schemas.microsoft.com/office/drawing/2014/main" val="1278605173"/>
                        </a:ext>
                      </a:extLst>
                    </a:gridCol>
                    <a:gridCol w="2895600">
                      <a:extLst>
                        <a:ext uri="{9D8B030D-6E8A-4147-A177-3AD203B41FA5}">
                          <a16:colId xmlns:a16="http://schemas.microsoft.com/office/drawing/2014/main" val="4220248793"/>
                        </a:ext>
                      </a:extLst>
                    </a:gridCol>
                  </a:tblGrid>
                  <a:tr h="370840">
                    <a:tc>
                      <a:txBody>
                        <a:bodyPr/>
                        <a:lstStyle/>
                        <a:p>
                          <a:pPr algn="ctr"/>
                          <a:r>
                            <a:rPr lang="vi-VN" sz="2800" dirty="0" err="1"/>
                            <a:t>Age</a:t>
                          </a:r>
                          <a:endParaRPr lang="vi-VN" sz="2800" dirty="0"/>
                        </a:p>
                      </a:txBody>
                      <a:tcPr anchor="ctr"/>
                    </a:tc>
                    <a:tc>
                      <a:txBody>
                        <a:bodyPr/>
                        <a:lstStyle/>
                        <a:p>
                          <a:pPr algn="ctr"/>
                          <a:r>
                            <a:rPr lang="vi-VN" sz="2800" dirty="0" err="1"/>
                            <a:t>Estimated</a:t>
                          </a:r>
                          <a:r>
                            <a:rPr lang="vi-VN" sz="2800" dirty="0"/>
                            <a:t> </a:t>
                          </a:r>
                          <a:r>
                            <a:rPr lang="vi-VN" sz="2800" dirty="0" err="1"/>
                            <a:t>Salary</a:t>
                          </a:r>
                          <a:endParaRPr lang="vi-VN" sz="2800" dirty="0"/>
                        </a:p>
                      </a:txBody>
                      <a:tcPr anchor="ctr"/>
                    </a:tc>
                    <a:tc>
                      <a:txBody>
                        <a:bodyPr/>
                        <a:lstStyle/>
                        <a:p>
                          <a:pPr algn="ctr"/>
                          <a:r>
                            <a:rPr lang="vi-VN" sz="2800" dirty="0" err="1">
                              <a:solidFill>
                                <a:schemeClr val="tx1"/>
                              </a:solidFill>
                            </a:rPr>
                            <a:t>Purchased</a:t>
                          </a:r>
                          <a:endParaRPr lang="vi-VN" sz="2800" dirty="0">
                            <a:solidFill>
                              <a:schemeClr val="tx1"/>
                            </a:solidFill>
                          </a:endParaRPr>
                        </a:p>
                      </a:txBody>
                      <a:tcPr anchor="ctr">
                        <a:solidFill>
                          <a:srgbClr val="FFC000"/>
                        </a:solidFill>
                      </a:tcPr>
                    </a:tc>
                    <a:tc>
                      <a:txBody>
                        <a:bodyPr/>
                        <a:lstStyle/>
                        <a:p>
                          <a:pPr algn="ctr"/>
                          <a:r>
                            <a:rPr lang="vi-VN" sz="2800" dirty="0" err="1">
                              <a:solidFill>
                                <a:schemeClr val="tx1"/>
                              </a:solidFill>
                            </a:rPr>
                            <a:t>Predicted</a:t>
                          </a:r>
                          <a:r>
                            <a:rPr lang="vi-VN" sz="2800" dirty="0">
                              <a:solidFill>
                                <a:schemeClr val="tx1"/>
                              </a:solidFill>
                            </a:rPr>
                            <a:t> </a:t>
                          </a:r>
                          <a:r>
                            <a:rPr lang="vi-VN" sz="2800" dirty="0" err="1">
                              <a:solidFill>
                                <a:schemeClr val="tx1"/>
                              </a:solidFill>
                            </a:rPr>
                            <a:t>Purchased</a:t>
                          </a:r>
                          <a:endParaRPr lang="vi-VN" sz="2800" dirty="0">
                            <a:solidFill>
                              <a:schemeClr val="tx1"/>
                            </a:solidFill>
                          </a:endParaRPr>
                        </a:p>
                      </a:txBody>
                      <a:tcPr anchor="ctr">
                        <a:solidFill>
                          <a:srgbClr val="FFC000"/>
                        </a:solidFill>
                      </a:tcPr>
                    </a:tc>
                    <a:extLst>
                      <a:ext uri="{0D108BD9-81ED-4DB2-BD59-A6C34878D82A}">
                        <a16:rowId xmlns:a16="http://schemas.microsoft.com/office/drawing/2014/main" val="2231562568"/>
                      </a:ext>
                    </a:extLst>
                  </a:tr>
                  <a:tr h="370840">
                    <a:tc>
                      <a:txBody>
                        <a:bodyPr/>
                        <a:lstStyle/>
                        <a:p>
                          <a:pPr algn="ctr"/>
                          <a14:m>
                            <m:oMathPara xmlns:m="http://schemas.openxmlformats.org/officeDocument/2006/math">
                              <m:oMathParaPr>
                                <m:jc m:val="centerGroup"/>
                              </m:oMathParaPr>
                              <m:oMath xmlns:m="http://schemas.openxmlformats.org/officeDocument/2006/math">
                                <m:r>
                                  <a:rPr lang="vi-VN" sz="2800" b="0" i="1" dirty="0" smtClean="0">
                                    <a:latin typeface="Cambria Math" panose="02040503050406030204" pitchFamily="18" charset="0"/>
                                  </a:rPr>
                                  <m:t>36</m:t>
                                </m:r>
                              </m:oMath>
                            </m:oMathPara>
                          </a14:m>
                          <a:endParaRPr lang="vi-VN" sz="2800" dirty="0"/>
                        </a:p>
                      </a:txBody>
                      <a:tcPr anchor="ctr"/>
                    </a:tc>
                    <a:tc>
                      <a:txBody>
                        <a:bodyPr/>
                        <a:lstStyle/>
                        <a:p>
                          <a:pPr algn="ctr"/>
                          <a14:m>
                            <m:oMathPara xmlns:m="http://schemas.openxmlformats.org/officeDocument/2006/math">
                              <m:oMathParaPr>
                                <m:jc m:val="centerGroup"/>
                              </m:oMathParaPr>
                              <m:oMath xmlns:m="http://schemas.openxmlformats.org/officeDocument/2006/math">
                                <m:r>
                                  <a:rPr lang="vi-VN" sz="2800" i="1" dirty="0" smtClean="0">
                                    <a:latin typeface="Cambria Math" panose="02040503050406030204" pitchFamily="18" charset="0"/>
                                  </a:rPr>
                                  <m:t>1</m:t>
                                </m:r>
                                <m:r>
                                  <a:rPr lang="vi-VN" sz="2800" b="0" i="1" dirty="0" smtClean="0">
                                    <a:latin typeface="Cambria Math" panose="02040503050406030204" pitchFamily="18" charset="0"/>
                                  </a:rPr>
                                  <m:t>44</m:t>
                                </m:r>
                                <m:r>
                                  <a:rPr lang="vi-VN" sz="2800" i="1" dirty="0" smtClean="0">
                                    <a:latin typeface="Cambria Math" panose="02040503050406030204" pitchFamily="18" charset="0"/>
                                  </a:rPr>
                                  <m:t>,000</m:t>
                                </m:r>
                              </m:oMath>
                            </m:oMathPara>
                          </a14:m>
                          <a:endParaRPr lang="vi-VN" sz="2800" dirty="0"/>
                        </a:p>
                      </a:txBody>
                      <a:tcPr anchor="ctr"/>
                    </a:tc>
                    <a:tc>
                      <a:txBody>
                        <a:bodyPr/>
                        <a:lstStyle/>
                        <a:p>
                          <a:pPr algn="ctr"/>
                          <a14:m>
                            <m:oMathPara xmlns:m="http://schemas.openxmlformats.org/officeDocument/2006/math">
                              <m:oMathParaPr>
                                <m:jc m:val="centerGroup"/>
                              </m:oMathParaPr>
                              <m:oMath xmlns:m="http://schemas.openxmlformats.org/officeDocument/2006/math">
                                <m:r>
                                  <a:rPr lang="vi-VN" sz="2800" b="0" i="1" smtClean="0">
                                    <a:latin typeface="Cambria Math" panose="02040503050406030204" pitchFamily="18" charset="0"/>
                                  </a:rPr>
                                  <m:t>1</m:t>
                                </m:r>
                              </m:oMath>
                            </m:oMathPara>
                          </a14:m>
                          <a:endParaRPr lang="vi-VN" sz="2800" dirty="0"/>
                        </a:p>
                      </a:txBody>
                      <a:tcPr anchor="ctr">
                        <a:solidFill>
                          <a:srgbClr val="FFC000"/>
                        </a:solidFill>
                      </a:tcPr>
                    </a:tc>
                    <a:tc>
                      <a:txBody>
                        <a:bodyPr/>
                        <a:lstStyle/>
                        <a:p>
                          <a:pPr algn="ctr"/>
                          <a14:m>
                            <m:oMathPara xmlns:m="http://schemas.openxmlformats.org/officeDocument/2006/math">
                              <m:oMathParaPr>
                                <m:jc m:val="centerGroup"/>
                              </m:oMathParaPr>
                              <m:oMath xmlns:m="http://schemas.openxmlformats.org/officeDocument/2006/math">
                                <m:r>
                                  <a:rPr lang="vi-VN" sz="2800" i="1" dirty="0" smtClean="0">
                                    <a:latin typeface="Cambria Math" panose="02040503050406030204" pitchFamily="18" charset="0"/>
                                  </a:rPr>
                                  <m:t>1</m:t>
                                </m:r>
                              </m:oMath>
                            </m:oMathPara>
                          </a14:m>
                          <a:endParaRPr lang="vi-VN" sz="2800" dirty="0"/>
                        </a:p>
                      </a:txBody>
                      <a:tcPr anchor="ctr">
                        <a:solidFill>
                          <a:srgbClr val="FFC000"/>
                        </a:solidFill>
                      </a:tcPr>
                    </a:tc>
                    <a:extLst>
                      <a:ext uri="{0D108BD9-81ED-4DB2-BD59-A6C34878D82A}">
                        <a16:rowId xmlns:a16="http://schemas.microsoft.com/office/drawing/2014/main" val="2485347973"/>
                      </a:ext>
                    </a:extLst>
                  </a:tr>
                  <a:tr h="370840">
                    <a:tc>
                      <a:txBody>
                        <a:bodyPr/>
                        <a:lstStyle/>
                        <a:p>
                          <a:pPr algn="ctr"/>
                          <a14:m>
                            <m:oMathPara xmlns:m="http://schemas.openxmlformats.org/officeDocument/2006/math">
                              <m:oMathParaPr>
                                <m:jc m:val="centerGroup"/>
                              </m:oMathParaPr>
                              <m:oMath xmlns:m="http://schemas.openxmlformats.org/officeDocument/2006/math">
                                <m:r>
                                  <a:rPr lang="vi-VN" sz="2800" b="0" i="1" smtClean="0">
                                    <a:latin typeface="Cambria Math" panose="02040503050406030204" pitchFamily="18" charset="0"/>
                                  </a:rPr>
                                  <m:t>18</m:t>
                                </m:r>
                              </m:oMath>
                            </m:oMathPara>
                          </a14:m>
                          <a:endParaRPr lang="vi-VN" sz="2800" dirty="0"/>
                        </a:p>
                      </a:txBody>
                      <a:tcPr anchor="ctr"/>
                    </a:tc>
                    <a:tc>
                      <a:txBody>
                        <a:bodyPr/>
                        <a:lstStyle/>
                        <a:p>
                          <a:pPr algn="ctr"/>
                          <a14:m>
                            <m:oMathPara xmlns:m="http://schemas.openxmlformats.org/officeDocument/2006/math">
                              <m:oMathParaPr>
                                <m:jc m:val="centerGroup"/>
                              </m:oMathParaPr>
                              <m:oMath xmlns:m="http://schemas.openxmlformats.org/officeDocument/2006/math">
                                <m:r>
                                  <a:rPr lang="vi-VN" sz="2800" i="1" dirty="0" smtClean="0">
                                    <a:latin typeface="Cambria Math" panose="02040503050406030204" pitchFamily="18" charset="0"/>
                                  </a:rPr>
                                  <m:t>6</m:t>
                                </m:r>
                                <m:r>
                                  <a:rPr lang="vi-VN" sz="2800" b="0" i="1" dirty="0" smtClean="0">
                                    <a:latin typeface="Cambria Math" panose="02040503050406030204" pitchFamily="18" charset="0"/>
                                  </a:rPr>
                                  <m:t>8</m:t>
                                </m:r>
                                <m:r>
                                  <a:rPr lang="vi-VN" sz="2800" i="1" dirty="0" smtClean="0">
                                    <a:latin typeface="Cambria Math" panose="02040503050406030204" pitchFamily="18" charset="0"/>
                                  </a:rPr>
                                  <m:t>,000</m:t>
                                </m:r>
                              </m:oMath>
                            </m:oMathPara>
                          </a14:m>
                          <a:endParaRPr lang="vi-VN" sz="2800" dirty="0"/>
                        </a:p>
                      </a:txBody>
                      <a:tcPr anchor="ctr"/>
                    </a:tc>
                    <a:tc>
                      <a:txBody>
                        <a:bodyPr/>
                        <a:lstStyle/>
                        <a:p>
                          <a:pPr algn="ctr"/>
                          <a14:m>
                            <m:oMathPara xmlns:m="http://schemas.openxmlformats.org/officeDocument/2006/math">
                              <m:oMathParaPr>
                                <m:jc m:val="centerGroup"/>
                              </m:oMathParaPr>
                              <m:oMath xmlns:m="http://schemas.openxmlformats.org/officeDocument/2006/math">
                                <m:r>
                                  <a:rPr lang="vi-VN" sz="2800" b="0" i="1" smtClean="0">
                                    <a:latin typeface="Cambria Math" panose="02040503050406030204" pitchFamily="18" charset="0"/>
                                  </a:rPr>
                                  <m:t>0</m:t>
                                </m:r>
                              </m:oMath>
                            </m:oMathPara>
                          </a14:m>
                          <a:endParaRPr lang="vi-VN" sz="2800" dirty="0"/>
                        </a:p>
                      </a:txBody>
                      <a:tcPr anchor="ctr">
                        <a:solidFill>
                          <a:srgbClr val="FFC000"/>
                        </a:solidFill>
                      </a:tcPr>
                    </a:tc>
                    <a:tc>
                      <a:txBody>
                        <a:bodyPr/>
                        <a:lstStyle/>
                        <a:p>
                          <a:pPr algn="ctr"/>
                          <a14:m>
                            <m:oMathPara xmlns:m="http://schemas.openxmlformats.org/officeDocument/2006/math">
                              <m:oMathParaPr>
                                <m:jc m:val="centerGroup"/>
                              </m:oMathParaPr>
                              <m:oMath xmlns:m="http://schemas.openxmlformats.org/officeDocument/2006/math">
                                <m:r>
                                  <a:rPr lang="vi-VN" sz="2800" i="1" dirty="0" smtClean="0">
                                    <a:latin typeface="Cambria Math" panose="02040503050406030204" pitchFamily="18" charset="0"/>
                                  </a:rPr>
                                  <m:t>0</m:t>
                                </m:r>
                              </m:oMath>
                            </m:oMathPara>
                          </a14:m>
                          <a:endParaRPr lang="vi-VN" sz="2800" dirty="0"/>
                        </a:p>
                      </a:txBody>
                      <a:tcPr anchor="ctr">
                        <a:solidFill>
                          <a:srgbClr val="FFC000"/>
                        </a:solidFill>
                      </a:tcPr>
                    </a:tc>
                    <a:extLst>
                      <a:ext uri="{0D108BD9-81ED-4DB2-BD59-A6C34878D82A}">
                        <a16:rowId xmlns:a16="http://schemas.microsoft.com/office/drawing/2014/main" val="2391906055"/>
                      </a:ext>
                    </a:extLst>
                  </a:tr>
                  <a:tr h="370840">
                    <a:tc>
                      <a:txBody>
                        <a:bodyPr/>
                        <a:lstStyle/>
                        <a:p>
                          <a:pPr algn="ctr"/>
                          <a14:m>
                            <m:oMathPara xmlns:m="http://schemas.openxmlformats.org/officeDocument/2006/math">
                              <m:oMathParaPr>
                                <m:jc m:val="centerGroup"/>
                              </m:oMathParaPr>
                              <m:oMath xmlns:m="http://schemas.openxmlformats.org/officeDocument/2006/math">
                                <m:r>
                                  <a:rPr lang="vi-VN" sz="2800" b="0" i="1" smtClean="0">
                                    <a:latin typeface="Cambria Math" panose="02040503050406030204" pitchFamily="18" charset="0"/>
                                  </a:rPr>
                                  <m:t>47</m:t>
                                </m:r>
                              </m:oMath>
                            </m:oMathPara>
                          </a14:m>
                          <a:endParaRPr lang="vi-VN" sz="2800" dirty="0"/>
                        </a:p>
                      </a:txBody>
                      <a:tcPr anchor="ctr"/>
                    </a:tc>
                    <a:tc>
                      <a:txBody>
                        <a:bodyPr/>
                        <a:lstStyle/>
                        <a:p>
                          <a:pPr algn="ctr"/>
                          <a14:m>
                            <m:oMathPara xmlns:m="http://schemas.openxmlformats.org/officeDocument/2006/math">
                              <m:oMathParaPr>
                                <m:jc m:val="centerGroup"/>
                              </m:oMathParaPr>
                              <m:oMath xmlns:m="http://schemas.openxmlformats.org/officeDocument/2006/math">
                                <m:r>
                                  <a:rPr lang="vi-VN" sz="2800" i="1" dirty="0" smtClean="0">
                                    <a:latin typeface="Cambria Math" panose="02040503050406030204" pitchFamily="18" charset="0"/>
                                  </a:rPr>
                                  <m:t>43,000</m:t>
                                </m:r>
                              </m:oMath>
                            </m:oMathPara>
                          </a14:m>
                          <a:endParaRPr lang="vi-VN" sz="2800" dirty="0"/>
                        </a:p>
                      </a:txBody>
                      <a:tcPr anchor="ctr"/>
                    </a:tc>
                    <a:tc>
                      <a:txBody>
                        <a:bodyPr/>
                        <a:lstStyle/>
                        <a:p>
                          <a:pPr algn="ctr"/>
                          <a14:m>
                            <m:oMathPara xmlns:m="http://schemas.openxmlformats.org/officeDocument/2006/math">
                              <m:oMathParaPr>
                                <m:jc m:val="centerGroup"/>
                              </m:oMathParaPr>
                              <m:oMath xmlns:m="http://schemas.openxmlformats.org/officeDocument/2006/math">
                                <m:r>
                                  <a:rPr lang="vi-VN" sz="2800" i="1" dirty="0" smtClean="0">
                                    <a:latin typeface="Cambria Math" panose="02040503050406030204" pitchFamily="18" charset="0"/>
                                  </a:rPr>
                                  <m:t>0</m:t>
                                </m:r>
                              </m:oMath>
                            </m:oMathPara>
                          </a14:m>
                          <a:endParaRPr lang="vi-VN" sz="2800" dirty="0"/>
                        </a:p>
                      </a:txBody>
                      <a:tcPr anchor="ctr">
                        <a:solidFill>
                          <a:srgbClr val="FFC000"/>
                        </a:solidFill>
                      </a:tcPr>
                    </a:tc>
                    <a:tc>
                      <a:txBody>
                        <a:bodyPr/>
                        <a:lstStyle/>
                        <a:p>
                          <a:pPr algn="ctr"/>
                          <a14:m>
                            <m:oMathPara xmlns:m="http://schemas.openxmlformats.org/officeDocument/2006/math">
                              <m:oMathParaPr>
                                <m:jc m:val="centerGroup"/>
                              </m:oMathParaPr>
                              <m:oMath xmlns:m="http://schemas.openxmlformats.org/officeDocument/2006/math">
                                <m:r>
                                  <a:rPr lang="vi-VN" sz="2800" i="1" dirty="0" smtClean="0">
                                    <a:latin typeface="Cambria Math" panose="02040503050406030204" pitchFamily="18" charset="0"/>
                                  </a:rPr>
                                  <m:t>1</m:t>
                                </m:r>
                              </m:oMath>
                            </m:oMathPara>
                          </a14:m>
                          <a:endParaRPr lang="vi-VN" sz="2800" dirty="0"/>
                        </a:p>
                      </a:txBody>
                      <a:tcPr anchor="ctr">
                        <a:solidFill>
                          <a:srgbClr val="FFC000"/>
                        </a:solidFill>
                      </a:tcPr>
                    </a:tc>
                    <a:extLst>
                      <a:ext uri="{0D108BD9-81ED-4DB2-BD59-A6C34878D82A}">
                        <a16:rowId xmlns:a16="http://schemas.microsoft.com/office/drawing/2014/main" val="68464354"/>
                      </a:ext>
                    </a:extLst>
                  </a:tr>
                  <a:tr h="370840">
                    <a:tc>
                      <a:txBody>
                        <a:bodyPr/>
                        <a:lstStyle/>
                        <a:p>
                          <a:pPr algn="ctr"/>
                          <a14:m>
                            <m:oMathPara xmlns:m="http://schemas.openxmlformats.org/officeDocument/2006/math">
                              <m:oMathParaPr>
                                <m:jc m:val="centerGroup"/>
                              </m:oMathParaPr>
                              <m:oMath xmlns:m="http://schemas.openxmlformats.org/officeDocument/2006/math">
                                <m:r>
                                  <a:rPr lang="vi-VN" sz="2800" b="0" i="1" smtClean="0">
                                    <a:latin typeface="Cambria Math" panose="02040503050406030204" pitchFamily="18" charset="0"/>
                                  </a:rPr>
                                  <m:t>30</m:t>
                                </m:r>
                              </m:oMath>
                            </m:oMathPara>
                          </a14:m>
                          <a:endParaRPr lang="vi-VN" sz="2800" dirty="0"/>
                        </a:p>
                      </a:txBody>
                      <a:tcPr anchor="ctr"/>
                    </a:tc>
                    <a:tc>
                      <a:txBody>
                        <a:bodyPr/>
                        <a:lstStyle/>
                        <a:p>
                          <a:pPr algn="ctr"/>
                          <a14:m>
                            <m:oMathPara xmlns:m="http://schemas.openxmlformats.org/officeDocument/2006/math">
                              <m:oMathParaPr>
                                <m:jc m:val="centerGroup"/>
                              </m:oMathParaPr>
                              <m:oMath xmlns:m="http://schemas.openxmlformats.org/officeDocument/2006/math">
                                <m:r>
                                  <a:rPr lang="vi-VN" sz="2800" i="1" dirty="0" smtClean="0">
                                    <a:latin typeface="Cambria Math" panose="02040503050406030204" pitchFamily="18" charset="0"/>
                                  </a:rPr>
                                  <m:t>4</m:t>
                                </m:r>
                                <m:r>
                                  <a:rPr lang="vi-VN" sz="2800" b="0" i="1" dirty="0" smtClean="0">
                                    <a:latin typeface="Cambria Math" panose="02040503050406030204" pitchFamily="18" charset="0"/>
                                  </a:rPr>
                                  <m:t>9</m:t>
                                </m:r>
                                <m:r>
                                  <a:rPr lang="vi-VN" sz="2800" i="1" dirty="0" smtClean="0">
                                    <a:latin typeface="Cambria Math" panose="02040503050406030204" pitchFamily="18" charset="0"/>
                                  </a:rPr>
                                  <m:t>,000</m:t>
                                </m:r>
                              </m:oMath>
                            </m:oMathPara>
                          </a14:m>
                          <a:endParaRPr lang="vi-VN" sz="2800" dirty="0"/>
                        </a:p>
                      </a:txBody>
                      <a:tcPr anchor="ctr"/>
                    </a:tc>
                    <a:tc>
                      <a:txBody>
                        <a:bodyPr/>
                        <a:lstStyle/>
                        <a:p>
                          <a:pPr algn="ctr"/>
                          <a14:m>
                            <m:oMathPara xmlns:m="http://schemas.openxmlformats.org/officeDocument/2006/math">
                              <m:oMathParaPr>
                                <m:jc m:val="centerGroup"/>
                              </m:oMathParaPr>
                              <m:oMath xmlns:m="http://schemas.openxmlformats.org/officeDocument/2006/math">
                                <m:r>
                                  <a:rPr lang="vi-VN" sz="2800" i="1" dirty="0" smtClean="0">
                                    <a:latin typeface="Cambria Math" panose="02040503050406030204" pitchFamily="18" charset="0"/>
                                  </a:rPr>
                                  <m:t>0</m:t>
                                </m:r>
                              </m:oMath>
                            </m:oMathPara>
                          </a14:m>
                          <a:endParaRPr lang="vi-VN" sz="2800" dirty="0"/>
                        </a:p>
                      </a:txBody>
                      <a:tcPr anchor="ctr">
                        <a:solidFill>
                          <a:srgbClr val="FFC000"/>
                        </a:solidFill>
                      </a:tcPr>
                    </a:tc>
                    <a:tc>
                      <a:txBody>
                        <a:bodyPr/>
                        <a:lstStyle/>
                        <a:p>
                          <a:pPr algn="ctr"/>
                          <a14:m>
                            <m:oMathPara xmlns:m="http://schemas.openxmlformats.org/officeDocument/2006/math">
                              <m:oMathParaPr>
                                <m:jc m:val="centerGroup"/>
                              </m:oMathParaPr>
                              <m:oMath xmlns:m="http://schemas.openxmlformats.org/officeDocument/2006/math">
                                <m:r>
                                  <a:rPr lang="vi-VN" sz="2800" i="1" dirty="0" smtClean="0">
                                    <a:latin typeface="Cambria Math" panose="02040503050406030204" pitchFamily="18" charset="0"/>
                                  </a:rPr>
                                  <m:t>0</m:t>
                                </m:r>
                              </m:oMath>
                            </m:oMathPara>
                          </a14:m>
                          <a:endParaRPr lang="vi-VN" sz="2800" dirty="0"/>
                        </a:p>
                      </a:txBody>
                      <a:tcPr anchor="ctr">
                        <a:solidFill>
                          <a:srgbClr val="FFC000"/>
                        </a:solidFill>
                      </a:tcPr>
                    </a:tc>
                    <a:extLst>
                      <a:ext uri="{0D108BD9-81ED-4DB2-BD59-A6C34878D82A}">
                        <a16:rowId xmlns:a16="http://schemas.microsoft.com/office/drawing/2014/main" val="4192353787"/>
                      </a:ext>
                    </a:extLst>
                  </a:tr>
                  <a:tr h="370840">
                    <a:tc>
                      <a:txBody>
                        <a:bodyPr/>
                        <a:lstStyle/>
                        <a:p>
                          <a:pPr algn="ctr"/>
                          <a14:m>
                            <m:oMathPara xmlns:m="http://schemas.openxmlformats.org/officeDocument/2006/math">
                              <m:oMathParaPr>
                                <m:jc m:val="centerGroup"/>
                              </m:oMathParaPr>
                              <m:oMath xmlns:m="http://schemas.openxmlformats.org/officeDocument/2006/math">
                                <m:r>
                                  <a:rPr lang="vi-VN" sz="2800" b="0" i="1" smtClean="0">
                                    <a:latin typeface="Cambria Math" panose="02040503050406030204" pitchFamily="18" charset="0"/>
                                  </a:rPr>
                                  <m:t>28</m:t>
                                </m:r>
                              </m:oMath>
                            </m:oMathPara>
                          </a14:m>
                          <a:endParaRPr lang="vi-VN" sz="2800" dirty="0"/>
                        </a:p>
                      </a:txBody>
                      <a:tcPr anchor="ctr"/>
                    </a:tc>
                    <a:tc>
                      <a:txBody>
                        <a:bodyPr/>
                        <a:lstStyle/>
                        <a:p>
                          <a:pPr algn="ctr"/>
                          <a14:m>
                            <m:oMathPara xmlns:m="http://schemas.openxmlformats.org/officeDocument/2006/math">
                              <m:oMathParaPr>
                                <m:jc m:val="centerGroup"/>
                              </m:oMathParaPr>
                              <m:oMath xmlns:m="http://schemas.openxmlformats.org/officeDocument/2006/math">
                                <m:r>
                                  <a:rPr lang="vi-VN" sz="2800" i="1" dirty="0" smtClean="0">
                                    <a:latin typeface="Cambria Math" panose="02040503050406030204" pitchFamily="18" charset="0"/>
                                  </a:rPr>
                                  <m:t>5</m:t>
                                </m:r>
                                <m:r>
                                  <a:rPr lang="vi-VN" sz="2800" b="0" i="1" dirty="0" smtClean="0">
                                    <a:latin typeface="Cambria Math" panose="02040503050406030204" pitchFamily="18" charset="0"/>
                                  </a:rPr>
                                  <m:t>3</m:t>
                                </m:r>
                                <m:r>
                                  <a:rPr lang="vi-VN" sz="2800" i="1" dirty="0" smtClean="0">
                                    <a:latin typeface="Cambria Math" panose="02040503050406030204" pitchFamily="18" charset="0"/>
                                  </a:rPr>
                                  <m:t>,000</m:t>
                                </m:r>
                              </m:oMath>
                            </m:oMathPara>
                          </a14:m>
                          <a:endParaRPr lang="vi-VN" sz="2800" dirty="0"/>
                        </a:p>
                      </a:txBody>
                      <a:tcPr anchor="ctr"/>
                    </a:tc>
                    <a:tc>
                      <a:txBody>
                        <a:bodyPr/>
                        <a:lstStyle/>
                        <a:p>
                          <a:pPr algn="ctr"/>
                          <a14:m>
                            <m:oMathPara xmlns:m="http://schemas.openxmlformats.org/officeDocument/2006/math">
                              <m:oMathParaPr>
                                <m:jc m:val="centerGroup"/>
                              </m:oMathParaPr>
                              <m:oMath xmlns:m="http://schemas.openxmlformats.org/officeDocument/2006/math">
                                <m:r>
                                  <a:rPr lang="vi-VN" sz="2800" b="0" i="1" smtClean="0">
                                    <a:latin typeface="Cambria Math" panose="02040503050406030204" pitchFamily="18" charset="0"/>
                                  </a:rPr>
                                  <m:t>0</m:t>
                                </m:r>
                              </m:oMath>
                            </m:oMathPara>
                          </a14:m>
                          <a:endParaRPr lang="vi-VN" sz="2800" dirty="0"/>
                        </a:p>
                      </a:txBody>
                      <a:tcPr anchor="ctr">
                        <a:solidFill>
                          <a:srgbClr val="FFC000"/>
                        </a:solidFill>
                      </a:tcPr>
                    </a:tc>
                    <a:tc>
                      <a:txBody>
                        <a:bodyPr/>
                        <a:lstStyle/>
                        <a:p>
                          <a:pPr algn="ctr"/>
                          <a14:m>
                            <m:oMathPara xmlns:m="http://schemas.openxmlformats.org/officeDocument/2006/math">
                              <m:oMathParaPr>
                                <m:jc m:val="centerGroup"/>
                              </m:oMathParaPr>
                              <m:oMath xmlns:m="http://schemas.openxmlformats.org/officeDocument/2006/math">
                                <m:r>
                                  <a:rPr lang="vi-VN" sz="2800" i="1" dirty="0" smtClean="0">
                                    <a:latin typeface="Cambria Math" panose="02040503050406030204" pitchFamily="18" charset="0"/>
                                  </a:rPr>
                                  <m:t>0</m:t>
                                </m:r>
                              </m:oMath>
                            </m:oMathPara>
                          </a14:m>
                          <a:endParaRPr lang="vi-VN" sz="2800" dirty="0"/>
                        </a:p>
                      </a:txBody>
                      <a:tcPr anchor="ctr">
                        <a:solidFill>
                          <a:srgbClr val="FFC000"/>
                        </a:solidFill>
                      </a:tcPr>
                    </a:tc>
                    <a:extLst>
                      <a:ext uri="{0D108BD9-81ED-4DB2-BD59-A6C34878D82A}">
                        <a16:rowId xmlns:a16="http://schemas.microsoft.com/office/drawing/2014/main" val="251226265"/>
                      </a:ext>
                    </a:extLst>
                  </a:tr>
                </a:tbl>
              </a:graphicData>
            </a:graphic>
          </p:graphicFrame>
        </mc:Choice>
        <mc:Fallback xmlns="">
          <p:graphicFrame>
            <p:nvGraphicFramePr>
              <p:cNvPr id="5" name="Content Placeholder 3">
                <a:extLst>
                  <a:ext uri="{FF2B5EF4-FFF2-40B4-BE49-F238E27FC236}">
                    <a16:creationId xmlns:a16="http://schemas.microsoft.com/office/drawing/2014/main" id="{ECC9B8FD-DF83-49A2-98AF-3CB75CF1DBE8}"/>
                  </a:ext>
                </a:extLst>
              </p:cNvPr>
              <p:cNvGraphicFramePr>
                <a:graphicFrameLocks noGrp="1"/>
              </p:cNvGraphicFramePr>
              <p:nvPr>
                <p:ph idx="1"/>
                <p:extLst>
                  <p:ext uri="{D42A27DB-BD31-4B8C-83A1-F6EECF244321}">
                    <p14:modId xmlns:p14="http://schemas.microsoft.com/office/powerpoint/2010/main" val="3239477727"/>
                  </p:ext>
                </p:extLst>
              </p:nvPr>
            </p:nvGraphicFramePr>
            <p:xfrm>
              <a:off x="1676398" y="1661160"/>
              <a:ext cx="8839200" cy="3535680"/>
            </p:xfrm>
            <a:graphic>
              <a:graphicData uri="http://schemas.openxmlformats.org/drawingml/2006/table">
                <a:tbl>
                  <a:tblPr firstRow="1" bandRow="1">
                    <a:tableStyleId>{21E4AEA4-8DFA-4A89-87EB-49C32662AFE0}</a:tableStyleId>
                  </a:tblPr>
                  <a:tblGrid>
                    <a:gridCol w="1645920">
                      <a:extLst>
                        <a:ext uri="{9D8B030D-6E8A-4147-A177-3AD203B41FA5}">
                          <a16:colId xmlns:a16="http://schemas.microsoft.com/office/drawing/2014/main" val="3600337692"/>
                        </a:ext>
                      </a:extLst>
                    </a:gridCol>
                    <a:gridCol w="2164080">
                      <a:extLst>
                        <a:ext uri="{9D8B030D-6E8A-4147-A177-3AD203B41FA5}">
                          <a16:colId xmlns:a16="http://schemas.microsoft.com/office/drawing/2014/main" val="3658340494"/>
                        </a:ext>
                      </a:extLst>
                    </a:gridCol>
                    <a:gridCol w="2133600">
                      <a:extLst>
                        <a:ext uri="{9D8B030D-6E8A-4147-A177-3AD203B41FA5}">
                          <a16:colId xmlns:a16="http://schemas.microsoft.com/office/drawing/2014/main" val="1278605173"/>
                        </a:ext>
                      </a:extLst>
                    </a:gridCol>
                    <a:gridCol w="2895600">
                      <a:extLst>
                        <a:ext uri="{9D8B030D-6E8A-4147-A177-3AD203B41FA5}">
                          <a16:colId xmlns:a16="http://schemas.microsoft.com/office/drawing/2014/main" val="4220248793"/>
                        </a:ext>
                      </a:extLst>
                    </a:gridCol>
                  </a:tblGrid>
                  <a:tr h="944880">
                    <a:tc>
                      <a:txBody>
                        <a:bodyPr/>
                        <a:lstStyle/>
                        <a:p>
                          <a:pPr algn="ctr"/>
                          <a:r>
                            <a:rPr lang="vi-VN" sz="2800" dirty="0" err="1"/>
                            <a:t>Age</a:t>
                          </a:r>
                          <a:endParaRPr lang="vi-VN" sz="2800" dirty="0"/>
                        </a:p>
                      </a:txBody>
                      <a:tcPr anchor="ctr"/>
                    </a:tc>
                    <a:tc>
                      <a:txBody>
                        <a:bodyPr/>
                        <a:lstStyle/>
                        <a:p>
                          <a:pPr algn="ctr"/>
                          <a:r>
                            <a:rPr lang="vi-VN" sz="2800" dirty="0" err="1"/>
                            <a:t>Estimated</a:t>
                          </a:r>
                          <a:r>
                            <a:rPr lang="vi-VN" sz="2800" dirty="0"/>
                            <a:t> </a:t>
                          </a:r>
                          <a:r>
                            <a:rPr lang="vi-VN" sz="2800" dirty="0" err="1"/>
                            <a:t>Salary</a:t>
                          </a:r>
                          <a:endParaRPr lang="vi-VN" sz="2800" dirty="0"/>
                        </a:p>
                      </a:txBody>
                      <a:tcPr anchor="ctr"/>
                    </a:tc>
                    <a:tc>
                      <a:txBody>
                        <a:bodyPr/>
                        <a:lstStyle/>
                        <a:p>
                          <a:pPr algn="ctr"/>
                          <a:r>
                            <a:rPr lang="vi-VN" sz="2800" dirty="0" err="1">
                              <a:solidFill>
                                <a:schemeClr val="tx1"/>
                              </a:solidFill>
                            </a:rPr>
                            <a:t>Purchased</a:t>
                          </a:r>
                          <a:endParaRPr lang="vi-VN" sz="2800" dirty="0">
                            <a:solidFill>
                              <a:schemeClr val="tx1"/>
                            </a:solidFill>
                          </a:endParaRPr>
                        </a:p>
                      </a:txBody>
                      <a:tcPr anchor="ctr">
                        <a:solidFill>
                          <a:srgbClr val="FFC000"/>
                        </a:solidFill>
                      </a:tcPr>
                    </a:tc>
                    <a:tc>
                      <a:txBody>
                        <a:bodyPr/>
                        <a:lstStyle/>
                        <a:p>
                          <a:pPr algn="ctr"/>
                          <a:r>
                            <a:rPr lang="vi-VN" sz="2800" dirty="0" err="1">
                              <a:solidFill>
                                <a:schemeClr val="tx1"/>
                              </a:solidFill>
                            </a:rPr>
                            <a:t>Predicted</a:t>
                          </a:r>
                          <a:r>
                            <a:rPr lang="vi-VN" sz="2800" dirty="0">
                              <a:solidFill>
                                <a:schemeClr val="tx1"/>
                              </a:solidFill>
                            </a:rPr>
                            <a:t> </a:t>
                          </a:r>
                          <a:r>
                            <a:rPr lang="vi-VN" sz="2800" dirty="0" err="1">
                              <a:solidFill>
                                <a:schemeClr val="tx1"/>
                              </a:solidFill>
                            </a:rPr>
                            <a:t>Purchased</a:t>
                          </a:r>
                          <a:endParaRPr lang="vi-VN" sz="2800" dirty="0">
                            <a:solidFill>
                              <a:schemeClr val="tx1"/>
                            </a:solidFill>
                          </a:endParaRPr>
                        </a:p>
                      </a:txBody>
                      <a:tcPr anchor="ctr">
                        <a:solidFill>
                          <a:srgbClr val="FFC000"/>
                        </a:solidFill>
                      </a:tcPr>
                    </a:tc>
                    <a:extLst>
                      <a:ext uri="{0D108BD9-81ED-4DB2-BD59-A6C34878D82A}">
                        <a16:rowId xmlns:a16="http://schemas.microsoft.com/office/drawing/2014/main" val="2231562568"/>
                      </a:ext>
                    </a:extLst>
                  </a:tr>
                  <a:tr h="518160">
                    <a:tc>
                      <a:txBody>
                        <a:bodyPr/>
                        <a:lstStyle/>
                        <a:p>
                          <a:endParaRPr lang="vi-VN"/>
                        </a:p>
                      </a:txBody>
                      <a:tcPr anchor="ctr">
                        <a:blipFill>
                          <a:blip r:embed="rId2"/>
                          <a:stretch>
                            <a:fillRect l="-370" t="-194118" r="-439259" b="-403529"/>
                          </a:stretch>
                        </a:blipFill>
                      </a:tcPr>
                    </a:tc>
                    <a:tc>
                      <a:txBody>
                        <a:bodyPr/>
                        <a:lstStyle/>
                        <a:p>
                          <a:endParaRPr lang="vi-VN"/>
                        </a:p>
                      </a:txBody>
                      <a:tcPr anchor="ctr">
                        <a:blipFill>
                          <a:blip r:embed="rId2"/>
                          <a:stretch>
                            <a:fillRect l="-76338" t="-194118" r="-234085" b="-403529"/>
                          </a:stretch>
                        </a:blipFill>
                      </a:tcPr>
                    </a:tc>
                    <a:tc>
                      <a:txBody>
                        <a:bodyPr/>
                        <a:lstStyle/>
                        <a:p>
                          <a:endParaRPr lang="vi-VN"/>
                        </a:p>
                      </a:txBody>
                      <a:tcPr anchor="ctr">
                        <a:blipFill>
                          <a:blip r:embed="rId2"/>
                          <a:stretch>
                            <a:fillRect l="-178348" t="-194118" r="-136752" b="-403529"/>
                          </a:stretch>
                        </a:blipFill>
                      </a:tcPr>
                    </a:tc>
                    <a:tc>
                      <a:txBody>
                        <a:bodyPr/>
                        <a:lstStyle/>
                        <a:p>
                          <a:endParaRPr lang="vi-VN"/>
                        </a:p>
                      </a:txBody>
                      <a:tcPr anchor="ctr">
                        <a:blipFill>
                          <a:blip r:embed="rId2"/>
                          <a:stretch>
                            <a:fillRect l="-205684" t="-194118" r="-1053" b="-403529"/>
                          </a:stretch>
                        </a:blipFill>
                      </a:tcPr>
                    </a:tc>
                    <a:extLst>
                      <a:ext uri="{0D108BD9-81ED-4DB2-BD59-A6C34878D82A}">
                        <a16:rowId xmlns:a16="http://schemas.microsoft.com/office/drawing/2014/main" val="2485347973"/>
                      </a:ext>
                    </a:extLst>
                  </a:tr>
                  <a:tr h="518160">
                    <a:tc>
                      <a:txBody>
                        <a:bodyPr/>
                        <a:lstStyle/>
                        <a:p>
                          <a:endParaRPr lang="vi-VN"/>
                        </a:p>
                      </a:txBody>
                      <a:tcPr anchor="ctr">
                        <a:blipFill>
                          <a:blip r:embed="rId2"/>
                          <a:stretch>
                            <a:fillRect l="-370" t="-290698" r="-439259" b="-298837"/>
                          </a:stretch>
                        </a:blipFill>
                      </a:tcPr>
                    </a:tc>
                    <a:tc>
                      <a:txBody>
                        <a:bodyPr/>
                        <a:lstStyle/>
                        <a:p>
                          <a:endParaRPr lang="vi-VN"/>
                        </a:p>
                      </a:txBody>
                      <a:tcPr anchor="ctr">
                        <a:blipFill>
                          <a:blip r:embed="rId2"/>
                          <a:stretch>
                            <a:fillRect l="-76338" t="-290698" r="-234085" b="-298837"/>
                          </a:stretch>
                        </a:blipFill>
                      </a:tcPr>
                    </a:tc>
                    <a:tc>
                      <a:txBody>
                        <a:bodyPr/>
                        <a:lstStyle/>
                        <a:p>
                          <a:endParaRPr lang="vi-VN"/>
                        </a:p>
                      </a:txBody>
                      <a:tcPr anchor="ctr">
                        <a:blipFill>
                          <a:blip r:embed="rId2"/>
                          <a:stretch>
                            <a:fillRect l="-178348" t="-290698" r="-136752" b="-298837"/>
                          </a:stretch>
                        </a:blipFill>
                      </a:tcPr>
                    </a:tc>
                    <a:tc>
                      <a:txBody>
                        <a:bodyPr/>
                        <a:lstStyle/>
                        <a:p>
                          <a:endParaRPr lang="vi-VN"/>
                        </a:p>
                      </a:txBody>
                      <a:tcPr anchor="ctr">
                        <a:blipFill>
                          <a:blip r:embed="rId2"/>
                          <a:stretch>
                            <a:fillRect l="-205684" t="-290698" r="-1053" b="-298837"/>
                          </a:stretch>
                        </a:blipFill>
                      </a:tcPr>
                    </a:tc>
                    <a:extLst>
                      <a:ext uri="{0D108BD9-81ED-4DB2-BD59-A6C34878D82A}">
                        <a16:rowId xmlns:a16="http://schemas.microsoft.com/office/drawing/2014/main" val="2391906055"/>
                      </a:ext>
                    </a:extLst>
                  </a:tr>
                  <a:tr h="518160">
                    <a:tc>
                      <a:txBody>
                        <a:bodyPr/>
                        <a:lstStyle/>
                        <a:p>
                          <a:endParaRPr lang="vi-VN"/>
                        </a:p>
                      </a:txBody>
                      <a:tcPr anchor="ctr">
                        <a:blipFill>
                          <a:blip r:embed="rId2"/>
                          <a:stretch>
                            <a:fillRect l="-370" t="-395294" r="-439259" b="-202353"/>
                          </a:stretch>
                        </a:blipFill>
                      </a:tcPr>
                    </a:tc>
                    <a:tc>
                      <a:txBody>
                        <a:bodyPr/>
                        <a:lstStyle/>
                        <a:p>
                          <a:endParaRPr lang="vi-VN"/>
                        </a:p>
                      </a:txBody>
                      <a:tcPr anchor="ctr">
                        <a:blipFill>
                          <a:blip r:embed="rId2"/>
                          <a:stretch>
                            <a:fillRect l="-76338" t="-395294" r="-234085" b="-202353"/>
                          </a:stretch>
                        </a:blipFill>
                      </a:tcPr>
                    </a:tc>
                    <a:tc>
                      <a:txBody>
                        <a:bodyPr/>
                        <a:lstStyle/>
                        <a:p>
                          <a:endParaRPr lang="vi-VN"/>
                        </a:p>
                      </a:txBody>
                      <a:tcPr anchor="ctr">
                        <a:blipFill>
                          <a:blip r:embed="rId2"/>
                          <a:stretch>
                            <a:fillRect l="-178348" t="-395294" r="-136752" b="-202353"/>
                          </a:stretch>
                        </a:blipFill>
                      </a:tcPr>
                    </a:tc>
                    <a:tc>
                      <a:txBody>
                        <a:bodyPr/>
                        <a:lstStyle/>
                        <a:p>
                          <a:endParaRPr lang="vi-VN"/>
                        </a:p>
                      </a:txBody>
                      <a:tcPr anchor="ctr">
                        <a:blipFill>
                          <a:blip r:embed="rId2"/>
                          <a:stretch>
                            <a:fillRect l="-205684" t="-395294" r="-1053" b="-202353"/>
                          </a:stretch>
                        </a:blipFill>
                      </a:tcPr>
                    </a:tc>
                    <a:extLst>
                      <a:ext uri="{0D108BD9-81ED-4DB2-BD59-A6C34878D82A}">
                        <a16:rowId xmlns:a16="http://schemas.microsoft.com/office/drawing/2014/main" val="68464354"/>
                      </a:ext>
                    </a:extLst>
                  </a:tr>
                  <a:tr h="518160">
                    <a:tc>
                      <a:txBody>
                        <a:bodyPr/>
                        <a:lstStyle/>
                        <a:p>
                          <a:endParaRPr lang="vi-VN"/>
                        </a:p>
                      </a:txBody>
                      <a:tcPr anchor="ctr">
                        <a:blipFill>
                          <a:blip r:embed="rId2"/>
                          <a:stretch>
                            <a:fillRect l="-370" t="-495294" r="-439259" b="-102353"/>
                          </a:stretch>
                        </a:blipFill>
                      </a:tcPr>
                    </a:tc>
                    <a:tc>
                      <a:txBody>
                        <a:bodyPr/>
                        <a:lstStyle/>
                        <a:p>
                          <a:endParaRPr lang="vi-VN"/>
                        </a:p>
                      </a:txBody>
                      <a:tcPr anchor="ctr">
                        <a:blipFill>
                          <a:blip r:embed="rId2"/>
                          <a:stretch>
                            <a:fillRect l="-76338" t="-495294" r="-234085" b="-102353"/>
                          </a:stretch>
                        </a:blipFill>
                      </a:tcPr>
                    </a:tc>
                    <a:tc>
                      <a:txBody>
                        <a:bodyPr/>
                        <a:lstStyle/>
                        <a:p>
                          <a:endParaRPr lang="vi-VN"/>
                        </a:p>
                      </a:txBody>
                      <a:tcPr anchor="ctr">
                        <a:blipFill>
                          <a:blip r:embed="rId2"/>
                          <a:stretch>
                            <a:fillRect l="-178348" t="-495294" r="-136752" b="-102353"/>
                          </a:stretch>
                        </a:blipFill>
                      </a:tcPr>
                    </a:tc>
                    <a:tc>
                      <a:txBody>
                        <a:bodyPr/>
                        <a:lstStyle/>
                        <a:p>
                          <a:endParaRPr lang="vi-VN"/>
                        </a:p>
                      </a:txBody>
                      <a:tcPr anchor="ctr">
                        <a:blipFill>
                          <a:blip r:embed="rId2"/>
                          <a:stretch>
                            <a:fillRect l="-205684" t="-495294" r="-1053" b="-102353"/>
                          </a:stretch>
                        </a:blipFill>
                      </a:tcPr>
                    </a:tc>
                    <a:extLst>
                      <a:ext uri="{0D108BD9-81ED-4DB2-BD59-A6C34878D82A}">
                        <a16:rowId xmlns:a16="http://schemas.microsoft.com/office/drawing/2014/main" val="4192353787"/>
                      </a:ext>
                    </a:extLst>
                  </a:tr>
                  <a:tr h="518160">
                    <a:tc>
                      <a:txBody>
                        <a:bodyPr/>
                        <a:lstStyle/>
                        <a:p>
                          <a:endParaRPr lang="vi-VN"/>
                        </a:p>
                      </a:txBody>
                      <a:tcPr anchor="ctr">
                        <a:blipFill>
                          <a:blip r:embed="rId2"/>
                          <a:stretch>
                            <a:fillRect l="-370" t="-595294" r="-439259" b="-2353"/>
                          </a:stretch>
                        </a:blipFill>
                      </a:tcPr>
                    </a:tc>
                    <a:tc>
                      <a:txBody>
                        <a:bodyPr/>
                        <a:lstStyle/>
                        <a:p>
                          <a:endParaRPr lang="vi-VN"/>
                        </a:p>
                      </a:txBody>
                      <a:tcPr anchor="ctr">
                        <a:blipFill>
                          <a:blip r:embed="rId2"/>
                          <a:stretch>
                            <a:fillRect l="-76338" t="-595294" r="-234085" b="-2353"/>
                          </a:stretch>
                        </a:blipFill>
                      </a:tcPr>
                    </a:tc>
                    <a:tc>
                      <a:txBody>
                        <a:bodyPr/>
                        <a:lstStyle/>
                        <a:p>
                          <a:endParaRPr lang="vi-VN"/>
                        </a:p>
                      </a:txBody>
                      <a:tcPr anchor="ctr">
                        <a:blipFill>
                          <a:blip r:embed="rId2"/>
                          <a:stretch>
                            <a:fillRect l="-178348" t="-595294" r="-136752" b="-2353"/>
                          </a:stretch>
                        </a:blipFill>
                      </a:tcPr>
                    </a:tc>
                    <a:tc>
                      <a:txBody>
                        <a:bodyPr/>
                        <a:lstStyle/>
                        <a:p>
                          <a:endParaRPr lang="vi-VN"/>
                        </a:p>
                      </a:txBody>
                      <a:tcPr anchor="ctr">
                        <a:blipFill>
                          <a:blip r:embed="rId2"/>
                          <a:stretch>
                            <a:fillRect l="-205684" t="-595294" r="-1053" b="-2353"/>
                          </a:stretch>
                        </a:blipFill>
                      </a:tcPr>
                    </a:tc>
                    <a:extLst>
                      <a:ext uri="{0D108BD9-81ED-4DB2-BD59-A6C34878D82A}">
                        <a16:rowId xmlns:a16="http://schemas.microsoft.com/office/drawing/2014/main" val="251226265"/>
                      </a:ext>
                    </a:extLst>
                  </a:tr>
                </a:tbl>
              </a:graphicData>
            </a:graphic>
          </p:graphicFrame>
        </mc:Fallback>
      </mc:AlternateContent>
    </p:spTree>
    <p:extLst>
      <p:ext uri="{BB962C8B-B14F-4D97-AF65-F5344CB8AC3E}">
        <p14:creationId xmlns:p14="http://schemas.microsoft.com/office/powerpoint/2010/main" val="1374567206"/>
      </p:ext>
    </p:extLst>
  </p:cSld>
  <p:clrMapOvr>
    <a:masterClrMapping/>
  </p:clrMapOvr>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533"/>
        <p:cNvGrpSpPr/>
        <p:nvPr/>
      </p:nvGrpSpPr>
      <p:grpSpPr>
        <a:xfrm>
          <a:off x="0" y="0"/>
          <a:ext cx="0" cy="0"/>
          <a:chOff x="0" y="0"/>
          <a:chExt cx="0" cy="0"/>
        </a:xfrm>
      </p:grpSpPr>
      <p:sp>
        <p:nvSpPr>
          <p:cNvPr id="534" name="Google Shape;534;p50"/>
          <p:cNvSpPr txBox="1">
            <a:spLocks noGrp="1"/>
          </p:cNvSpPr>
          <p:nvPr>
            <p:ph type="ctrTitle"/>
          </p:nvPr>
        </p:nvSpPr>
        <p:spPr>
          <a:xfrm>
            <a:off x="228600" y="2130426"/>
            <a:ext cx="11811000" cy="3508374"/>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sz="4000">
                <a:solidFill>
                  <a:srgbClr val="0066FF"/>
                </a:solidFill>
              </a:rPr>
              <a:t>Chúc các bạn học tốt</a:t>
            </a:r>
            <a:br>
              <a:rPr lang="en-US" sz="4000">
                <a:solidFill>
                  <a:srgbClr val="0066FF"/>
                </a:solidFill>
              </a:rPr>
            </a:br>
            <a:r>
              <a:rPr lang="en-US" sz="4000">
                <a:solidFill>
                  <a:srgbClr val="FF0000"/>
                </a:solidFill>
              </a:rPr>
              <a:t>Thân ái chào tạm biệt các bạn</a:t>
            </a:r>
            <a:br>
              <a:rPr lang="en-US" sz="4000">
                <a:solidFill>
                  <a:srgbClr val="FF0000"/>
                </a:solidFill>
              </a:rPr>
            </a:br>
            <a:br>
              <a:rPr lang="en-US" sz="4000">
                <a:solidFill>
                  <a:srgbClr val="FF0000"/>
                </a:solidFill>
              </a:rPr>
            </a:br>
            <a:r>
              <a:rPr lang="en-US" sz="4000">
                <a:solidFill>
                  <a:srgbClr val="0066FF"/>
                </a:solidFill>
              </a:rPr>
              <a:t>ĐẠI HỌC QUỐC GIA TP.HCM</a:t>
            </a:r>
            <a:br>
              <a:rPr lang="en-US" sz="4000"/>
            </a:br>
            <a:r>
              <a:rPr lang="en-US" sz="3600">
                <a:solidFill>
                  <a:srgbClr val="FF0000"/>
                </a:solidFill>
              </a:rPr>
              <a:t>TRƯỜNG ĐẠI HỌC CÔNG NGHỆ THÔNG TIN TP.HCM</a:t>
            </a:r>
            <a:br>
              <a:rPr lang="en-US" sz="3600">
                <a:solidFill>
                  <a:srgbClr val="FF0000"/>
                </a:solidFill>
              </a:rPr>
            </a:br>
            <a:r>
              <a:rPr lang="en-US" sz="3600">
                <a:solidFill>
                  <a:srgbClr val="0066FF"/>
                </a:solidFill>
              </a:rPr>
              <a:t>TOÀN DIỆN – SÁNG TẠO – PHỤNG SỰ</a:t>
            </a:r>
            <a:r>
              <a:rPr lang="en-US" sz="3600"/>
              <a:t> </a:t>
            </a:r>
            <a:endParaRPr sz="4000"/>
          </a:p>
        </p:txBody>
      </p:sp>
    </p:spTree>
  </p:cSld>
  <p:clrMapOvr>
    <a:masterClrMapping/>
  </p:clrMapOvr>
</p:sld>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726</TotalTime>
  <Words>2228</Words>
  <Application>Microsoft Office PowerPoint</Application>
  <PresentationFormat>Widescreen</PresentationFormat>
  <Paragraphs>286</Paragraphs>
  <Slides>47</Slides>
  <Notes>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47</vt:i4>
      </vt:variant>
    </vt:vector>
  </HeadingPairs>
  <TitlesOfParts>
    <vt:vector size="52" baseType="lpstr">
      <vt:lpstr>Arial</vt:lpstr>
      <vt:lpstr>Cambria Math</vt:lpstr>
      <vt:lpstr>Consolas</vt:lpstr>
      <vt:lpstr>Courier New</vt:lpstr>
      <vt:lpstr>Default Design</vt:lpstr>
      <vt:lpstr>HỒI QUI LOGISTIC LOGISTIC REGRESSION</vt:lpstr>
      <vt:lpstr>Logistic Regression Model</vt:lpstr>
      <vt:lpstr>A popular model for categorical</vt:lpstr>
      <vt:lpstr>DATASET</vt:lpstr>
      <vt:lpstr>Dataset</vt:lpstr>
      <vt:lpstr>Dataset</vt:lpstr>
      <vt:lpstr>Dataset</vt:lpstr>
      <vt:lpstr>Dataset</vt:lpstr>
      <vt:lpstr>Tiền xử lý dữ liệu</vt:lpstr>
      <vt:lpstr>Tiền xử lý dữ liệu</vt:lpstr>
      <vt:lpstr>Tiền xử lý dữ liệu</vt:lpstr>
      <vt:lpstr>Tiền xử lý dữ liệu</vt:lpstr>
      <vt:lpstr>Trực quan hóa dữ liệu</vt:lpstr>
      <vt:lpstr>Trực quan hóa dữ liệu</vt:lpstr>
      <vt:lpstr>Trực quan hóa dữ liệu</vt:lpstr>
      <vt:lpstr>Trực quan hóa dữ liệu</vt:lpstr>
      <vt:lpstr>Trực quan hóa dữ liệu</vt:lpstr>
      <vt:lpstr>Trực quan hóa dữ liệu</vt:lpstr>
      <vt:lpstr>Logistic Regression</vt:lpstr>
      <vt:lpstr>Logistic Regression</vt:lpstr>
      <vt:lpstr>Logistic Regression</vt:lpstr>
      <vt:lpstr>Logistic Regression</vt:lpstr>
      <vt:lpstr>Logistic Regression</vt:lpstr>
      <vt:lpstr>Logistic Regression</vt:lpstr>
      <vt:lpstr>Logistic Regression</vt:lpstr>
      <vt:lpstr>Huấn luyện mô hình</vt:lpstr>
      <vt:lpstr>Huấn luyện mô hình</vt:lpstr>
      <vt:lpstr>Trực quan hóa kết quả mô hình</vt:lpstr>
      <vt:lpstr>Trực quan hóa kết quả mô hình</vt:lpstr>
      <vt:lpstr>Trực quan hóa kết quả mô hình</vt:lpstr>
      <vt:lpstr>Trực quan hóa kết quả mô hình</vt:lpstr>
      <vt:lpstr>Trực quan hóa kết quả mô hình</vt:lpstr>
      <vt:lpstr>Trực quan hóa kết quả mô hình</vt:lpstr>
      <vt:lpstr>Trực quan hóa kết quả mô hình</vt:lpstr>
      <vt:lpstr>Trực quan hóa kết quả mô hình</vt:lpstr>
      <vt:lpstr>Trực quan hóa kết quả mô hình</vt:lpstr>
      <vt:lpstr>Trực quan hóa kết quả mô hình</vt:lpstr>
      <vt:lpstr>Trực quan hóa kết quả mô hình</vt:lpstr>
      <vt:lpstr>Kiểm tra kết quả trên tập test</vt:lpstr>
      <vt:lpstr>Kiểm tra kết quả trên tập test</vt:lpstr>
      <vt:lpstr>Kiểm tra kết quả trên tập test</vt:lpstr>
      <vt:lpstr>Kiểm tra kết quả trên tập test</vt:lpstr>
      <vt:lpstr>Kiểm tra kết quả trên tập test</vt:lpstr>
      <vt:lpstr>Kiểm tra kết quả trên tập test</vt:lpstr>
      <vt:lpstr>Kiểm tra kết quả trên tập test</vt:lpstr>
      <vt:lpstr>Kiểm tra kết quả trên tập test</vt:lpstr>
      <vt:lpstr>Chúc các bạn học tốt Thân ái chào tạm biệt các bạn  ĐẠI HỌC QUỐC GIA TP.HCM TRƯỜNG ĐẠI HỌC CÔNG NGHỆ THÔNG TIN TP.HCM TOÀN DIỆN – SÁNG TẠO – PHỤNG SỰ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SECTION 12 LOGISTIC REGRESSION</dc:title>
  <dc:creator>Le Huy</dc:creator>
  <cp:lastModifiedBy>Quan Chí Khánh An</cp:lastModifiedBy>
  <cp:revision>138</cp:revision>
  <cp:lastPrinted>2020-03-06T02:37:21Z</cp:lastPrinted>
  <dcterms:created xsi:type="dcterms:W3CDTF">2019-12-03T07:45:25Z</dcterms:created>
  <dcterms:modified xsi:type="dcterms:W3CDTF">2023-10-17T15:51:42Z</dcterms:modified>
</cp:coreProperties>
</file>